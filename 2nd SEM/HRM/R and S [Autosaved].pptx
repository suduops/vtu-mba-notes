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-59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Ganagi" userId="696741978f092c3b" providerId="LiveId" clId="{916D7472-5752-48A9-9826-2748877CE739}"/>
    <pc:docChg chg="undo custSel addSld delSld modSld">
      <pc:chgData name="Mahesh Ganagi" userId="696741978f092c3b" providerId="LiveId" clId="{916D7472-5752-48A9-9826-2748877CE739}" dt="2025-06-24T16:19:12.896" v="142" actId="20577"/>
      <pc:docMkLst>
        <pc:docMk/>
      </pc:docMkLst>
      <pc:sldChg chg="modSp modAnim">
        <pc:chgData name="Mahesh Ganagi" userId="696741978f092c3b" providerId="LiveId" clId="{916D7472-5752-48A9-9826-2748877CE739}" dt="2025-06-24T15:51:53.763" v="110" actId="20577"/>
        <pc:sldMkLst>
          <pc:docMk/>
          <pc:sldMk cId="3457630032" sldId="264"/>
        </pc:sldMkLst>
        <pc:spChg chg="mod">
          <ac:chgData name="Mahesh Ganagi" userId="696741978f092c3b" providerId="LiveId" clId="{916D7472-5752-48A9-9826-2748877CE739}" dt="2025-06-24T15:51:53.763" v="110" actId="20577"/>
          <ac:spMkLst>
            <pc:docMk/>
            <pc:sldMk cId="3457630032" sldId="264"/>
            <ac:spMk id="3" creationId="{9E2830F5-A9F9-0E60-501E-F7125D5DD62E}"/>
          </ac:spMkLst>
        </pc:spChg>
      </pc:sldChg>
      <pc:sldChg chg="modSp mod modAnim">
        <pc:chgData name="Mahesh Ganagi" userId="696741978f092c3b" providerId="LiveId" clId="{916D7472-5752-48A9-9826-2748877CE739}" dt="2025-06-24T15:47:19.704" v="101" actId="14100"/>
        <pc:sldMkLst>
          <pc:docMk/>
          <pc:sldMk cId="653925549" sldId="265"/>
        </pc:sldMkLst>
        <pc:spChg chg="mod">
          <ac:chgData name="Mahesh Ganagi" userId="696741978f092c3b" providerId="LiveId" clId="{916D7472-5752-48A9-9826-2748877CE739}" dt="2025-06-24T15:47:19.704" v="101" actId="14100"/>
          <ac:spMkLst>
            <pc:docMk/>
            <pc:sldMk cId="653925549" sldId="265"/>
            <ac:spMk id="3" creationId="{C783E211-D6D0-E11C-8D47-AD43791848F5}"/>
          </ac:spMkLst>
        </pc:spChg>
      </pc:sldChg>
      <pc:sldChg chg="modSp modAnim">
        <pc:chgData name="Mahesh Ganagi" userId="696741978f092c3b" providerId="LiveId" clId="{916D7472-5752-48A9-9826-2748877CE739}" dt="2025-06-24T15:57:27.361" v="119" actId="6549"/>
        <pc:sldMkLst>
          <pc:docMk/>
          <pc:sldMk cId="601089777" sldId="266"/>
        </pc:sldMkLst>
        <pc:spChg chg="mod">
          <ac:chgData name="Mahesh Ganagi" userId="696741978f092c3b" providerId="LiveId" clId="{916D7472-5752-48A9-9826-2748877CE739}" dt="2025-06-24T15:57:27.361" v="119" actId="6549"/>
          <ac:spMkLst>
            <pc:docMk/>
            <pc:sldMk cId="601089777" sldId="266"/>
            <ac:spMk id="3" creationId="{3F55827F-9911-5804-D34D-5E71F81F3E22}"/>
          </ac:spMkLst>
        </pc:spChg>
      </pc:sldChg>
      <pc:sldChg chg="new del">
        <pc:chgData name="Mahesh Ganagi" userId="696741978f092c3b" providerId="LiveId" clId="{916D7472-5752-48A9-9826-2748877CE739}" dt="2025-06-18T06:09:26.500" v="2" actId="47"/>
        <pc:sldMkLst>
          <pc:docMk/>
          <pc:sldMk cId="1980129955" sldId="267"/>
        </pc:sldMkLst>
      </pc:sldChg>
      <pc:sldChg chg="modSp add modAnim">
        <pc:chgData name="Mahesh Ganagi" userId="696741978f092c3b" providerId="LiveId" clId="{916D7472-5752-48A9-9826-2748877CE739}" dt="2025-06-18T06:11:29.175" v="32"/>
        <pc:sldMkLst>
          <pc:docMk/>
          <pc:sldMk cId="2399922727" sldId="268"/>
        </pc:sldMkLst>
        <pc:spChg chg="mod">
          <ac:chgData name="Mahesh Ganagi" userId="696741978f092c3b" providerId="LiveId" clId="{916D7472-5752-48A9-9826-2748877CE739}" dt="2025-06-18T06:09:48.410" v="5"/>
          <ac:spMkLst>
            <pc:docMk/>
            <pc:sldMk cId="2399922727" sldId="268"/>
            <ac:spMk id="2" creationId="{0CED479A-D7FA-4192-9402-3A7BF3FBA9D6}"/>
          </ac:spMkLst>
        </pc:spChg>
        <pc:spChg chg="mod">
          <ac:chgData name="Mahesh Ganagi" userId="696741978f092c3b" providerId="LiveId" clId="{916D7472-5752-48A9-9826-2748877CE739}" dt="2025-06-18T06:11:29.175" v="32"/>
          <ac:spMkLst>
            <pc:docMk/>
            <pc:sldMk cId="2399922727" sldId="268"/>
            <ac:spMk id="3" creationId="{72E18470-3E46-895B-CC7D-A44523CAC46B}"/>
          </ac:spMkLst>
        </pc:spChg>
      </pc:sldChg>
      <pc:sldChg chg="modSp add mod modAnim">
        <pc:chgData name="Mahesh Ganagi" userId="696741978f092c3b" providerId="LiveId" clId="{916D7472-5752-48A9-9826-2748877CE739}" dt="2025-06-24T16:19:12.896" v="142" actId="20577"/>
        <pc:sldMkLst>
          <pc:docMk/>
          <pc:sldMk cId="1500290605" sldId="269"/>
        </pc:sldMkLst>
        <pc:spChg chg="mod">
          <ac:chgData name="Mahesh Ganagi" userId="696741978f092c3b" providerId="LiveId" clId="{916D7472-5752-48A9-9826-2748877CE739}" dt="2025-06-18T07:00:07.272" v="41" actId="27636"/>
          <ac:spMkLst>
            <pc:docMk/>
            <pc:sldMk cId="1500290605" sldId="269"/>
            <ac:spMk id="2" creationId="{AB835547-2CD3-5B4B-DB2D-1EA2EE84D371}"/>
          </ac:spMkLst>
        </pc:spChg>
        <pc:spChg chg="mod">
          <ac:chgData name="Mahesh Ganagi" userId="696741978f092c3b" providerId="LiveId" clId="{916D7472-5752-48A9-9826-2748877CE739}" dt="2025-06-24T16:19:12.896" v="142" actId="20577"/>
          <ac:spMkLst>
            <pc:docMk/>
            <pc:sldMk cId="1500290605" sldId="269"/>
            <ac:spMk id="3" creationId="{C55D5659-CE76-E946-EC5F-05985C378795}"/>
          </ac:spMkLst>
        </pc:spChg>
      </pc:sldChg>
      <pc:sldChg chg="new del">
        <pc:chgData name="Mahesh Ganagi" userId="696741978f092c3b" providerId="LiveId" clId="{916D7472-5752-48A9-9826-2748877CE739}" dt="2025-06-18T06:13:59.308" v="34" actId="680"/>
        <pc:sldMkLst>
          <pc:docMk/>
          <pc:sldMk cId="2390023940" sldId="26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738AB1-9E63-4183-8769-0A5970B0F366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90E22CA-C296-4D75-A37C-A7532B0AB220}">
      <dgm:prSet phldrT="[Text]" custT="1"/>
      <dgm:spPr/>
      <dgm:t>
        <a:bodyPr/>
        <a:lstStyle/>
        <a:p>
          <a:r>
            <a: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Process of Recruitment </a:t>
          </a:r>
        </a:p>
      </dgm:t>
    </dgm:pt>
    <dgm:pt modelId="{DB7C1564-D1D8-467D-A7FB-BDE23E77F247}" type="sibTrans" cxnId="{98DDB369-84F0-4FBF-A237-31FE2E63F11C}">
      <dgm:prSet/>
      <dgm:spPr/>
      <dgm:t>
        <a:bodyPr/>
        <a:lstStyle/>
        <a:p>
          <a:endParaRPr lang="en-IN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6CEBC42-B4B1-4FE0-992E-85D94CEE9BBB}" type="parTrans" cxnId="{98DDB369-84F0-4FBF-A237-31FE2E63F11C}">
      <dgm:prSet/>
      <dgm:spPr/>
      <dgm:t>
        <a:bodyPr/>
        <a:lstStyle/>
        <a:p>
          <a:endParaRPr lang="en-IN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E582D14-607B-4D60-AD15-6B326C415405}" type="pres">
      <dgm:prSet presAssocID="{D8738AB1-9E63-4183-8769-0A5970B0F366}" presName="Name0" presStyleCnt="0">
        <dgm:presLayoutVars>
          <dgm:chMax val="7"/>
          <dgm:chPref val="7"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D3465FB0-4A99-4527-8356-D40332B37C23}" type="pres">
      <dgm:prSet presAssocID="{F90E22CA-C296-4D75-A37C-A7532B0AB220}" presName="Accent1" presStyleCnt="0"/>
      <dgm:spPr/>
    </dgm:pt>
    <dgm:pt modelId="{8FF385F8-EBAC-4956-808D-9343BCD64404}" type="pres">
      <dgm:prSet presAssocID="{F90E22CA-C296-4D75-A37C-A7532B0AB220}" presName="Accent" presStyleLbl="node1" presStyleIdx="0" presStyleCnt="1"/>
      <dgm:spPr/>
    </dgm:pt>
    <dgm:pt modelId="{F25EC7C3-1530-42AE-AB74-1319983901B3}" type="pres">
      <dgm:prSet presAssocID="{F90E22CA-C296-4D75-A37C-A7532B0AB220}" presName="Parent1" presStyleLbl="revTx" presStyleIdx="0" presStyleCnt="1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8DDB369-84F0-4FBF-A237-31FE2E63F11C}" srcId="{D8738AB1-9E63-4183-8769-0A5970B0F366}" destId="{F90E22CA-C296-4D75-A37C-A7532B0AB220}" srcOrd="0" destOrd="0" parTransId="{16CEBC42-B4B1-4FE0-992E-85D94CEE9BBB}" sibTransId="{DB7C1564-D1D8-467D-A7FB-BDE23E77F247}"/>
    <dgm:cxn modelId="{02AA06FB-28AA-4701-8282-126635E47BDE}" type="presOf" srcId="{F90E22CA-C296-4D75-A37C-A7532B0AB220}" destId="{F25EC7C3-1530-42AE-AB74-1319983901B3}" srcOrd="0" destOrd="0" presId="urn:microsoft.com/office/officeart/2009/layout/CircleArrowProcess"/>
    <dgm:cxn modelId="{15A90663-9895-4A34-9728-FDD3905B0857}" type="presOf" srcId="{D8738AB1-9E63-4183-8769-0A5970B0F366}" destId="{7E582D14-607B-4D60-AD15-6B326C415405}" srcOrd="0" destOrd="0" presId="urn:microsoft.com/office/officeart/2009/layout/CircleArrowProcess"/>
    <dgm:cxn modelId="{E7739D8C-2232-4D56-BFBD-E051B8EB4C89}" type="presParOf" srcId="{7E582D14-607B-4D60-AD15-6B326C415405}" destId="{D3465FB0-4A99-4527-8356-D40332B37C23}" srcOrd="0" destOrd="0" presId="urn:microsoft.com/office/officeart/2009/layout/CircleArrowProcess"/>
    <dgm:cxn modelId="{54BE83E9-2797-43C8-A144-ACAD108CE345}" type="presParOf" srcId="{D3465FB0-4A99-4527-8356-D40332B37C23}" destId="{8FF385F8-EBAC-4956-808D-9343BCD64404}" srcOrd="0" destOrd="0" presId="urn:microsoft.com/office/officeart/2009/layout/CircleArrowProcess"/>
    <dgm:cxn modelId="{150D9436-3680-41BD-8750-CCA4606724EF}" type="presParOf" srcId="{7E582D14-607B-4D60-AD15-6B326C415405}" destId="{F25EC7C3-1530-42AE-AB74-1319983901B3}" srcOrd="1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FF385F8-EBAC-4956-808D-9343BCD64404}">
      <dsp:nvSpPr>
        <dsp:cNvPr id="0" name=""/>
        <dsp:cNvSpPr/>
      </dsp:nvSpPr>
      <dsp:spPr>
        <a:xfrm>
          <a:off x="1330044" y="730111"/>
          <a:ext cx="4431590" cy="4432577"/>
        </a:xfrm>
        <a:prstGeom prst="circularArrow">
          <a:avLst>
            <a:gd name="adj1" fmla="val 10980"/>
            <a:gd name="adj2" fmla="val 1142322"/>
            <a:gd name="adj3" fmla="val 90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5EC7C3-1530-42AE-AB74-1319983901B3}">
      <dsp:nvSpPr>
        <dsp:cNvPr id="0" name=""/>
        <dsp:cNvSpPr/>
      </dsp:nvSpPr>
      <dsp:spPr>
        <a:xfrm>
          <a:off x="2308696" y="2334704"/>
          <a:ext cx="2472868" cy="1236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Process of Recruitment </a:t>
          </a:r>
        </a:p>
      </dsp:txBody>
      <dsp:txXfrm>
        <a:off x="2308696" y="2334704"/>
        <a:ext cx="2472868" cy="12362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3B2291-0864-5B8F-C451-90951999B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A7C4913-646C-CF74-E76A-5027F921B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DC17D0C-5801-0F88-0347-E9DCBFBD0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DE757CD-8A62-A54C-673D-E79F6CD7B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132AEFE-4E33-19F3-17E7-EAE90B707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71270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560B82-A3AB-6840-15A9-CBE8394A6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28919A-FAD5-50A1-67C6-E0D2FBE4F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28D9AAC-C607-241C-F88A-32DAB0B5E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10402ED-DA88-3AD6-5D14-CB646144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42C575-557A-E354-AE23-4B9C1574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3356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ADFBCE-621D-E4BD-CC83-AD149FE9E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4FF80E2-728B-1692-F4BD-275BBC343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D1FBC74-ECE9-8CCD-0579-539464E4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FF94FD6-46F3-6E40-4770-B7F92740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2BC5053-D326-4296-70C8-707EC3CD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2204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AC899D-5E34-4D75-99A0-278E83A3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C86341A-95A8-AC21-961B-9342C3B703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C803DF3-448E-718F-FC45-A9D22E866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F2F7960-068E-9116-D894-B78368B4A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6E5C80F-E501-4CF0-5C1D-92E1A49F2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A924DB5-33DC-072F-D3BF-208419779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21647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2CD35D-4BC2-98A3-A7DA-46A08971F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7EF2FC0-BDF2-B9C6-CDE6-A2265D3AE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DBAE929-B419-A586-21B5-112D061F2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07D46D1-C35C-7F52-B460-52EBAC1166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4A85C55-D83C-5CD7-36CE-1CF0C4F56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0B52522-8E5D-072A-67E3-8E6CB02D4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354B793-F822-D427-7921-9AA3F99AB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3F77F45-881C-FC3F-9805-F060FA7C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492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9DD6A5-A87F-3302-1DDD-E89C6532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AC0F74A-4015-20CC-7926-2A4B354B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FFD96CDD-0543-EBB4-D289-36CDCF81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3CFE537-9D38-E3FC-CCEC-F685807F0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0182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BFF02C4-B485-C65B-B2E1-49B67F1B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E2AE08C-7DDF-671B-B9E3-6E7AB882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10DECDD-0425-809F-29B0-F2D9DCA1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34488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6338D6-388D-BD3C-E3A8-62DE985A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21512B-EF26-E633-470D-A66C018D7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CFDC852-24A5-F6EE-18C6-64DF99999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0A7B72B-D466-B28B-7F9E-84B920931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5F3B43-0C38-6C50-2454-70385654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BA1AE97-EC62-DD03-7180-31769E37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96448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BFF9B4-EBE8-356C-F3AD-75537E61F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D9A7501-1F9C-3972-7851-261DF30EF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646D06D-7519-4EB6-00CB-837ECFB38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0652908-BE28-F898-EF42-1FFCD21C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04002E7-86BC-4678-491F-D1C05306E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1B4E023-073F-D072-B9F1-4F02B1650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7860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052FB1-573F-65C2-A9DA-635134BAA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6370212-D134-E322-7DFA-8343BC598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B2C88C6-93AA-1D3C-A778-C6D3779EB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79426D9-96A6-9953-60F7-E9E6D8EFB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28846DE-9E85-E4C5-CA9C-2368D87D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07459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4D36B65-E61D-9034-FB3B-A4FCDB8C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3B24BAE-1D08-8A5C-014E-C89184099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8D1C04D-F66D-09AA-36FF-DCDFAC65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7B7FEF6-B9D4-2023-7090-F7CC16E0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63355D1-FD63-B4F7-E5E0-44E34DBD8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7726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74B2B3E-D32D-69F4-1967-3F212023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353839A-7D10-A4AB-7B00-36913F01E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398E4D3-4D42-1847-DB1D-7744EEB74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DB9FA-E863-455A-8616-569161887991}" type="datetimeFigureOut">
              <a:rPr lang="en-IN" smtClean="0"/>
              <a:pPr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BC02D2-BC9A-13AA-C5F5-5A4CD2D6A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1980880-CBE8-753D-2C5C-22CD8D17E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191C7-11AE-4D3A-A372-D889CF3C6EC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45442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795642-74B7-80BB-C366-82A5035F1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" y="203199"/>
            <a:ext cx="11897360" cy="955675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026CC8-F787-5BE2-2F86-41BFF9E6F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20" y="1066800"/>
            <a:ext cx="11897360" cy="511048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there is a vacancy of posts in an organization it has to be filled with suitable candidates.</a:t>
            </a:r>
          </a:p>
          <a:p>
            <a:pPr algn="just">
              <a:lnSpc>
                <a:spcPct val="100000"/>
              </a:lnSpc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 is the starting point of filling a vacancy in an organization. </a:t>
            </a:r>
          </a:p>
          <a:p>
            <a:pPr algn="just">
              <a:lnSpc>
                <a:spcPct val="100000"/>
              </a:lnSpc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process in which an organization is provided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pool of qualified job candidates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which the most suitable ones can be selected.</a:t>
            </a:r>
          </a:p>
          <a:p>
            <a:pPr algn="just">
              <a:lnSpc>
                <a:spcPct val="100000"/>
              </a:lnSpc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Edwin B. Flippo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recruitment as the process of 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the candidates for employment and stimulating them to apply for jobs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organization.</a:t>
            </a:r>
          </a:p>
          <a:p>
            <a:pPr algn="just">
              <a:lnSpc>
                <a:spcPct val="100000"/>
              </a:lnSpc>
            </a:pP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517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46EDBD-6D06-09ED-A50A-5DD3FACE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239"/>
            <a:ext cx="12192000" cy="107759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Recruitment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13D3FC-1402-7067-7A5E-A71607CA4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25600"/>
            <a:ext cx="11877040" cy="5090160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Present and Future Requirements.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and Increases application Pool.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success rate of selection.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Meets organizations obligations.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and evaluates effectiveness.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Turnover.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275133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914F2B-DB75-DFBF-5B88-09AA0E4E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2725"/>
            <a:ext cx="12192000" cy="752475"/>
          </a:xfrm>
        </p:spPr>
        <p:txBody>
          <a:bodyPr>
            <a:noAutofit/>
          </a:bodyPr>
          <a:lstStyle/>
          <a:p>
            <a:pPr algn="ctr"/>
            <a:r>
              <a:rPr lang="en-IN" sz="5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Recruitment Process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0AA404EF-DE4A-B51A-EAD0-FF9A141B3C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9079135"/>
              </p:ext>
            </p:extLst>
          </p:nvPr>
        </p:nvGraphicFramePr>
        <p:xfrm>
          <a:off x="91440" y="965200"/>
          <a:ext cx="7091680" cy="589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043C5D6B-4E55-B6EE-4D8F-0AA6247586DD}"/>
              </a:ext>
            </a:extLst>
          </p:cNvPr>
          <p:cNvSpPr/>
          <p:nvPr/>
        </p:nvSpPr>
        <p:spPr>
          <a:xfrm>
            <a:off x="6152100" y="1717675"/>
            <a:ext cx="3535459" cy="4590837"/>
          </a:xfrm>
          <a:prstGeom prst="rect">
            <a:avLst/>
          </a:pr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AB4A80A-F179-98DE-4CCF-9402D0BA4BFB}"/>
              </a:ext>
            </a:extLst>
          </p:cNvPr>
          <p:cNvSpPr txBox="1"/>
          <p:nvPr/>
        </p:nvSpPr>
        <p:spPr>
          <a:xfrm>
            <a:off x="6576060" y="2217217"/>
            <a:ext cx="371856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1" indent="-285750" algn="l" defTabSz="1955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40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Preparing</a:t>
            </a:r>
            <a:endParaRPr lang="en-IN" sz="4000" b="1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l" defTabSz="1955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40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Sourcing</a:t>
            </a:r>
            <a:endParaRPr lang="en-IN" sz="4000" b="1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l" defTabSz="1955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40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</a:t>
            </a:r>
            <a:endParaRPr lang="en-IN" sz="4000" b="1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l" defTabSz="1955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40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</a:t>
            </a:r>
            <a:endParaRPr lang="en-IN" sz="4000" b="1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l" defTabSz="1955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4000" b="1" kern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</a:t>
            </a:r>
            <a:endParaRPr lang="en-IN" sz="4000" b="1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 algn="l" defTabSz="19558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4000" b="1" kern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OnBoarding</a:t>
            </a:r>
            <a:endParaRPr lang="en-IN" sz="4000" b="1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9775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BB3413D-97D2-AE41-8529-1E2F4B324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79"/>
            <a:ext cx="12192000" cy="114871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Recruitment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5DC1BA-5D6B-F99B-67F9-04FECFBBF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30960"/>
            <a:ext cx="11948160" cy="53441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Factors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Employer’s Brand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Company’s Pay Package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Work Life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Culture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Planning and Growth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Company’s Size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9510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337334C-1AA7-3434-A2DD-519BC469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43EC7E-1C3E-D1D9-A177-604DA827F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79"/>
            <a:ext cx="12192000" cy="114871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Recruitment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DB10F7-B414-E062-A663-72916C6BD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30960"/>
            <a:ext cx="11948160" cy="53441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Socio Economic Factors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and Demand Factors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Rate</a:t>
            </a:r>
          </a:p>
          <a:p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Labour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Condition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Factors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7483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551C802-66C0-51F9-5DBA-613A8194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1AF440-FFB1-94E9-E6E5-446CFE468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79"/>
            <a:ext cx="12192000" cy="114871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Recruitment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D3D515-65E2-8CBF-0E24-4E8ED632D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30961"/>
            <a:ext cx="11877040" cy="5344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Sources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referral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Rehiring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of Retirement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5988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BAC7A5B-9971-5413-2569-A6D7D750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195F6E-3B74-3712-7474-D512CCC0F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79"/>
            <a:ext cx="12192000" cy="114871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Recruitment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EBD87C-2A5A-B99F-273D-3F7DFF2C6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30961"/>
            <a:ext cx="11877040" cy="5344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Sources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 advertisement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Recruitment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Agencies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Employment Exchange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Portals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</a:t>
            </a:r>
          </a:p>
        </p:txBody>
      </p:sp>
    </p:spTree>
    <p:extLst>
      <p:ext uri="{BB962C8B-B14F-4D97-AF65-F5344CB8AC3E}">
        <p14:creationId xmlns:p14="http://schemas.microsoft.com/office/powerpoint/2010/main" xmlns="" val="191589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9DD516A-AA63-E8A9-BC5A-9C0A1C031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0EF6CB-E87D-F6DE-0E75-045923FB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79"/>
            <a:ext cx="12192000" cy="114871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Recruitment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744E691-5C76-1261-1600-3D1015647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808479"/>
            <a:ext cx="11877040" cy="48666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of applicants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of applicants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per applicant hired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required to fill openings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stay on the job</a:t>
            </a:r>
          </a:p>
        </p:txBody>
      </p:sp>
    </p:spTree>
    <p:extLst>
      <p:ext uri="{BB962C8B-B14F-4D97-AF65-F5344CB8AC3E}">
        <p14:creationId xmlns:p14="http://schemas.microsoft.com/office/powerpoint/2010/main" xmlns="" val="195423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CAAB9D1-9F44-654D-8311-8AB528D3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3C569E-80A3-409C-17E6-6787ACA3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79"/>
            <a:ext cx="12192000" cy="114871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Recruitment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2830F5-A9F9-0E60-501E-F7125D5DD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55395"/>
            <a:ext cx="11877040" cy="5419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Planning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Branding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Integration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and Time Efficiency</a:t>
            </a:r>
          </a:p>
          <a:p>
            <a:pPr marL="0" indent="0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57630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E4EFDF-FE3E-8EF4-EA26-F08C2026E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503271-5A5A-A7DE-0499-04FC579A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79"/>
            <a:ext cx="12192000" cy="114871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Trends in Recruitment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83E211-D6D0-E11C-8D47-AD4379184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81760"/>
            <a:ext cx="11877040" cy="5293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Out-Sourcing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for Recruitment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Online Communication Tools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</a:t>
            </a:r>
          </a:p>
        </p:txBody>
      </p:sp>
    </p:spTree>
    <p:extLst>
      <p:ext uri="{BB962C8B-B14F-4D97-AF65-F5344CB8AC3E}">
        <p14:creationId xmlns:p14="http://schemas.microsoft.com/office/powerpoint/2010/main" xmlns="" val="65392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DEB7E4A-6F4E-14BB-9E4D-407A369C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7331F3-1153-C285-AB50-45D44E37A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79"/>
            <a:ext cx="12192000" cy="114871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F55827F-9911-5804-D34D-5E71F81F3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55394"/>
            <a:ext cx="11877040" cy="5419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Inviting Applications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Screening the Applications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Blank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Test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Examination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Check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Hiring Decision / Final Selection</a:t>
            </a:r>
          </a:p>
        </p:txBody>
      </p:sp>
    </p:spTree>
    <p:extLst>
      <p:ext uri="{BB962C8B-B14F-4D97-AF65-F5344CB8AC3E}">
        <p14:creationId xmlns:p14="http://schemas.microsoft.com/office/powerpoint/2010/main" xmlns="" val="60108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C876F86-79E7-10AB-A6B2-1543481F8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835547-2CD3-5B4B-DB2D-1EA2EE84D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79"/>
            <a:ext cx="12192000" cy="114871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Selection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5D5659-CE76-E946-EC5F-05985C378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55394"/>
            <a:ext cx="11877040" cy="5419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Aptitude tests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ability test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Personality test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intelligence tests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ability tests</a:t>
            </a:r>
          </a:p>
          <a:p>
            <a:pPr marL="0" indent="0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0029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6C569F-6FDF-705C-D5B0-70724B170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ED479A-D7FA-4192-9402-3A7BF3FB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79"/>
            <a:ext cx="12192000" cy="1148715"/>
          </a:xfrm>
        </p:spPr>
        <p:txBody>
          <a:bodyPr>
            <a:normAutofit/>
          </a:bodyPr>
          <a:lstStyle/>
          <a:p>
            <a:pPr algn="ctr"/>
            <a:r>
              <a:rPr lang="en-IN" sz="5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Factors Influencing Selections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E18470-3E46-895B-CC7D-A44523CAC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55394"/>
            <a:ext cx="11877040" cy="54197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recruitment campaign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geographic location of candidates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literacy skills of the candidates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candidates applying for a position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correct use of assessment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Attractiveness of the position</a:t>
            </a:r>
          </a:p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selection process itself</a:t>
            </a:r>
          </a:p>
        </p:txBody>
      </p:sp>
    </p:spTree>
    <p:extLst>
      <p:ext uri="{BB962C8B-B14F-4D97-AF65-F5344CB8AC3E}">
        <p14:creationId xmlns:p14="http://schemas.microsoft.com/office/powerpoint/2010/main" xmlns="" val="239992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6983</TotalTime>
  <Words>330</Words>
  <Application>Microsoft Office PowerPoint</Application>
  <PresentationFormat>Custom</PresentationFormat>
  <Paragraphs>90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RECRUITMENT</vt:lpstr>
      <vt:lpstr>Importance of Recruitment</vt:lpstr>
      <vt:lpstr>Recruitment Process</vt:lpstr>
      <vt:lpstr>Factors Influencing Recruitment</vt:lpstr>
      <vt:lpstr>Factors Influencing Recruitment</vt:lpstr>
      <vt:lpstr>Sources of Recruitment</vt:lpstr>
      <vt:lpstr>Sources of Recruitment</vt:lpstr>
      <vt:lpstr>Evaluation of Recruitment Process</vt:lpstr>
      <vt:lpstr>Recruitment Strategy</vt:lpstr>
      <vt:lpstr>Future Trends in Recruitment</vt:lpstr>
      <vt:lpstr>Selection Process</vt:lpstr>
      <vt:lpstr>Types of Selection Tests</vt:lpstr>
      <vt:lpstr> Factors Influencing Selections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RECRUITMENT</dc:title>
  <dc:creator>Mahesh Ganagi</dc:creator>
  <cp:lastModifiedBy>vtu</cp:lastModifiedBy>
  <cp:revision>3</cp:revision>
  <dcterms:created xsi:type="dcterms:W3CDTF">2025-06-08T15:59:26Z</dcterms:created>
  <dcterms:modified xsi:type="dcterms:W3CDTF">2026-05-07T11:28:54Z</dcterms:modified>
</cp:coreProperties>
</file>