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04800"/>
            <a:ext cx="8077200" cy="1295399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Human Resource Management and Innovations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600200"/>
            <a:ext cx="8077200" cy="4953000"/>
          </a:xfrm>
        </p:spPr>
        <p:txBody>
          <a:bodyPr>
            <a:normAutofit/>
          </a:bodyPr>
          <a:lstStyle/>
          <a:p>
            <a:pPr algn="just"/>
            <a:r>
              <a:rPr lang="en-US" sz="3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Factors </a:t>
            </a:r>
            <a:r>
              <a:rPr lang="en-US" sz="3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Affecting the Innovation Process in</a:t>
            </a:r>
          </a:p>
          <a:p>
            <a:pPr algn="just"/>
            <a:r>
              <a:rPr lang="en-US" sz="3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organisations</a:t>
            </a:r>
            <a:r>
              <a:rPr lang="en-US" sz="3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Current Trends in Human Resource Management, Innovative Human </a:t>
            </a:r>
            <a:r>
              <a:rPr lang="en-US" sz="3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Resource Management </a:t>
            </a:r>
            <a:r>
              <a:rPr lang="en-US" sz="3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Practices in India, Sustainable and innovative Human Resource Management</a:t>
            </a:r>
            <a:r>
              <a:rPr lang="en-US" sz="3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3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0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HR Information Systems</a:t>
            </a:r>
            <a:r>
              <a:rPr lang="en-US" sz="3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Introduction to HRIS. HRIS in the digital age.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innovation is often a new product, but it can also be a new way of doing something or even a new way of thinking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HR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is 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the implementation of new ideas</a:t>
            </a: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methods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and technologies to better meet the ever-evolving requirements of the organization and its workforce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It's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about anticipating future needs and circumstances rather than simply finding a response to a changing present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situation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Factors Affecting the Innovation Process in Organizations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Utilization of technology Technical skills and education Technology strategy.</a:t>
            </a:r>
          </a:p>
          <a:p>
            <a:pPr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Innovation:</a:t>
            </a: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idea generation Selection and evaluation Techniques Implementation mechanism</a:t>
            </a:r>
          </a:p>
          <a:p>
            <a:pPr marL="0" indent="0"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strategy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Innovation strategy Vision and goals of the organization Strategic decision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making.</a:t>
            </a:r>
            <a:endParaRPr lang="en-US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fr-FR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Organisational</a:t>
            </a:r>
            <a:r>
              <a:rPr lang="fr-FR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Organisational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différentiation 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Centralisation </a:t>
            </a:r>
            <a:r>
              <a:rPr lang="fr-FR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Formalities</a:t>
            </a:r>
            <a:endParaRPr lang="fr-FR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Organisational </a:t>
            </a:r>
            <a: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culture:  </a:t>
            </a: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Collaboration Attitude to risk Attitude to innovation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Employees: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Motivation innovate Employee skills and education Employee personalities Training</a:t>
            </a:r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Resources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Utilization of slack resources Planning and management of resources Knowledge resources Technology resources Financial resources </a:t>
            </a:r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Knowledge management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Organizational learning Knowledge of external environment Utilization of knowledge repositories</a:t>
            </a:r>
          </a:p>
          <a:p>
            <a:pPr marL="0" indent="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Management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style 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leadership 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Management personalities Management style Motivation of employees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Current Trends in Human Resource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Management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Innovation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534400" cy="525780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Promote Diversity and Inclusion.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Trend of Work from Home (WFH).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Cultivate Critical Thinking, Soft Skills, and Digital Skills.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Employee Wellness Programs.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Artificial Intelligence (AI) and Machine Learning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Peer to Peer Recognition.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Ethical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leadership.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Innovative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HRM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Practices in India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Innovative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Human Resource Management Practices 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India: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Focus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 continuous learning and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reskilling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Gartner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trends.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trend up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skilling.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Global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Human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Capital.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People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analytics takes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stage.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Employer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brand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matters.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Sustainable and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Innovative H R 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10200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Green HRM. </a:t>
            </a:r>
            <a:endParaRPr lang="en-US" sz="4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Talent Management. </a:t>
            </a:r>
            <a:endParaRPr lang="en-US" sz="4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Diversity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Inclusion. </a:t>
            </a:r>
            <a:endParaRPr lang="en-US" sz="4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Employee Well-being.</a:t>
            </a: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Flexible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Work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Arrangements. </a:t>
            </a:r>
            <a:endParaRPr lang="en-US" sz="4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Technology Adoption. </a:t>
            </a:r>
            <a:endParaRPr lang="en-US" sz="4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Corporate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Social Responsibility (CSR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Innovation Culture. </a:t>
            </a:r>
            <a:endParaRPr lang="en-US" sz="4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Metrics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Reporting. </a:t>
            </a:r>
            <a:endParaRPr lang="en-US" sz="4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Continuous Improvement.</a:t>
            </a:r>
          </a:p>
          <a:p>
            <a:pPr>
              <a:buFont typeface="Wingdings" pitchFamily="2" charset="2"/>
              <a:buChar char="ü"/>
            </a:pPr>
            <a:r>
              <a:rPr lang="en-US" sz="4500" dirty="0" smtClean="0">
                <a:latin typeface="Times New Roman" pitchFamily="18" charset="0"/>
                <a:cs typeface="Times New Roman" pitchFamily="18" charset="0"/>
              </a:rPr>
              <a:t>Employee Assistance Programs (EAPs). </a:t>
            </a:r>
          </a:p>
          <a:p>
            <a:pPr>
              <a:buFont typeface="Wingdings" pitchFamily="2" charset="2"/>
              <a:buChar char="ü"/>
            </a:pPr>
            <a:r>
              <a:rPr lang="en-US" sz="4500" dirty="0" smtClean="0">
                <a:latin typeface="Times New Roman" pitchFamily="18" charset="0"/>
                <a:cs typeface="Times New Roman" pitchFamily="18" charset="0"/>
              </a:rPr>
              <a:t>Start-up-Like Culture. </a:t>
            </a:r>
          </a:p>
          <a:p>
            <a:pPr>
              <a:buFont typeface="Wingdings" pitchFamily="2" charset="2"/>
              <a:buChar char="ü"/>
            </a:pPr>
            <a:r>
              <a:rPr lang="en-US" sz="4500" dirty="0" smtClean="0">
                <a:latin typeface="Times New Roman" pitchFamily="18" charset="0"/>
                <a:cs typeface="Times New Roman" pitchFamily="18" charset="0"/>
              </a:rPr>
              <a:t>Employee Engagement Platforms. </a:t>
            </a:r>
          </a:p>
          <a:p>
            <a:pPr>
              <a:buFont typeface="Wingdings" pitchFamily="2" charset="2"/>
              <a:buChar char="ü"/>
            </a:pPr>
            <a:r>
              <a:rPr lang="en-US" sz="4500" dirty="0" err="1" smtClean="0">
                <a:latin typeface="Times New Roman" pitchFamily="18" charset="0"/>
                <a:cs typeface="Times New Roman" pitchFamily="18" charset="0"/>
              </a:rPr>
              <a:t>Gamification</a:t>
            </a:r>
            <a:r>
              <a:rPr lang="en-US" sz="45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ü"/>
            </a:pPr>
            <a:r>
              <a:rPr lang="en-US" sz="4500" dirty="0" smtClean="0">
                <a:latin typeface="Times New Roman" pitchFamily="18" charset="0"/>
                <a:cs typeface="Times New Roman" pitchFamily="18" charset="0"/>
              </a:rPr>
              <a:t>HR Analytics. 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 </a:t>
            </a:r>
            <a:endParaRPr lang="en-US" b="1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243</Words>
  <Application>Microsoft Office PowerPoint</Application>
  <PresentationFormat>On-screen Show (4:3)</PresentationFormat>
  <Paragraphs>53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Human Resource Management and Innovations</vt:lpstr>
      <vt:lpstr>INNOVATION</vt:lpstr>
      <vt:lpstr>Factors Affecting the Innovation Process in Organizations</vt:lpstr>
      <vt:lpstr>Slide 4</vt:lpstr>
      <vt:lpstr>Current Trends in Human Resource Management Innovation </vt:lpstr>
      <vt:lpstr>Innovative HRM Practices in India</vt:lpstr>
      <vt:lpstr>Sustainable and Innovative H R M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 Management and Innovations</dc:title>
  <dc:creator>HP</dc:creator>
  <cp:lastModifiedBy>HP</cp:lastModifiedBy>
  <cp:revision>8</cp:revision>
  <dcterms:created xsi:type="dcterms:W3CDTF">2006-08-16T00:00:00Z</dcterms:created>
  <dcterms:modified xsi:type="dcterms:W3CDTF">2025-07-19T07:58:52Z</dcterms:modified>
</cp:coreProperties>
</file>