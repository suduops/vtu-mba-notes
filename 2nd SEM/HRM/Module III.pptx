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02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subTitle" idx="1"/>
          </p:nvPr>
        </p:nvSpPr>
        <p:spPr>
          <a:xfrm>
            <a:off x="228600" y="228600"/>
            <a:ext cx="8610600" cy="6400800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MODULE  - III</a:t>
            </a:r>
          </a:p>
          <a:p>
            <a:pPr algn="just"/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Compensation and Benefits: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Introduction, Definitions, Total Compensation, Total Rewards System, Forms of Pay, External and Internal Factors, Establishing Pay Rates, Employee Benefits.</a:t>
            </a:r>
          </a:p>
          <a:p>
            <a:pPr algn="just"/>
            <a:r>
              <a:rPr lang="en-US" sz="28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Performance Management and Appraisal: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Objectives of Performance Management, Performance Management and Performance Appraisal, Common Problems with Performance Appraisals, Performance Management Process, Types of Performance Rating Systems, Future of Performance Management.</a:t>
            </a:r>
          </a:p>
          <a:p>
            <a:pPr algn="just"/>
            <a:r>
              <a:rPr lang="en-US" sz="28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Industrial Relations: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Decent Workplace, International Labor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Industrial Relations, The Objectives of Industrial Relations, Approaches of Industrial Relations Systems, The Actors in Industrial Relations, Indian Context, Industrial Relations and Human Resource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Management.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99059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COMPENSATION AND BENEFITS </a:t>
            </a:r>
            <a:r>
              <a:rPr lang="en-US" b="1" dirty="0" smtClean="0">
                <a:solidFill>
                  <a:srgbClr val="FF0000"/>
                </a:solidFill>
              </a:rPr>
              <a:t>	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371600"/>
            <a:ext cx="8001000" cy="4953000"/>
          </a:xfrm>
        </p:spPr>
        <p:txBody>
          <a:bodyPr/>
          <a:lstStyle/>
          <a:p>
            <a:pPr algn="just"/>
            <a:r>
              <a:rPr lang="en-US" dirty="0" smtClean="0"/>
              <a:t>	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Compensation and benefits are the key factors in attracting and keeping the best human capital and ensuring that organization has the competitive edge in the increasing competitive world.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It is an Integral part of human resource management which helps in motivating the employees and improving organizational effectiveness.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15000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It is a total of all rewards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recognisation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provided to employees by the employers in returns to their mental and physical sacrifice to the betterment of the company.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It is a systematic approach to providing monitory and non- monitory values / benefits to employees in exchange for work performed.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COMPENSATION SYSTEM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/>
          <a:lstStyle/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962400" y="2362200"/>
            <a:ext cx="533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962400" y="2895600"/>
            <a:ext cx="6096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0" y="2209800"/>
            <a:ext cx="152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Direct Pay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895600"/>
            <a:ext cx="1524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Indirect Pay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019800" y="1905000"/>
            <a:ext cx="685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19800" y="25908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781800" y="15240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US" dirty="0" smtClean="0"/>
              <a:t> Pay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781800" y="22860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</a:t>
            </a:r>
            <a:r>
              <a:rPr lang="en-US" dirty="0" smtClean="0"/>
              <a:t> Pay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rot="10800000" flipV="1">
            <a:off x="4038600" y="3429000"/>
            <a:ext cx="838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38400" y="3657600"/>
            <a:ext cx="2514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Protection (Insurance ) Programs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rot="16200000" flipH="1">
            <a:off x="6057900" y="3467100"/>
            <a:ext cx="3048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324600" y="3657600"/>
            <a:ext cx="2209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Pay for time not worked.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81000" y="2590800"/>
            <a:ext cx="3581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AutoNum type="arabicPeriod"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Financial Benefits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257800"/>
            <a:ext cx="3505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Non - Financial Benefits</a:t>
            </a:r>
          </a:p>
        </p:txBody>
      </p:sp>
      <p:cxnSp>
        <p:nvCxnSpPr>
          <p:cNvPr id="33" name="Straight Arrow Connector 32"/>
          <p:cNvCxnSpPr>
            <a:stCxn id="31" idx="3"/>
          </p:cNvCxnSpPr>
          <p:nvPr/>
        </p:nvCxnSpPr>
        <p:spPr>
          <a:xfrm flipV="1">
            <a:off x="3886200" y="5487988"/>
            <a:ext cx="1447800" cy="36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34000" y="5257800"/>
            <a:ext cx="3124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Praises and Rewards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>
            <a:stCxn id="31" idx="3"/>
          </p:cNvCxnSpPr>
          <p:nvPr/>
        </p:nvCxnSpPr>
        <p:spPr>
          <a:xfrm>
            <a:off x="3886200" y="5524500"/>
            <a:ext cx="14478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334000" y="6019800"/>
            <a:ext cx="3124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Satisfaction Derived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FACTORS AFFECTING COMPENSATION SYSTEM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648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6402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Internal Factors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External Factors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Ability to Pay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Labour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Market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Compensation Policy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Going Rate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Job Description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Cost of Living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Performance Appraisal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Labour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Unions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Employee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Labour</a:t>
                      </a:r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Laws.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64029"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Legal Requirements.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Employee Benefits </a:t>
            </a:r>
            <a:r>
              <a:rPr lang="en-US" dirty="0" smtClean="0"/>
              <a:t>	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Employee Benefits, also known as perks or fringe benefits, are provided to employees over and above salaries and wages. These are the Job and Career related benefits. Includes :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Achievements, Awards and Recognition. 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Social Security.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Perks and Bonuses.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Pay Rises.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Employees Allowances.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Protection Allowances(Health Insurance).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Paid Vacation.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Sufficient Meal Breaks.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  COMPENSATION AND BENEFITS   </vt:lpstr>
      <vt:lpstr>Slide 3</vt:lpstr>
      <vt:lpstr>TYPES OF COMPENSATION SYSTEM</vt:lpstr>
      <vt:lpstr>FACTORS AFFECTING COMPENSATION SYSTEM</vt:lpstr>
      <vt:lpstr> Employee Benefits  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Compensation and Benefits   </dc:title>
  <dc:creator>vtu</dc:creator>
  <cp:lastModifiedBy>HP</cp:lastModifiedBy>
  <cp:revision>16</cp:revision>
  <dcterms:created xsi:type="dcterms:W3CDTF">2006-08-16T00:00:00Z</dcterms:created>
  <dcterms:modified xsi:type="dcterms:W3CDTF">2025-06-06T04:46:38Z</dcterms:modified>
</cp:coreProperties>
</file>