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1" r:id="rId6"/>
    <p:sldId id="260" r:id="rId7"/>
    <p:sldId id="262" r:id="rId8"/>
    <p:sldId id="263" r:id="rId9"/>
    <p:sldId id="264" r:id="rId10"/>
    <p:sldId id="270" r:id="rId11"/>
    <p:sldId id="271" r:id="rId12"/>
    <p:sldId id="272" r:id="rId13"/>
    <p:sldId id="265" r:id="rId14"/>
    <p:sldId id="266" r:id="rId15"/>
    <p:sldId id="273" r:id="rId16"/>
    <p:sldId id="269" r:id="rId17"/>
    <p:sldId id="268" r:id="rId18"/>
    <p:sldId id="274" r:id="rId19"/>
    <p:sldId id="275" r:id="rId20"/>
    <p:sldId id="276" r:id="rId21"/>
    <p:sldId id="278" r:id="rId22"/>
    <p:sldId id="279" r:id="rId23"/>
    <p:sldId id="280" r:id="rId24"/>
    <p:sldId id="281" r:id="rId25"/>
    <p:sldId id="28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Ganagi" userId="696741978f092c3b" providerId="LiveId" clId="{0B92499B-9227-4803-B868-33E795122FB2}"/>
    <pc:docChg chg="undo redo custSel addSld delSld modSld">
      <pc:chgData name="Mahesh Ganagi" userId="696741978f092c3b" providerId="LiveId" clId="{0B92499B-9227-4803-B868-33E795122FB2}" dt="2025-06-01T18:40:01.757" v="2084"/>
      <pc:docMkLst>
        <pc:docMk/>
      </pc:docMkLst>
      <pc:sldChg chg="modSp new mod modAnim">
        <pc:chgData name="Mahesh Ganagi" userId="696741978f092c3b" providerId="LiveId" clId="{0B92499B-9227-4803-B868-33E795122FB2}" dt="2025-05-27T17:15:45.803" v="276"/>
        <pc:sldMkLst>
          <pc:docMk/>
          <pc:sldMk cId="561551766" sldId="256"/>
        </pc:sldMkLst>
        <pc:spChg chg="mod">
          <ac:chgData name="Mahesh Ganagi" userId="696741978f092c3b" providerId="LiveId" clId="{0B92499B-9227-4803-B868-33E795122FB2}" dt="2025-05-27T15:17:31.181" v="11" actId="1076"/>
          <ac:spMkLst>
            <pc:docMk/>
            <pc:sldMk cId="561551766" sldId="256"/>
            <ac:spMk id="2" creationId="{4AE2970C-3FF5-1964-E190-B377492665D9}"/>
          </ac:spMkLst>
        </pc:spChg>
        <pc:spChg chg="mod">
          <ac:chgData name="Mahesh Ganagi" userId="696741978f092c3b" providerId="LiveId" clId="{0B92499B-9227-4803-B868-33E795122FB2}" dt="2025-05-27T15:20:06.964" v="31" actId="113"/>
          <ac:spMkLst>
            <pc:docMk/>
            <pc:sldMk cId="561551766" sldId="256"/>
            <ac:spMk id="3" creationId="{E864C629-30F0-528E-6455-B158E7154F95}"/>
          </ac:spMkLst>
        </pc:spChg>
      </pc:sldChg>
      <pc:sldChg chg="addSp delSp modSp new mod modAnim">
        <pc:chgData name="Mahesh Ganagi" userId="696741978f092c3b" providerId="LiveId" clId="{0B92499B-9227-4803-B868-33E795122FB2}" dt="2025-05-27T17:15:52.332" v="277"/>
        <pc:sldMkLst>
          <pc:docMk/>
          <pc:sldMk cId="3200556095" sldId="257"/>
        </pc:sldMkLst>
        <pc:spChg chg="mod">
          <ac:chgData name="Mahesh Ganagi" userId="696741978f092c3b" providerId="LiveId" clId="{0B92499B-9227-4803-B868-33E795122FB2}" dt="2025-05-27T15:38:37.788" v="136" actId="114"/>
          <ac:spMkLst>
            <pc:docMk/>
            <pc:sldMk cId="3200556095" sldId="257"/>
            <ac:spMk id="3" creationId="{A5806975-5E98-2AE6-1210-4FE57B3B316B}"/>
          </ac:spMkLst>
        </pc:spChg>
        <pc:spChg chg="add mod">
          <ac:chgData name="Mahesh Ganagi" userId="696741978f092c3b" providerId="LiveId" clId="{0B92499B-9227-4803-B868-33E795122FB2}" dt="2025-05-27T15:25:24.144" v="46"/>
          <ac:spMkLst>
            <pc:docMk/>
            <pc:sldMk cId="3200556095" sldId="257"/>
            <ac:spMk id="6" creationId="{09189447-CA35-1EA5-79FA-2973FDECA615}"/>
          </ac:spMkLst>
        </pc:spChg>
      </pc:sldChg>
      <pc:sldChg chg="addSp delSp modSp new mod modAnim">
        <pc:chgData name="Mahesh Ganagi" userId="696741978f092c3b" providerId="LiveId" clId="{0B92499B-9227-4803-B868-33E795122FB2}" dt="2025-05-27T17:16:02.682" v="279"/>
        <pc:sldMkLst>
          <pc:docMk/>
          <pc:sldMk cId="2490242804" sldId="258"/>
        </pc:sldMkLst>
        <pc:spChg chg="mod">
          <ac:chgData name="Mahesh Ganagi" userId="696741978f092c3b" providerId="LiveId" clId="{0B92499B-9227-4803-B868-33E795122FB2}" dt="2025-05-27T16:39:48.904" v="147" actId="113"/>
          <ac:spMkLst>
            <pc:docMk/>
            <pc:sldMk cId="2490242804" sldId="258"/>
            <ac:spMk id="3" creationId="{6BA5B723-1008-8AD0-8060-F7CA0567BF53}"/>
          </ac:spMkLst>
        </pc:spChg>
        <pc:spChg chg="add mod">
          <ac:chgData name="Mahesh Ganagi" userId="696741978f092c3b" providerId="LiveId" clId="{0B92499B-9227-4803-B868-33E795122FB2}" dt="2025-05-27T15:28:33.246" v="98" actId="27636"/>
          <ac:spMkLst>
            <pc:docMk/>
            <pc:sldMk cId="2490242804" sldId="258"/>
            <ac:spMk id="4" creationId="{D9BE263F-8612-C481-A9EB-86AAF218F019}"/>
          </ac:spMkLst>
        </pc:spChg>
      </pc:sldChg>
      <pc:sldChg chg="modSp add mod modAnim">
        <pc:chgData name="Mahesh Ganagi" userId="696741978f092c3b" providerId="LiveId" clId="{0B92499B-9227-4803-B868-33E795122FB2}" dt="2025-05-27T17:15:57.628" v="278"/>
        <pc:sldMkLst>
          <pc:docMk/>
          <pc:sldMk cId="568392077" sldId="259"/>
        </pc:sldMkLst>
        <pc:spChg chg="mod">
          <ac:chgData name="Mahesh Ganagi" userId="696741978f092c3b" providerId="LiveId" clId="{0B92499B-9227-4803-B868-33E795122FB2}" dt="2025-05-27T15:38:45.911" v="138" actId="114"/>
          <ac:spMkLst>
            <pc:docMk/>
            <pc:sldMk cId="568392077" sldId="259"/>
            <ac:spMk id="3" creationId="{2E02517B-9BDA-5937-5699-59D403A3A702}"/>
          </ac:spMkLst>
        </pc:spChg>
      </pc:sldChg>
      <pc:sldChg chg="addSp delSp modSp new mod">
        <pc:chgData name="Mahesh Ganagi" userId="696741978f092c3b" providerId="LiveId" clId="{0B92499B-9227-4803-B868-33E795122FB2}" dt="2025-05-27T16:59:55.918" v="155" actId="14100"/>
        <pc:sldMkLst>
          <pc:docMk/>
          <pc:sldMk cId="1969595370" sldId="260"/>
        </pc:sldMkLst>
        <pc:picChg chg="add mod">
          <ac:chgData name="Mahesh Ganagi" userId="696741978f092c3b" providerId="LiveId" clId="{0B92499B-9227-4803-B868-33E795122FB2}" dt="2025-05-27T16:59:55.918" v="155" actId="14100"/>
          <ac:picMkLst>
            <pc:docMk/>
            <pc:sldMk cId="1969595370" sldId="260"/>
            <ac:picMk id="5" creationId="{BB5C7A83-2775-0393-F49F-3D171FE573A6}"/>
          </ac:picMkLst>
        </pc:picChg>
      </pc:sldChg>
      <pc:sldChg chg="addSp delSp modSp new mod modAnim">
        <pc:chgData name="Mahesh Ganagi" userId="696741978f092c3b" providerId="LiveId" clId="{0B92499B-9227-4803-B868-33E795122FB2}" dt="2025-05-27T17:16:13.445" v="280"/>
        <pc:sldMkLst>
          <pc:docMk/>
          <pc:sldMk cId="3641047497" sldId="261"/>
        </pc:sldMkLst>
        <pc:spChg chg="mod">
          <ac:chgData name="Mahesh Ganagi" userId="696741978f092c3b" providerId="LiveId" clId="{0B92499B-9227-4803-B868-33E795122FB2}" dt="2025-05-27T17:05:38.601" v="207" actId="113"/>
          <ac:spMkLst>
            <pc:docMk/>
            <pc:sldMk cId="3641047497" sldId="261"/>
            <ac:spMk id="3" creationId="{60B92F39-7130-6DDF-EFB1-C372F64BBBEE}"/>
          </ac:spMkLst>
        </pc:spChg>
        <pc:spChg chg="add mod">
          <ac:chgData name="Mahesh Ganagi" userId="696741978f092c3b" providerId="LiveId" clId="{0B92499B-9227-4803-B868-33E795122FB2}" dt="2025-05-27T17:00:48.180" v="177"/>
          <ac:spMkLst>
            <pc:docMk/>
            <pc:sldMk cId="3641047497" sldId="261"/>
            <ac:spMk id="4" creationId="{F36EECA4-622A-678E-E753-C12EBDE338A2}"/>
          </ac:spMkLst>
        </pc:spChg>
      </pc:sldChg>
      <pc:sldChg chg="addSp delSp modSp new mod modAnim">
        <pc:chgData name="Mahesh Ganagi" userId="696741978f092c3b" providerId="LiveId" clId="{0B92499B-9227-4803-B868-33E795122FB2}" dt="2025-05-27T17:16:22.779" v="281"/>
        <pc:sldMkLst>
          <pc:docMk/>
          <pc:sldMk cId="3179185623" sldId="262"/>
        </pc:sldMkLst>
        <pc:spChg chg="mod">
          <ac:chgData name="Mahesh Ganagi" userId="696741978f092c3b" providerId="LiveId" clId="{0B92499B-9227-4803-B868-33E795122FB2}" dt="2025-05-27T17:15:32.523" v="275" actId="12"/>
          <ac:spMkLst>
            <pc:docMk/>
            <pc:sldMk cId="3179185623" sldId="262"/>
            <ac:spMk id="3" creationId="{F031967B-F0D6-9376-87B2-7EE12A0A8017}"/>
          </ac:spMkLst>
        </pc:spChg>
        <pc:spChg chg="add mod">
          <ac:chgData name="Mahesh Ganagi" userId="696741978f092c3b" providerId="LiveId" clId="{0B92499B-9227-4803-B868-33E795122FB2}" dt="2025-05-27T17:14:29.967" v="242" actId="20577"/>
          <ac:spMkLst>
            <pc:docMk/>
            <pc:sldMk cId="3179185623" sldId="262"/>
            <ac:spMk id="4" creationId="{4BA77D65-4C6E-F684-3CB7-D2F9874484BD}"/>
          </ac:spMkLst>
        </pc:spChg>
      </pc:sldChg>
      <pc:sldChg chg="addSp delSp modSp new mod modAnim">
        <pc:chgData name="Mahesh Ganagi" userId="696741978f092c3b" providerId="LiveId" clId="{0B92499B-9227-4803-B868-33E795122FB2}" dt="2025-05-28T07:42:03.933" v="1070" actId="2710"/>
        <pc:sldMkLst>
          <pc:docMk/>
          <pc:sldMk cId="248609590" sldId="263"/>
        </pc:sldMkLst>
        <pc:spChg chg="mod">
          <ac:chgData name="Mahesh Ganagi" userId="696741978f092c3b" providerId="LiveId" clId="{0B92499B-9227-4803-B868-33E795122FB2}" dt="2025-05-28T07:42:03.933" v="1070" actId="2710"/>
          <ac:spMkLst>
            <pc:docMk/>
            <pc:sldMk cId="248609590" sldId="263"/>
            <ac:spMk id="3" creationId="{E07F433C-3509-99E1-7C3D-6669F666A8E2}"/>
          </ac:spMkLst>
        </pc:spChg>
        <pc:spChg chg="add mod">
          <ac:chgData name="Mahesh Ganagi" userId="696741978f092c3b" providerId="LiveId" clId="{0B92499B-9227-4803-B868-33E795122FB2}" dt="2025-05-27T18:21:18.176" v="288"/>
          <ac:spMkLst>
            <pc:docMk/>
            <pc:sldMk cId="248609590" sldId="263"/>
            <ac:spMk id="4" creationId="{A31DBF06-4B78-5710-40CA-0F8B4F9B5047}"/>
          </ac:spMkLst>
        </pc:spChg>
      </pc:sldChg>
      <pc:sldChg chg="addSp delSp modSp new mod modAnim">
        <pc:chgData name="Mahesh Ganagi" userId="696741978f092c3b" providerId="LiveId" clId="{0B92499B-9227-4803-B868-33E795122FB2}" dt="2025-05-28T09:33:31.569" v="1093" actId="6549"/>
        <pc:sldMkLst>
          <pc:docMk/>
          <pc:sldMk cId="2292721964" sldId="264"/>
        </pc:sldMkLst>
        <pc:spChg chg="mod">
          <ac:chgData name="Mahesh Ganagi" userId="696741978f092c3b" providerId="LiveId" clId="{0B92499B-9227-4803-B868-33E795122FB2}" dt="2025-05-28T09:33:31.569" v="1093" actId="6549"/>
          <ac:spMkLst>
            <pc:docMk/>
            <pc:sldMk cId="2292721964" sldId="264"/>
            <ac:spMk id="3" creationId="{EAC371A7-3408-740B-4D3A-32F87AFC1C5B}"/>
          </ac:spMkLst>
        </pc:spChg>
        <pc:spChg chg="add mod">
          <ac:chgData name="Mahesh Ganagi" userId="696741978f092c3b" providerId="LiveId" clId="{0B92499B-9227-4803-B868-33E795122FB2}" dt="2025-05-27T18:35:45.686" v="312" actId="27636"/>
          <ac:spMkLst>
            <pc:docMk/>
            <pc:sldMk cId="2292721964" sldId="264"/>
            <ac:spMk id="4" creationId="{1C70A597-4BE8-A819-2465-CDEE405DD9B6}"/>
          </ac:spMkLst>
        </pc:spChg>
      </pc:sldChg>
      <pc:sldChg chg="addSp delSp modSp new mod modAnim">
        <pc:chgData name="Mahesh Ganagi" userId="696741978f092c3b" providerId="LiveId" clId="{0B92499B-9227-4803-B868-33E795122FB2}" dt="2025-05-28T07:43:16.617" v="1086"/>
        <pc:sldMkLst>
          <pc:docMk/>
          <pc:sldMk cId="4130149117" sldId="265"/>
        </pc:sldMkLst>
        <pc:spChg chg="mod">
          <ac:chgData name="Mahesh Ganagi" userId="696741978f092c3b" providerId="LiveId" clId="{0B92499B-9227-4803-B868-33E795122FB2}" dt="2025-05-28T06:39:24.579" v="357" actId="14100"/>
          <ac:spMkLst>
            <pc:docMk/>
            <pc:sldMk cId="4130149117" sldId="265"/>
            <ac:spMk id="3" creationId="{9F2C2573-507A-A731-7D93-F8BA3B6E6562}"/>
          </ac:spMkLst>
        </pc:spChg>
        <pc:spChg chg="add mod">
          <ac:chgData name="Mahesh Ganagi" userId="696741978f092c3b" providerId="LiveId" clId="{0B92499B-9227-4803-B868-33E795122FB2}" dt="2025-05-28T06:31:55.859" v="344" actId="27636"/>
          <ac:spMkLst>
            <pc:docMk/>
            <pc:sldMk cId="4130149117" sldId="265"/>
            <ac:spMk id="4" creationId="{2F1600B7-F9FF-E0F1-CD06-C18ED351EDF7}"/>
          </ac:spMkLst>
        </pc:spChg>
        <pc:spChg chg="add mod">
          <ac:chgData name="Mahesh Ganagi" userId="696741978f092c3b" providerId="LiveId" clId="{0B92499B-9227-4803-B868-33E795122FB2}" dt="2025-05-28T06:41:09.247" v="378" actId="113"/>
          <ac:spMkLst>
            <pc:docMk/>
            <pc:sldMk cId="4130149117" sldId="265"/>
            <ac:spMk id="7" creationId="{C37E25FB-ED0E-AC3E-38F6-5C3D38D9037F}"/>
          </ac:spMkLst>
        </pc:spChg>
        <pc:spChg chg="add mod">
          <ac:chgData name="Mahesh Ganagi" userId="696741978f092c3b" providerId="LiveId" clId="{0B92499B-9227-4803-B868-33E795122FB2}" dt="2025-05-28T06:43:28.261" v="394" actId="1076"/>
          <ac:spMkLst>
            <pc:docMk/>
            <pc:sldMk cId="4130149117" sldId="265"/>
            <ac:spMk id="8" creationId="{BD39349C-D842-C4E1-5C63-AA20BF035FF0}"/>
          </ac:spMkLst>
        </pc:spChg>
        <pc:spChg chg="add mod">
          <ac:chgData name="Mahesh Ganagi" userId="696741978f092c3b" providerId="LiveId" clId="{0B92499B-9227-4803-B868-33E795122FB2}" dt="2025-05-28T06:43:28.261" v="394" actId="1076"/>
          <ac:spMkLst>
            <pc:docMk/>
            <pc:sldMk cId="4130149117" sldId="265"/>
            <ac:spMk id="9" creationId="{E540FDA6-70EC-9CFD-49E4-41E85970FE8D}"/>
          </ac:spMkLst>
        </pc:spChg>
        <pc:spChg chg="add mod">
          <ac:chgData name="Mahesh Ganagi" userId="696741978f092c3b" providerId="LiveId" clId="{0B92499B-9227-4803-B868-33E795122FB2}" dt="2025-05-28T06:43:28.261" v="394" actId="1076"/>
          <ac:spMkLst>
            <pc:docMk/>
            <pc:sldMk cId="4130149117" sldId="265"/>
            <ac:spMk id="10" creationId="{9D5E7DE6-5EDF-3180-87C4-FEBEB03582D7}"/>
          </ac:spMkLst>
        </pc:spChg>
        <pc:cxnChg chg="add mod">
          <ac:chgData name="Mahesh Ganagi" userId="696741978f092c3b" providerId="LiveId" clId="{0B92499B-9227-4803-B868-33E795122FB2}" dt="2025-05-28T06:44:25.085" v="406" actId="14100"/>
          <ac:cxnSpMkLst>
            <pc:docMk/>
            <pc:sldMk cId="4130149117" sldId="265"/>
            <ac:cxnSpMk id="12" creationId="{6B4D7F01-0700-4BF8-1F14-568B537D93FF}"/>
          </ac:cxnSpMkLst>
        </pc:cxnChg>
        <pc:cxnChg chg="add mod">
          <ac:chgData name="Mahesh Ganagi" userId="696741978f092c3b" providerId="LiveId" clId="{0B92499B-9227-4803-B868-33E795122FB2}" dt="2025-05-28T06:44:06.652" v="403" actId="13822"/>
          <ac:cxnSpMkLst>
            <pc:docMk/>
            <pc:sldMk cId="4130149117" sldId="265"/>
            <ac:cxnSpMk id="14" creationId="{F340F3ED-3A32-778B-C7D4-4BB340984562}"/>
          </ac:cxnSpMkLst>
        </pc:cxnChg>
        <pc:cxnChg chg="add mod">
          <ac:chgData name="Mahesh Ganagi" userId="696741978f092c3b" providerId="LiveId" clId="{0B92499B-9227-4803-B868-33E795122FB2}" dt="2025-05-28T06:44:18.301" v="405" actId="13822"/>
          <ac:cxnSpMkLst>
            <pc:docMk/>
            <pc:sldMk cId="4130149117" sldId="265"/>
            <ac:cxnSpMk id="16" creationId="{12CD224C-CFB4-EC10-0240-924BEEC42049}"/>
          </ac:cxnSpMkLst>
        </pc:cxnChg>
      </pc:sldChg>
      <pc:sldChg chg="delSp modSp new mod modAnim">
        <pc:chgData name="Mahesh Ganagi" userId="696741978f092c3b" providerId="LiveId" clId="{0B92499B-9227-4803-B868-33E795122FB2}" dt="2025-05-28T07:43:34.043" v="1087"/>
        <pc:sldMkLst>
          <pc:docMk/>
          <pc:sldMk cId="1265887705" sldId="266"/>
        </pc:sldMkLst>
        <pc:spChg chg="mod">
          <ac:chgData name="Mahesh Ganagi" userId="696741978f092c3b" providerId="LiveId" clId="{0B92499B-9227-4803-B868-33E795122FB2}" dt="2025-05-28T06:59:23.667" v="463" actId="27636"/>
          <ac:spMkLst>
            <pc:docMk/>
            <pc:sldMk cId="1265887705" sldId="266"/>
            <ac:spMk id="3" creationId="{03E9FEE9-CC95-2429-3A1A-F8CB13F04038}"/>
          </ac:spMkLst>
        </pc:spChg>
      </pc:sldChg>
      <pc:sldChg chg="addSp delSp modSp new del mod delAnim modAnim chgLayout">
        <pc:chgData name="Mahesh Ganagi" userId="696741978f092c3b" providerId="LiveId" clId="{0B92499B-9227-4803-B868-33E795122FB2}" dt="2025-06-01T16:13:52.047" v="1779" actId="47"/>
        <pc:sldMkLst>
          <pc:docMk/>
          <pc:sldMk cId="727429907" sldId="267"/>
        </pc:sldMkLst>
        <pc:spChg chg="del mod ord">
          <ac:chgData name="Mahesh Ganagi" userId="696741978f092c3b" providerId="LiveId" clId="{0B92499B-9227-4803-B868-33E795122FB2}" dt="2025-06-01T16:04:51.924" v="1342" actId="21"/>
          <ac:spMkLst>
            <pc:docMk/>
            <pc:sldMk cId="727429907" sldId="267"/>
            <ac:spMk id="2" creationId="{4E79C6AB-AC49-EBE9-ACE3-0E546E42C98B}"/>
          </ac:spMkLst>
        </pc:spChg>
        <pc:spChg chg="add del mod">
          <ac:chgData name="Mahesh Ganagi" userId="696741978f092c3b" providerId="LiveId" clId="{0B92499B-9227-4803-B868-33E795122FB2}" dt="2025-06-01T16:12:06.381" v="1525" actId="478"/>
          <ac:spMkLst>
            <pc:docMk/>
            <pc:sldMk cId="727429907" sldId="267"/>
            <ac:spMk id="5" creationId="{013BCC64-8288-2832-141B-12046BC61D15}"/>
          </ac:spMkLst>
        </pc:spChg>
        <pc:spChg chg="add del mod">
          <ac:chgData name="Mahesh Ganagi" userId="696741978f092c3b" providerId="LiveId" clId="{0B92499B-9227-4803-B868-33E795122FB2}" dt="2025-06-01T16:12:01.813" v="1524" actId="478"/>
          <ac:spMkLst>
            <pc:docMk/>
            <pc:sldMk cId="727429907" sldId="267"/>
            <ac:spMk id="7" creationId="{84811203-D8D6-6A80-FC7F-397D1595D712}"/>
          </ac:spMkLst>
        </pc:spChg>
        <pc:spChg chg="add del mod">
          <ac:chgData name="Mahesh Ganagi" userId="696741978f092c3b" providerId="LiveId" clId="{0B92499B-9227-4803-B868-33E795122FB2}" dt="2025-06-01T16:13:43.374" v="1776" actId="21"/>
          <ac:spMkLst>
            <pc:docMk/>
            <pc:sldMk cId="727429907" sldId="267"/>
            <ac:spMk id="8" creationId="{6A4E7C26-C5E4-AEFC-CCFE-039FFB4C157C}"/>
          </ac:spMkLst>
        </pc:spChg>
        <pc:picChg chg="add del mod ord">
          <ac:chgData name="Mahesh Ganagi" userId="696741978f092c3b" providerId="LiveId" clId="{0B92499B-9227-4803-B868-33E795122FB2}" dt="2025-06-01T16:08:08.471" v="1374" actId="478"/>
          <ac:picMkLst>
            <pc:docMk/>
            <pc:sldMk cId="727429907" sldId="267"/>
            <ac:picMk id="4" creationId="{5E15F76E-C907-7DF6-E21C-ED3A78CC4324}"/>
          </ac:picMkLst>
        </pc:picChg>
      </pc:sldChg>
      <pc:sldChg chg="addSp delSp modSp new mod modAnim">
        <pc:chgData name="Mahesh Ganagi" userId="696741978f092c3b" providerId="LiveId" clId="{0B92499B-9227-4803-B868-33E795122FB2}" dt="2025-05-28T07:43:51.631" v="1090"/>
        <pc:sldMkLst>
          <pc:docMk/>
          <pc:sldMk cId="4268224307" sldId="268"/>
        </pc:sldMkLst>
        <pc:picChg chg="add mod">
          <ac:chgData name="Mahesh Ganagi" userId="696741978f092c3b" providerId="LiveId" clId="{0B92499B-9227-4803-B868-33E795122FB2}" dt="2025-05-28T07:05:24.431" v="474" actId="14100"/>
          <ac:picMkLst>
            <pc:docMk/>
            <pc:sldMk cId="4268224307" sldId="268"/>
            <ac:picMk id="5" creationId="{83BDF897-61F2-8B72-E523-8BEF2676CAD2}"/>
          </ac:picMkLst>
        </pc:picChg>
      </pc:sldChg>
      <pc:sldChg chg="addSp delSp modSp new mod modAnim">
        <pc:chgData name="Mahesh Ganagi" userId="696741978f092c3b" providerId="LiveId" clId="{0B92499B-9227-4803-B868-33E795122FB2}" dt="2025-05-28T07:43:47.648" v="1089"/>
        <pc:sldMkLst>
          <pc:docMk/>
          <pc:sldMk cId="2625503793" sldId="269"/>
        </pc:sldMkLst>
        <pc:picChg chg="add mod">
          <ac:chgData name="Mahesh Ganagi" userId="696741978f092c3b" providerId="LiveId" clId="{0B92499B-9227-4803-B868-33E795122FB2}" dt="2025-05-28T07:10:32.215" v="485" actId="14100"/>
          <ac:picMkLst>
            <pc:docMk/>
            <pc:sldMk cId="2625503793" sldId="269"/>
            <ac:picMk id="5" creationId="{2E9C6D18-C64D-F187-7615-771FA4ABCB18}"/>
          </ac:picMkLst>
        </pc:picChg>
      </pc:sldChg>
      <pc:sldChg chg="addSp delSp modSp new mod modAnim">
        <pc:chgData name="Mahesh Ganagi" userId="696741978f092c3b" providerId="LiveId" clId="{0B92499B-9227-4803-B868-33E795122FB2}" dt="2025-05-28T07:42:10.487" v="1071"/>
        <pc:sldMkLst>
          <pc:docMk/>
          <pc:sldMk cId="3245676499" sldId="270"/>
        </pc:sldMkLst>
        <pc:spChg chg="mod">
          <ac:chgData name="Mahesh Ganagi" userId="696741978f092c3b" providerId="LiveId" clId="{0B92499B-9227-4803-B868-33E795122FB2}" dt="2025-05-28T07:23:45.674" v="720" actId="403"/>
          <ac:spMkLst>
            <pc:docMk/>
            <pc:sldMk cId="3245676499" sldId="270"/>
            <ac:spMk id="3" creationId="{E057F5FD-BA36-9344-32EA-FABDB802F912}"/>
          </ac:spMkLst>
        </pc:spChg>
        <pc:spChg chg="add mod">
          <ac:chgData name="Mahesh Ganagi" userId="696741978f092c3b" providerId="LiveId" clId="{0B92499B-9227-4803-B868-33E795122FB2}" dt="2025-05-28T07:21:19.282" v="493" actId="27636"/>
          <ac:spMkLst>
            <pc:docMk/>
            <pc:sldMk cId="3245676499" sldId="270"/>
            <ac:spMk id="4" creationId="{9D03183C-6B9A-4AF8-7E82-3B3EBB8690A9}"/>
          </ac:spMkLst>
        </pc:spChg>
      </pc:sldChg>
      <pc:sldChg chg="addSp delSp modSp new mod modAnim">
        <pc:chgData name="Mahesh Ganagi" userId="696741978f092c3b" providerId="LiveId" clId="{0B92499B-9227-4803-B868-33E795122FB2}" dt="2025-05-28T07:46:17.289" v="1092"/>
        <pc:sldMkLst>
          <pc:docMk/>
          <pc:sldMk cId="839314899" sldId="271"/>
        </pc:sldMkLst>
        <pc:spChg chg="mod">
          <ac:chgData name="Mahesh Ganagi" userId="696741978f092c3b" providerId="LiveId" clId="{0B92499B-9227-4803-B868-33E795122FB2}" dt="2025-05-28T07:41:51.790" v="1068" actId="2710"/>
          <ac:spMkLst>
            <pc:docMk/>
            <pc:sldMk cId="839314899" sldId="271"/>
            <ac:spMk id="3" creationId="{D7DC744D-5C05-A1DA-A653-8A8AF2AB59C9}"/>
          </ac:spMkLst>
        </pc:spChg>
        <pc:spChg chg="add mod">
          <ac:chgData name="Mahesh Ganagi" userId="696741978f092c3b" providerId="LiveId" clId="{0B92499B-9227-4803-B868-33E795122FB2}" dt="2025-05-28T07:46:17.289" v="1092"/>
          <ac:spMkLst>
            <pc:docMk/>
            <pc:sldMk cId="839314899" sldId="271"/>
            <ac:spMk id="4" creationId="{E942B3DC-954A-5C28-9AC0-12EE01A5DC4A}"/>
          </ac:spMkLst>
        </pc:spChg>
      </pc:sldChg>
      <pc:sldChg chg="addSp delSp modSp new mod modAnim">
        <pc:chgData name="Mahesh Ganagi" userId="696741978f092c3b" providerId="LiveId" clId="{0B92499B-9227-4803-B868-33E795122FB2}" dt="2025-05-28T07:42:22.971" v="1073"/>
        <pc:sldMkLst>
          <pc:docMk/>
          <pc:sldMk cId="651651837" sldId="272"/>
        </pc:sldMkLst>
        <pc:spChg chg="add del mod">
          <ac:chgData name="Mahesh Ganagi" userId="696741978f092c3b" providerId="LiveId" clId="{0B92499B-9227-4803-B868-33E795122FB2}" dt="2025-05-28T07:41:39.309" v="1064" actId="12"/>
          <ac:spMkLst>
            <pc:docMk/>
            <pc:sldMk cId="651651837" sldId="272"/>
            <ac:spMk id="3" creationId="{EDEADB7C-ED8E-6F71-AC51-D98B4CB88102}"/>
          </ac:spMkLst>
        </pc:spChg>
        <pc:spChg chg="add mod">
          <ac:chgData name="Mahesh Ganagi" userId="696741978f092c3b" providerId="LiveId" clId="{0B92499B-9227-4803-B868-33E795122FB2}" dt="2025-05-28T07:39:36.873" v="873" actId="20577"/>
          <ac:spMkLst>
            <pc:docMk/>
            <pc:sldMk cId="651651837" sldId="272"/>
            <ac:spMk id="4" creationId="{18524231-CB70-B1A2-88EB-6AED63D985D6}"/>
          </ac:spMkLst>
        </pc:spChg>
      </pc:sldChg>
      <pc:sldChg chg="addSp delSp modSp new mod addAnim delAnim modAnim">
        <pc:chgData name="Mahesh Ganagi" userId="696741978f092c3b" providerId="LiveId" clId="{0B92499B-9227-4803-B868-33E795122FB2}" dt="2025-06-01T18:40:01.757" v="2084"/>
        <pc:sldMkLst>
          <pc:docMk/>
          <pc:sldMk cId="1044067165" sldId="273"/>
        </pc:sldMkLst>
        <pc:spChg chg="del">
          <ac:chgData name="Mahesh Ganagi" userId="696741978f092c3b" providerId="LiveId" clId="{0B92499B-9227-4803-B868-33E795122FB2}" dt="2025-06-01T16:04:54.961" v="1343" actId="478"/>
          <ac:spMkLst>
            <pc:docMk/>
            <pc:sldMk cId="1044067165" sldId="273"/>
            <ac:spMk id="2" creationId="{A4232FCF-2FE5-B725-3DC1-CECFA49D8F84}"/>
          </ac:spMkLst>
        </pc:spChg>
        <pc:spChg chg="add del mod">
          <ac:chgData name="Mahesh Ganagi" userId="696741978f092c3b" providerId="LiveId" clId="{0B92499B-9227-4803-B868-33E795122FB2}" dt="2025-06-01T16:13:34.160" v="1774" actId="478"/>
          <ac:spMkLst>
            <pc:docMk/>
            <pc:sldMk cId="1044067165" sldId="273"/>
            <ac:spMk id="3" creationId="{74CE158D-192D-3123-25E0-0E417DCC02EF}"/>
          </ac:spMkLst>
        </pc:spChg>
        <pc:spChg chg="add del mod">
          <ac:chgData name="Mahesh Ganagi" userId="696741978f092c3b" providerId="LiveId" clId="{0B92499B-9227-4803-B868-33E795122FB2}" dt="2025-06-01T16:08:05.686" v="1373" actId="21"/>
          <ac:spMkLst>
            <pc:docMk/>
            <pc:sldMk cId="1044067165" sldId="273"/>
            <ac:spMk id="4" creationId="{6A4E7C26-C5E4-AEFC-CCFE-039FFB4C157C}"/>
          </ac:spMkLst>
        </pc:spChg>
        <pc:spChg chg="add mod">
          <ac:chgData name="Mahesh Ganagi" userId="696741978f092c3b" providerId="LiveId" clId="{0B92499B-9227-4803-B868-33E795122FB2}" dt="2025-06-01T16:04:55.817" v="1344"/>
          <ac:spMkLst>
            <pc:docMk/>
            <pc:sldMk cId="1044067165" sldId="273"/>
            <ac:spMk id="5" creationId="{4E79C6AB-AC49-EBE9-ACE3-0E546E42C98B}"/>
          </ac:spMkLst>
        </pc:spChg>
        <pc:spChg chg="add del mod">
          <ac:chgData name="Mahesh Ganagi" userId="696741978f092c3b" providerId="LiveId" clId="{0B92499B-9227-4803-B868-33E795122FB2}" dt="2025-06-01T16:12:36.099" v="1531" actId="478"/>
          <ac:spMkLst>
            <pc:docMk/>
            <pc:sldMk cId="1044067165" sldId="273"/>
            <ac:spMk id="7" creationId="{8198156D-E28B-DBCD-E26C-36D64F8D550C}"/>
          </ac:spMkLst>
        </pc:spChg>
        <pc:spChg chg="add del mod">
          <ac:chgData name="Mahesh Ganagi" userId="696741978f092c3b" providerId="LiveId" clId="{0B92499B-9227-4803-B868-33E795122FB2}" dt="2025-06-01T16:13:36.780" v="1775" actId="478"/>
          <ac:spMkLst>
            <pc:docMk/>
            <pc:sldMk cId="1044067165" sldId="273"/>
            <ac:spMk id="9" creationId="{4A6BD3EF-7CC2-7154-46A7-93086B507DA6}"/>
          </ac:spMkLst>
        </pc:spChg>
        <pc:spChg chg="add mod">
          <ac:chgData name="Mahesh Ganagi" userId="696741978f092c3b" providerId="LiveId" clId="{0B92499B-9227-4803-B868-33E795122FB2}" dt="2025-06-01T16:15:31.318" v="1783" actId="27636"/>
          <ac:spMkLst>
            <pc:docMk/>
            <pc:sldMk cId="1044067165" sldId="273"/>
            <ac:spMk id="10" creationId="{6A4E7C26-C5E4-AEFC-CCFE-039FFB4C157C}"/>
          </ac:spMkLst>
        </pc:spChg>
        <pc:spChg chg="add mod">
          <ac:chgData name="Mahesh Ganagi" userId="696741978f092c3b" providerId="LiveId" clId="{0B92499B-9227-4803-B868-33E795122FB2}" dt="2025-06-01T18:39:54.051" v="2082" actId="12"/>
          <ac:spMkLst>
            <pc:docMk/>
            <pc:sldMk cId="1044067165" sldId="273"/>
            <ac:spMk id="11" creationId="{38D6B320-F97B-5E26-C1AF-3E1B9AF1AE4B}"/>
          </ac:spMkLst>
        </pc:spChg>
      </pc:sldChg>
      <pc:sldChg chg="addSp delSp modSp new mod modAnim">
        <pc:chgData name="Mahesh Ganagi" userId="696741978f092c3b" providerId="LiveId" clId="{0B92499B-9227-4803-B868-33E795122FB2}" dt="2025-06-01T18:39:28.838" v="2081"/>
        <pc:sldMkLst>
          <pc:docMk/>
          <pc:sldMk cId="3812611080" sldId="274"/>
        </pc:sldMkLst>
        <pc:spChg chg="del">
          <ac:chgData name="Mahesh Ganagi" userId="696741978f092c3b" providerId="LiveId" clId="{0B92499B-9227-4803-B868-33E795122FB2}" dt="2025-06-01T16:30:14.927" v="1964" actId="478"/>
          <ac:spMkLst>
            <pc:docMk/>
            <pc:sldMk cId="3812611080" sldId="274"/>
            <ac:spMk id="2" creationId="{DD9C5506-32F9-9420-1B9E-6174040BDC5B}"/>
          </ac:spMkLst>
        </pc:spChg>
        <pc:spChg chg="mod">
          <ac:chgData name="Mahesh Ganagi" userId="696741978f092c3b" providerId="LiveId" clId="{0B92499B-9227-4803-B868-33E795122FB2}" dt="2025-06-01T16:36:17.244" v="2001" actId="403"/>
          <ac:spMkLst>
            <pc:docMk/>
            <pc:sldMk cId="3812611080" sldId="274"/>
            <ac:spMk id="3" creationId="{B2427C94-8444-26EB-B731-AB2FD9A094A2}"/>
          </ac:spMkLst>
        </pc:spChg>
        <pc:spChg chg="add mod">
          <ac:chgData name="Mahesh Ganagi" userId="696741978f092c3b" providerId="LiveId" clId="{0B92499B-9227-4803-B868-33E795122FB2}" dt="2025-06-01T16:30:48.213" v="1972" actId="20577"/>
          <ac:spMkLst>
            <pc:docMk/>
            <pc:sldMk cId="3812611080" sldId="274"/>
            <ac:spMk id="4" creationId="{5B45754F-5832-5877-EF84-C043EAC0C25D}"/>
          </ac:spMkLst>
        </pc:spChg>
      </pc:sldChg>
      <pc:sldChg chg="addSp delSp modSp new mod modAnim">
        <pc:chgData name="Mahesh Ganagi" userId="696741978f092c3b" providerId="LiveId" clId="{0B92499B-9227-4803-B868-33E795122FB2}" dt="2025-06-01T18:36:31.241" v="2049"/>
        <pc:sldMkLst>
          <pc:docMk/>
          <pc:sldMk cId="220665688" sldId="275"/>
        </pc:sldMkLst>
        <pc:spChg chg="del">
          <ac:chgData name="Mahesh Ganagi" userId="696741978f092c3b" providerId="LiveId" clId="{0B92499B-9227-4803-B868-33E795122FB2}" dt="2025-06-01T16:37:15.054" v="2003" actId="478"/>
          <ac:spMkLst>
            <pc:docMk/>
            <pc:sldMk cId="220665688" sldId="275"/>
            <ac:spMk id="2" creationId="{C844E0E7-5BE5-6F15-8967-CBBA0DA02264}"/>
          </ac:spMkLst>
        </pc:spChg>
        <pc:spChg chg="mod">
          <ac:chgData name="Mahesh Ganagi" userId="696741978f092c3b" providerId="LiveId" clId="{0B92499B-9227-4803-B868-33E795122FB2}" dt="2025-06-01T18:36:31.241" v="2049"/>
          <ac:spMkLst>
            <pc:docMk/>
            <pc:sldMk cId="220665688" sldId="275"/>
            <ac:spMk id="3" creationId="{7D67DC90-8EF0-8B5D-A1A6-527A18932927}"/>
          </ac:spMkLst>
        </pc:spChg>
        <pc:spChg chg="add mod">
          <ac:chgData name="Mahesh Ganagi" userId="696741978f092c3b" providerId="LiveId" clId="{0B92499B-9227-4803-B868-33E795122FB2}" dt="2025-06-01T16:38:57.314" v="2007"/>
          <ac:spMkLst>
            <pc:docMk/>
            <pc:sldMk cId="220665688" sldId="275"/>
            <ac:spMk id="4" creationId="{4F8538D5-5A37-8015-92A9-52890B0B4240}"/>
          </ac:spMkLst>
        </pc:spChg>
      </pc:sldChg>
      <pc:sldChg chg="addSp delSp modSp new mod modAnim">
        <pc:chgData name="Mahesh Ganagi" userId="696741978f092c3b" providerId="LiveId" clId="{0B92499B-9227-4803-B868-33E795122FB2}" dt="2025-06-01T16:46:03.718" v="2044"/>
        <pc:sldMkLst>
          <pc:docMk/>
          <pc:sldMk cId="1396492392" sldId="276"/>
        </pc:sldMkLst>
        <pc:spChg chg="del">
          <ac:chgData name="Mahesh Ganagi" userId="696741978f092c3b" providerId="LiveId" clId="{0B92499B-9227-4803-B868-33E795122FB2}" dt="2025-06-01T16:44:59.828" v="2029" actId="478"/>
          <ac:spMkLst>
            <pc:docMk/>
            <pc:sldMk cId="1396492392" sldId="276"/>
            <ac:spMk id="2" creationId="{0674CD19-5E5C-2E42-F7B6-F9D4A2DD2484}"/>
          </ac:spMkLst>
        </pc:spChg>
        <pc:spChg chg="mod">
          <ac:chgData name="Mahesh Ganagi" userId="696741978f092c3b" providerId="LiveId" clId="{0B92499B-9227-4803-B868-33E795122FB2}" dt="2025-06-01T16:45:56.912" v="2043" actId="403"/>
          <ac:spMkLst>
            <pc:docMk/>
            <pc:sldMk cId="1396492392" sldId="276"/>
            <ac:spMk id="3" creationId="{98639646-EAB7-22A2-CD60-73DDA271685F}"/>
          </ac:spMkLst>
        </pc:spChg>
        <pc:spChg chg="add mod">
          <ac:chgData name="Mahesh Ganagi" userId="696741978f092c3b" providerId="LiveId" clId="{0B92499B-9227-4803-B868-33E795122FB2}" dt="2025-06-01T16:45:20.668" v="2035" actId="14100"/>
          <ac:spMkLst>
            <pc:docMk/>
            <pc:sldMk cId="1396492392" sldId="276"/>
            <ac:spMk id="4" creationId="{66AE4F76-ED50-9826-44F8-AC797D6CB702}"/>
          </ac:spMkLst>
        </pc:spChg>
      </pc:sldChg>
      <pc:sldChg chg="new del">
        <pc:chgData name="Mahesh Ganagi" userId="696741978f092c3b" providerId="LiveId" clId="{0B92499B-9227-4803-B868-33E795122FB2}" dt="2025-06-01T18:36:13.042" v="2047" actId="47"/>
        <pc:sldMkLst>
          <pc:docMk/>
          <pc:sldMk cId="1472371396" sldId="277"/>
        </pc:sldMkLst>
      </pc:sldChg>
      <pc:sldChg chg="modSp add">
        <pc:chgData name="Mahesh Ganagi" userId="696741978f092c3b" providerId="LiveId" clId="{0B92499B-9227-4803-B868-33E795122FB2}" dt="2025-06-01T18:38:48.335" v="2076" actId="6549"/>
        <pc:sldMkLst>
          <pc:docMk/>
          <pc:sldMk cId="4177470281" sldId="278"/>
        </pc:sldMkLst>
        <pc:spChg chg="mod">
          <ac:chgData name="Mahesh Ganagi" userId="696741978f092c3b" providerId="LiveId" clId="{0B92499B-9227-4803-B868-33E795122FB2}" dt="2025-06-01T18:38:48.335" v="2076" actId="6549"/>
          <ac:spMkLst>
            <pc:docMk/>
            <pc:sldMk cId="4177470281" sldId="278"/>
            <ac:spMk id="3" creationId="{9C1D371B-5FDB-FCB4-0ECC-7190A3D8F0D2}"/>
          </ac:spMkLst>
        </pc:spChg>
      </pc:sldChg>
      <pc:sldChg chg="modSp add">
        <pc:chgData name="Mahesh Ganagi" userId="696741978f092c3b" providerId="LiveId" clId="{0B92499B-9227-4803-B868-33E795122FB2}" dt="2025-06-01T18:37:42.808" v="2062" actId="404"/>
        <pc:sldMkLst>
          <pc:docMk/>
          <pc:sldMk cId="3402590410" sldId="279"/>
        </pc:sldMkLst>
        <pc:spChg chg="mod">
          <ac:chgData name="Mahesh Ganagi" userId="696741978f092c3b" providerId="LiveId" clId="{0B92499B-9227-4803-B868-33E795122FB2}" dt="2025-06-01T18:37:42.808" v="2062" actId="404"/>
          <ac:spMkLst>
            <pc:docMk/>
            <pc:sldMk cId="3402590410" sldId="279"/>
            <ac:spMk id="3" creationId="{71D86CAB-4E57-69B4-BB18-AE449E8EBDBA}"/>
          </ac:spMkLst>
        </pc:spChg>
      </pc:sldChg>
      <pc:sldChg chg="modSp add">
        <pc:chgData name="Mahesh Ganagi" userId="696741978f092c3b" providerId="LiveId" clId="{0B92499B-9227-4803-B868-33E795122FB2}" dt="2025-06-01T18:38:11.470" v="2069" actId="6549"/>
        <pc:sldMkLst>
          <pc:docMk/>
          <pc:sldMk cId="677311079" sldId="280"/>
        </pc:sldMkLst>
        <pc:spChg chg="mod">
          <ac:chgData name="Mahesh Ganagi" userId="696741978f092c3b" providerId="LiveId" clId="{0B92499B-9227-4803-B868-33E795122FB2}" dt="2025-06-01T18:38:11.470" v="2069" actId="6549"/>
          <ac:spMkLst>
            <pc:docMk/>
            <pc:sldMk cId="677311079" sldId="280"/>
            <ac:spMk id="3" creationId="{13743C7D-A528-3572-0060-AADC4DC6F481}"/>
          </ac:spMkLst>
        </pc:spChg>
      </pc:sldChg>
      <pc:sldChg chg="modSp add">
        <pc:chgData name="Mahesh Ganagi" userId="696741978f092c3b" providerId="LiveId" clId="{0B92499B-9227-4803-B868-33E795122FB2}" dt="2025-06-01T18:38:28.713" v="2072" actId="6549"/>
        <pc:sldMkLst>
          <pc:docMk/>
          <pc:sldMk cId="1598825689" sldId="281"/>
        </pc:sldMkLst>
        <pc:spChg chg="mod">
          <ac:chgData name="Mahesh Ganagi" userId="696741978f092c3b" providerId="LiveId" clId="{0B92499B-9227-4803-B868-33E795122FB2}" dt="2025-06-01T18:38:28.713" v="2072" actId="6549"/>
          <ac:spMkLst>
            <pc:docMk/>
            <pc:sldMk cId="1598825689" sldId="281"/>
            <ac:spMk id="3" creationId="{6B7587BF-F4D5-6352-E135-34F48BAF7EBA}"/>
          </ac:spMkLst>
        </pc:spChg>
      </pc:sldChg>
      <pc:sldChg chg="add">
        <pc:chgData name="Mahesh Ganagi" userId="696741978f092c3b" providerId="LiveId" clId="{0B92499B-9227-4803-B868-33E795122FB2}" dt="2025-06-01T18:36:05.747" v="2046"/>
        <pc:sldMkLst>
          <pc:docMk/>
          <pc:sldMk cId="1054456673" sldId="282"/>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CE27AA6-4418-4EF5-B140-D4936C548EB0}"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2347455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E27AA6-4418-4EF5-B140-D4936C548EB0}"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2585935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E27AA6-4418-4EF5-B140-D4936C548EB0}"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40270879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E27AA6-4418-4EF5-B140-D4936C548EB0}" type="datetimeFigureOut">
              <a:rPr lang="en-IN" smtClean="0"/>
              <a:t>01-06-2025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1989011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CE27AA6-4418-4EF5-B140-D4936C548EB0}" type="datetimeFigureOut">
              <a:rPr lang="en-IN" smtClean="0"/>
              <a:t>01-06-2025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22761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CE27AA6-4418-4EF5-B140-D4936C548EB0}" type="datetimeFigureOut">
              <a:rPr lang="en-IN" smtClean="0"/>
              <a:t>01-06-2025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1014610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E27AA6-4418-4EF5-B140-D4936C548EB0}" type="datetimeFigureOut">
              <a:rPr lang="en-IN" smtClean="0"/>
              <a:t>01-06-2025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172772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CE27AA6-4418-4EF5-B140-D4936C548EB0}" type="datetimeFigureOut">
              <a:rPr lang="en-IN" smtClean="0"/>
              <a:t>01-06-2025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2559426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CE27AA6-4418-4EF5-B140-D4936C548EB0}" type="datetimeFigureOut">
              <a:rPr lang="en-IN" smtClean="0"/>
              <a:t>01-06-2025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2544189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E27AA6-4418-4EF5-B140-D4936C548EB0}"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106259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E27AA6-4418-4EF5-B140-D4936C548EB0}" type="datetimeFigureOut">
              <a:rPr lang="en-IN" smtClean="0"/>
              <a:t>01-06-2025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0B7A620-40B6-4B19-82E0-B1CFC4D3B4AA}" type="slidenum">
              <a:rPr lang="en-IN" smtClean="0"/>
              <a:t>‹#›</a:t>
            </a:fld>
            <a:endParaRPr lang="en-IN"/>
          </a:p>
        </p:txBody>
      </p:sp>
    </p:spTree>
    <p:extLst>
      <p:ext uri="{BB962C8B-B14F-4D97-AF65-F5344CB8AC3E}">
        <p14:creationId xmlns:p14="http://schemas.microsoft.com/office/powerpoint/2010/main" val="2888435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E27AA6-4418-4EF5-B140-D4936C548EB0}" type="datetimeFigureOut">
              <a:rPr lang="en-IN" smtClean="0"/>
              <a:t>01-06-2025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B7A620-40B6-4B19-82E0-B1CFC4D3B4AA}" type="slidenum">
              <a:rPr lang="en-IN" smtClean="0"/>
              <a:t>‹#›</a:t>
            </a:fld>
            <a:endParaRPr lang="en-IN"/>
          </a:p>
        </p:txBody>
      </p:sp>
    </p:spTree>
    <p:extLst>
      <p:ext uri="{BB962C8B-B14F-4D97-AF65-F5344CB8AC3E}">
        <p14:creationId xmlns:p14="http://schemas.microsoft.com/office/powerpoint/2010/main" val="3661781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2970C-3FF5-1964-E190-B377492665D9}"/>
              </a:ext>
            </a:extLst>
          </p:cNvPr>
          <p:cNvSpPr>
            <a:spLocks noGrp="1"/>
          </p:cNvSpPr>
          <p:nvPr>
            <p:ph type="title"/>
          </p:nvPr>
        </p:nvSpPr>
        <p:spPr>
          <a:xfrm>
            <a:off x="0" y="157479"/>
            <a:ext cx="12192000" cy="1047115"/>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Human Resource Planning</a:t>
            </a:r>
            <a:endParaRPr lang="en-IN" sz="54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64C629-30F0-528E-6455-B158E7154F95}"/>
              </a:ext>
            </a:extLst>
          </p:cNvPr>
          <p:cNvSpPr>
            <a:spLocks noGrp="1"/>
          </p:cNvSpPr>
          <p:nvPr>
            <p:ph idx="1"/>
          </p:nvPr>
        </p:nvSpPr>
        <p:spPr>
          <a:xfrm>
            <a:off x="182880" y="1381760"/>
            <a:ext cx="11856720" cy="5318761"/>
          </a:xfrm>
        </p:spPr>
        <p:txBody>
          <a:bodyPr>
            <a:normAutofit/>
          </a:bodyPr>
          <a:lstStyle/>
          <a:p>
            <a:pPr marL="0" indent="0" algn="just">
              <a:lnSpc>
                <a:spcPct val="150000"/>
              </a:lnSpc>
              <a:buNone/>
            </a:pPr>
            <a:r>
              <a:rPr lang="en-US" sz="3200" dirty="0">
                <a:latin typeface="Times New Roman" panose="02020603050405020304" pitchFamily="18" charset="0"/>
                <a:cs typeface="Times New Roman" panose="02020603050405020304" pitchFamily="18" charset="0"/>
              </a:rPr>
              <a:t>Human Resource Planning (HRP) is the process of forecasting an organization’s future human resource needs and determining how the existing human resource capacity can be utilized to meet those needs effectively.</a:t>
            </a:r>
          </a:p>
          <a:p>
            <a:pPr marL="0" indent="0" algn="just">
              <a:lnSpc>
                <a:spcPct val="150000"/>
              </a:lnSpc>
              <a:buNone/>
            </a:pPr>
            <a:r>
              <a:rPr lang="en-US" sz="3200" dirty="0">
                <a:latin typeface="Times New Roman" panose="02020603050405020304" pitchFamily="18" charset="0"/>
                <a:cs typeface="Times New Roman" panose="02020603050405020304" pitchFamily="18" charset="0"/>
              </a:rPr>
              <a:t>It is about making sure the </a:t>
            </a:r>
            <a:r>
              <a:rPr lang="en-US" sz="3200" b="1" dirty="0">
                <a:latin typeface="Times New Roman" panose="02020603050405020304" pitchFamily="18" charset="0"/>
                <a:cs typeface="Times New Roman" panose="02020603050405020304" pitchFamily="18" charset="0"/>
              </a:rPr>
              <a:t>right number of people</a:t>
            </a:r>
            <a:r>
              <a:rPr lang="en-US" sz="3200" dirty="0">
                <a:latin typeface="Times New Roman" panose="02020603050405020304" pitchFamily="18" charset="0"/>
                <a:cs typeface="Times New Roman" panose="02020603050405020304" pitchFamily="18" charset="0"/>
              </a:rPr>
              <a:t>, with the </a:t>
            </a:r>
            <a:r>
              <a:rPr lang="en-US" sz="3200" b="1" dirty="0">
                <a:latin typeface="Times New Roman" panose="02020603050405020304" pitchFamily="18" charset="0"/>
                <a:cs typeface="Times New Roman" panose="02020603050405020304" pitchFamily="18" charset="0"/>
              </a:rPr>
              <a:t>right</a:t>
            </a:r>
            <a:r>
              <a:rPr lang="en-US" sz="3200"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skills</a:t>
            </a:r>
            <a:r>
              <a:rPr lang="en-US" sz="3200" dirty="0">
                <a:latin typeface="Times New Roman" panose="02020603050405020304" pitchFamily="18" charset="0"/>
                <a:cs typeface="Times New Roman" panose="02020603050405020304" pitchFamily="18" charset="0"/>
              </a:rPr>
              <a:t>, are in the </a:t>
            </a:r>
            <a:r>
              <a:rPr lang="en-US" sz="3200" b="1" dirty="0">
                <a:latin typeface="Times New Roman" panose="02020603050405020304" pitchFamily="18" charset="0"/>
                <a:cs typeface="Times New Roman" panose="02020603050405020304" pitchFamily="18" charset="0"/>
              </a:rPr>
              <a:t>right jobs </a:t>
            </a:r>
            <a:r>
              <a:rPr lang="en-US" sz="3200" dirty="0">
                <a:latin typeface="Times New Roman" panose="02020603050405020304" pitchFamily="18" charset="0"/>
                <a:cs typeface="Times New Roman" panose="02020603050405020304" pitchFamily="18" charset="0"/>
              </a:rPr>
              <a:t>at the </a:t>
            </a:r>
            <a:r>
              <a:rPr lang="en-US" sz="3200" b="1" dirty="0">
                <a:latin typeface="Times New Roman" panose="02020603050405020304" pitchFamily="18" charset="0"/>
                <a:cs typeface="Times New Roman" panose="02020603050405020304" pitchFamily="18" charset="0"/>
              </a:rPr>
              <a:t>right time</a:t>
            </a:r>
            <a:r>
              <a:rPr lang="en-US" sz="3200" dirty="0">
                <a:latin typeface="Times New Roman" panose="02020603050405020304" pitchFamily="18" charset="0"/>
                <a:cs typeface="Times New Roman" panose="02020603050405020304" pitchFamily="18" charset="0"/>
              </a:rPr>
              <a:t>.</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1551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9189447-CA35-1EA5-79FA-2973FDECA615}"/>
              </a:ext>
            </a:extLst>
          </p:cNvPr>
          <p:cNvSpPr>
            <a:spLocks noGrp="1"/>
          </p:cNvSpPr>
          <p:nvPr>
            <p:ph type="title"/>
          </p:nvPr>
        </p:nvSpPr>
        <p:spPr>
          <a:xfrm>
            <a:off x="0" y="157479"/>
            <a:ext cx="12192000" cy="1047115"/>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Definition</a:t>
            </a:r>
            <a:endParaRPr lang="en-IN" sz="54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806975-5E98-2AE6-1210-4FE57B3B316B}"/>
              </a:ext>
            </a:extLst>
          </p:cNvPr>
          <p:cNvSpPr>
            <a:spLocks noGrp="1"/>
          </p:cNvSpPr>
          <p:nvPr>
            <p:ph idx="1"/>
          </p:nvPr>
        </p:nvSpPr>
        <p:spPr>
          <a:xfrm>
            <a:off x="91440" y="1127760"/>
            <a:ext cx="11998960" cy="5572761"/>
          </a:xfrm>
        </p:spPr>
        <p:txBody>
          <a:bodyPr>
            <a:normAutofit fontScale="92500" lnSpcReduction="10000"/>
          </a:bodyPr>
          <a:lstStyle/>
          <a:p>
            <a:pPr marL="0" indent="0" algn="just">
              <a:lnSpc>
                <a:spcPct val="150000"/>
              </a:lnSpc>
              <a:buNone/>
            </a:pPr>
            <a:r>
              <a:rPr lang="en-US" sz="3200" dirty="0">
                <a:latin typeface="Times New Roman" panose="02020603050405020304" pitchFamily="18" charset="0"/>
                <a:cs typeface="Times New Roman" panose="02020603050405020304" pitchFamily="18" charset="0"/>
              </a:rPr>
              <a:t>“Human Resource Planning is the process of anticipating and making provision for the movement of people into, within, and out of an organization”. </a:t>
            </a:r>
            <a:r>
              <a:rPr lang="en-US" sz="3200" b="1" i="1" dirty="0">
                <a:latin typeface="Times New Roman" panose="02020603050405020304" pitchFamily="18" charset="0"/>
                <a:cs typeface="Times New Roman" panose="02020603050405020304" pitchFamily="18" charset="0"/>
              </a:rPr>
              <a:t>William B. Werther &amp; Keith Davis (1996)</a:t>
            </a:r>
          </a:p>
          <a:p>
            <a:pPr marL="0" indent="0" algn="just">
              <a:lnSpc>
                <a:spcPct val="150000"/>
              </a:lnSpc>
              <a:buNone/>
            </a:pPr>
            <a:r>
              <a:rPr lang="en-US" sz="3200" dirty="0">
                <a:latin typeface="Times New Roman" panose="02020603050405020304" pitchFamily="18" charset="0"/>
                <a:cs typeface="Times New Roman" panose="02020603050405020304" pitchFamily="18" charset="0"/>
              </a:rPr>
              <a:t>“Human Resource Planning is the process by which an organization ensures that it has the right number and kinds of people, at the right places, at the right time, capable of effectively and efficiently completing those tasks that will help the organization achieve its overall objectives”. </a:t>
            </a:r>
            <a:r>
              <a:rPr lang="en-US" sz="3200" b="1" i="1" dirty="0" err="1">
                <a:latin typeface="Times New Roman" panose="02020603050405020304" pitchFamily="18" charset="0"/>
                <a:cs typeface="Times New Roman" panose="02020603050405020304" pitchFamily="18" charset="0"/>
              </a:rPr>
              <a:t>Decenzo</a:t>
            </a:r>
            <a:r>
              <a:rPr lang="en-US" sz="3200" b="1" i="1" dirty="0">
                <a:latin typeface="Times New Roman" panose="02020603050405020304" pitchFamily="18" charset="0"/>
                <a:cs typeface="Times New Roman" panose="02020603050405020304" pitchFamily="18" charset="0"/>
              </a:rPr>
              <a:t> &amp; Robbins (2002)</a:t>
            </a:r>
            <a:endParaRPr lang="en-IN" sz="32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055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24B07-4A10-A385-4DD8-0C54EB39A9E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E5238B1F-50B7-CFFE-E003-A35F5B3398E9}"/>
              </a:ext>
            </a:extLst>
          </p:cNvPr>
          <p:cNvSpPr>
            <a:spLocks noGrp="1"/>
          </p:cNvSpPr>
          <p:nvPr>
            <p:ph type="title"/>
          </p:nvPr>
        </p:nvSpPr>
        <p:spPr>
          <a:xfrm>
            <a:off x="0" y="157479"/>
            <a:ext cx="12192000" cy="1047115"/>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Definition</a:t>
            </a:r>
            <a:endParaRPr lang="en-IN" sz="54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02517B-9BDA-5937-5699-59D403A3A702}"/>
              </a:ext>
            </a:extLst>
          </p:cNvPr>
          <p:cNvSpPr>
            <a:spLocks noGrp="1"/>
          </p:cNvSpPr>
          <p:nvPr>
            <p:ph idx="1"/>
          </p:nvPr>
        </p:nvSpPr>
        <p:spPr>
          <a:xfrm>
            <a:off x="91440" y="1127760"/>
            <a:ext cx="11998960" cy="5572761"/>
          </a:xfrm>
        </p:spPr>
        <p:txBody>
          <a:bodyPr>
            <a:normAutofit/>
          </a:bodyPr>
          <a:lstStyle/>
          <a:p>
            <a:pPr marL="0" indent="0" algn="just">
              <a:lnSpc>
                <a:spcPct val="100000"/>
              </a:lnSpc>
              <a:buNone/>
            </a:pPr>
            <a:r>
              <a:rPr lang="en-US" sz="3200" dirty="0">
                <a:latin typeface="Times New Roman" panose="02020603050405020304" pitchFamily="18" charset="0"/>
                <a:cs typeface="Times New Roman" panose="02020603050405020304" pitchFamily="18" charset="0"/>
              </a:rPr>
              <a:t>“</a:t>
            </a:r>
            <a:r>
              <a:rPr lang="en-US" sz="3200" b="1" i="1" dirty="0">
                <a:latin typeface="Times New Roman" panose="02020603050405020304" pitchFamily="18" charset="0"/>
                <a:cs typeface="Times New Roman" panose="02020603050405020304" pitchFamily="18" charset="0"/>
              </a:rPr>
              <a:t>Coleman</a:t>
            </a:r>
            <a:r>
              <a:rPr lang="en-US" sz="3200" dirty="0">
                <a:latin typeface="Times New Roman" panose="02020603050405020304" pitchFamily="18" charset="0"/>
                <a:cs typeface="Times New Roman" panose="02020603050405020304" pitchFamily="18" charset="0"/>
              </a:rPr>
              <a:t> defined Human Resources Planning as “the process of  determining manpower requirements and the means for meeting those  requirements in order to carry out the integrated plan of the organization”.</a:t>
            </a:r>
          </a:p>
          <a:p>
            <a:pPr marL="0" indent="0" algn="just">
              <a:lnSpc>
                <a:spcPct val="100000"/>
              </a:lnSpc>
              <a:buNone/>
            </a:pPr>
            <a:r>
              <a:rPr lang="en-US" sz="3200" b="1" i="1" dirty="0">
                <a:latin typeface="Times New Roman" panose="02020603050405020304" pitchFamily="18" charset="0"/>
                <a:cs typeface="Times New Roman" panose="02020603050405020304" pitchFamily="18" charset="0"/>
              </a:rPr>
              <a:t>E.W. Vetter </a:t>
            </a:r>
            <a:r>
              <a:rPr lang="en-US" sz="3200" dirty="0">
                <a:latin typeface="Times New Roman" panose="02020603050405020304" pitchFamily="18" charset="0"/>
                <a:cs typeface="Times New Roman" panose="02020603050405020304" pitchFamily="18" charset="0"/>
              </a:rPr>
              <a:t>defines HR Planning as “A process by which an organization should move from its current manpower position to the desired manpower position. Through planning the management strives to have the right number, right kind of people at the right place and at right time, doing things which results in both organization and individual receiving maximum long run benefits.” </a:t>
            </a:r>
          </a:p>
        </p:txBody>
      </p:sp>
    </p:spTree>
    <p:extLst>
      <p:ext uri="{BB962C8B-B14F-4D97-AF65-F5344CB8AC3E}">
        <p14:creationId xmlns:p14="http://schemas.microsoft.com/office/powerpoint/2010/main" val="56839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9BE263F-8612-C481-A9EB-86AAF218F019}"/>
              </a:ext>
            </a:extLst>
          </p:cNvPr>
          <p:cNvSpPr>
            <a:spLocks noGrp="1"/>
          </p:cNvSpPr>
          <p:nvPr>
            <p:ph type="title"/>
          </p:nvPr>
        </p:nvSpPr>
        <p:spPr>
          <a:xfrm>
            <a:off x="0" y="157479"/>
            <a:ext cx="12192000" cy="1047115"/>
          </a:xfrm>
        </p:spPr>
        <p:txBody>
          <a:bodyPr>
            <a:normAutofit fontScale="90000"/>
          </a:bodyPr>
          <a:lstStyle/>
          <a:p>
            <a:pPr algn="ctr"/>
            <a:r>
              <a:rPr lang="en-US" sz="5400" b="1" dirty="0">
                <a:solidFill>
                  <a:srgbClr val="C00000"/>
                </a:solidFill>
                <a:latin typeface="Times New Roman" panose="02020603050405020304" pitchFamily="18" charset="0"/>
                <a:cs typeface="Times New Roman" panose="02020603050405020304" pitchFamily="18" charset="0"/>
              </a:rPr>
              <a:t>Importance of Human Resource Planning</a:t>
            </a:r>
            <a:endParaRPr lang="en-IN" sz="54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BA5B723-1008-8AD0-8060-F7CA0567BF53}"/>
              </a:ext>
            </a:extLst>
          </p:cNvPr>
          <p:cNvSpPr>
            <a:spLocks noGrp="1"/>
          </p:cNvSpPr>
          <p:nvPr>
            <p:ph idx="1"/>
          </p:nvPr>
        </p:nvSpPr>
        <p:spPr>
          <a:xfrm>
            <a:off x="121920" y="1320800"/>
            <a:ext cx="11917680" cy="5379721"/>
          </a:xfrm>
        </p:spPr>
        <p:txBody>
          <a:bodyPr>
            <a:normAutofit/>
          </a:bodyPr>
          <a:lstStyle/>
          <a:p>
            <a:r>
              <a:rPr lang="en-IN" sz="3200" i="0" dirty="0">
                <a:solidFill>
                  <a:srgbClr val="2C2E31"/>
                </a:solidFill>
                <a:effectLst/>
                <a:latin typeface="Times New Roman" panose="02020603050405020304" pitchFamily="18" charset="0"/>
                <a:cs typeface="Times New Roman" panose="02020603050405020304" pitchFamily="18" charset="0"/>
              </a:rPr>
              <a:t>Increasing productivity</a:t>
            </a:r>
          </a:p>
          <a:p>
            <a:r>
              <a:rPr lang="en-IN" sz="3200" i="0" dirty="0">
                <a:solidFill>
                  <a:srgbClr val="2C2E31"/>
                </a:solidFill>
                <a:effectLst/>
                <a:latin typeface="Times New Roman" panose="02020603050405020304" pitchFamily="18" charset="0"/>
                <a:cs typeface="Times New Roman" panose="02020603050405020304" pitchFamily="18" charset="0"/>
              </a:rPr>
              <a:t>Implementing managerial activities</a:t>
            </a:r>
          </a:p>
          <a:p>
            <a:r>
              <a:rPr lang="en-IN" sz="3200" i="0" dirty="0">
                <a:solidFill>
                  <a:srgbClr val="2C2E31"/>
                </a:solidFill>
                <a:effectLst/>
                <a:latin typeface="Times New Roman" panose="02020603050405020304" pitchFamily="18" charset="0"/>
                <a:cs typeface="Times New Roman" panose="02020603050405020304" pitchFamily="18" charset="0"/>
              </a:rPr>
              <a:t>Motivating employees</a:t>
            </a:r>
          </a:p>
          <a:p>
            <a:r>
              <a:rPr lang="en-IN" sz="3200" i="0" dirty="0">
                <a:solidFill>
                  <a:srgbClr val="2C2E31"/>
                </a:solidFill>
                <a:effectLst/>
                <a:latin typeface="Times New Roman" panose="02020603050405020304" pitchFamily="18" charset="0"/>
                <a:cs typeface="Times New Roman" panose="02020603050405020304" pitchFamily="18" charset="0"/>
              </a:rPr>
              <a:t>Coping with change</a:t>
            </a:r>
          </a:p>
          <a:p>
            <a:r>
              <a:rPr lang="en-US" sz="3200" i="0" dirty="0">
                <a:solidFill>
                  <a:srgbClr val="2C2E31"/>
                </a:solidFill>
                <a:effectLst/>
                <a:latin typeface="Times New Roman" panose="02020603050405020304" pitchFamily="18" charset="0"/>
                <a:cs typeface="Times New Roman" panose="02020603050405020304" pitchFamily="18" charset="0"/>
              </a:rPr>
              <a:t>Evaluating demand and supply of resources</a:t>
            </a:r>
          </a:p>
          <a:p>
            <a:r>
              <a:rPr lang="en-IN" sz="3200" i="0" dirty="0">
                <a:solidFill>
                  <a:srgbClr val="2C2E31"/>
                </a:solidFill>
                <a:effectLst/>
                <a:latin typeface="Times New Roman" panose="02020603050405020304" pitchFamily="18" charset="0"/>
                <a:cs typeface="Times New Roman" panose="02020603050405020304" pitchFamily="18" charset="0"/>
              </a:rPr>
              <a:t>Increasing quality of hire</a:t>
            </a: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024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6EECA4-622A-678E-E753-C12EBDE338A2}"/>
              </a:ext>
            </a:extLst>
          </p:cNvPr>
          <p:cNvSpPr>
            <a:spLocks noGrp="1"/>
          </p:cNvSpPr>
          <p:nvPr>
            <p:ph type="title"/>
          </p:nvPr>
        </p:nvSpPr>
        <p:spPr>
          <a:xfrm>
            <a:off x="0" y="157479"/>
            <a:ext cx="12192000" cy="1047115"/>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Human Resource Planning Process</a:t>
            </a:r>
            <a:endParaRPr lang="en-IN" sz="54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B92F39-7130-6DDF-EFB1-C372F64BBBEE}"/>
              </a:ext>
            </a:extLst>
          </p:cNvPr>
          <p:cNvSpPr>
            <a:spLocks noGrp="1"/>
          </p:cNvSpPr>
          <p:nvPr>
            <p:ph idx="1"/>
          </p:nvPr>
        </p:nvSpPr>
        <p:spPr>
          <a:xfrm>
            <a:off x="152400" y="1381760"/>
            <a:ext cx="11887200" cy="5318761"/>
          </a:xfrm>
        </p:spPr>
        <p:txBody>
          <a:bodyPr>
            <a:normAutofit/>
          </a:bodyPr>
          <a:lstStyle/>
          <a:p>
            <a:pPr marL="0" indent="0" algn="just">
              <a:lnSpc>
                <a:spcPct val="100000"/>
              </a:lnSpc>
              <a:buNone/>
            </a:pPr>
            <a:r>
              <a:rPr lang="en-US" sz="3600" dirty="0">
                <a:latin typeface="Times New Roman" panose="02020603050405020304" pitchFamily="18" charset="0"/>
                <a:cs typeface="Times New Roman" panose="02020603050405020304" pitchFamily="18" charset="0"/>
              </a:rPr>
              <a:t>Now a comparison is done between supply and demand. </a:t>
            </a:r>
            <a:r>
              <a:rPr lang="en-US" sz="3600" b="1" dirty="0">
                <a:latin typeface="Times New Roman" panose="02020603050405020304" pitchFamily="18" charset="0"/>
                <a:cs typeface="Times New Roman" panose="02020603050405020304" pitchFamily="18" charset="0"/>
              </a:rPr>
              <a:t>There are three possibilities.</a:t>
            </a:r>
            <a:r>
              <a:rPr lang="en-US" sz="3600" dirty="0">
                <a:latin typeface="Times New Roman" panose="02020603050405020304" pitchFamily="18" charset="0"/>
                <a:cs typeface="Times New Roman" panose="02020603050405020304" pitchFamily="18" charset="0"/>
              </a:rPr>
              <a:t> </a:t>
            </a:r>
            <a:r>
              <a:rPr lang="en-US" sz="3600" b="1" dirty="0">
                <a:latin typeface="Times New Roman" panose="02020603050405020304" pitchFamily="18" charset="0"/>
                <a:cs typeface="Times New Roman" panose="02020603050405020304" pitchFamily="18" charset="0"/>
              </a:rPr>
              <a:t>First</a:t>
            </a:r>
            <a:r>
              <a:rPr lang="en-US" sz="3600" dirty="0">
                <a:latin typeface="Times New Roman" panose="02020603050405020304" pitchFamily="18" charset="0"/>
                <a:cs typeface="Times New Roman" panose="02020603050405020304" pitchFamily="18" charset="0"/>
              </a:rPr>
              <a:t> one is supply is equal to demand, then there is no action required. </a:t>
            </a:r>
            <a:r>
              <a:rPr lang="en-US" sz="3600" b="1" dirty="0">
                <a:latin typeface="Times New Roman" panose="02020603050405020304" pitchFamily="18" charset="0"/>
                <a:cs typeface="Times New Roman" panose="02020603050405020304" pitchFamily="18" charset="0"/>
              </a:rPr>
              <a:t>Second</a:t>
            </a:r>
            <a:r>
              <a:rPr lang="en-US" sz="3600" dirty="0">
                <a:latin typeface="Times New Roman" panose="02020603050405020304" pitchFamily="18" charset="0"/>
                <a:cs typeface="Times New Roman" panose="02020603050405020304" pitchFamily="18" charset="0"/>
              </a:rPr>
              <a:t> option is surplus of workers, which means that supply is greater than demand. The possible actions include restricting hiring, reduce hours of working, downsizing, early retirement, and lay off. The </a:t>
            </a:r>
            <a:r>
              <a:rPr lang="en-US" sz="3600" b="1" dirty="0">
                <a:latin typeface="Times New Roman" panose="02020603050405020304" pitchFamily="18" charset="0"/>
                <a:cs typeface="Times New Roman" panose="02020603050405020304" pitchFamily="18" charset="0"/>
              </a:rPr>
              <a:t>third</a:t>
            </a:r>
            <a:r>
              <a:rPr lang="en-US" sz="3600" dirty="0">
                <a:latin typeface="Times New Roman" panose="02020603050405020304" pitchFamily="18" charset="0"/>
                <a:cs typeface="Times New Roman" panose="02020603050405020304" pitchFamily="18" charset="0"/>
              </a:rPr>
              <a:t> possibility is shortage of workers, which means that there is more demand than supply. The actions available for this are recruitment and training.</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1047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5C7A83-2775-0393-F49F-3D171FE573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0800" y="1"/>
            <a:ext cx="9357360" cy="6773520"/>
          </a:xfrm>
          <a:prstGeom prst="rect">
            <a:avLst/>
          </a:prstGeom>
        </p:spPr>
      </p:pic>
    </p:spTree>
    <p:extLst>
      <p:ext uri="{BB962C8B-B14F-4D97-AF65-F5344CB8AC3E}">
        <p14:creationId xmlns:p14="http://schemas.microsoft.com/office/powerpoint/2010/main" val="1969595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BA77D65-4C6E-F684-3CB7-D2F9874484BD}"/>
              </a:ext>
            </a:extLst>
          </p:cNvPr>
          <p:cNvSpPr>
            <a:spLocks noGrp="1"/>
          </p:cNvSpPr>
          <p:nvPr>
            <p:ph type="title"/>
          </p:nvPr>
        </p:nvSpPr>
        <p:spPr>
          <a:xfrm>
            <a:off x="0" y="157479"/>
            <a:ext cx="12192000" cy="1047115"/>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Various steps involved in HRP process</a:t>
            </a:r>
            <a:endParaRPr lang="en-IN" sz="54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31967B-F0D6-9376-87B2-7EE12A0A8017}"/>
              </a:ext>
            </a:extLst>
          </p:cNvPr>
          <p:cNvSpPr>
            <a:spLocks noGrp="1"/>
          </p:cNvSpPr>
          <p:nvPr>
            <p:ph idx="1"/>
          </p:nvPr>
        </p:nvSpPr>
        <p:spPr>
          <a:xfrm>
            <a:off x="152400" y="1825624"/>
            <a:ext cx="11887200" cy="4920615"/>
          </a:xfrm>
        </p:spPr>
        <p:txBody>
          <a:bodyPr>
            <a:normAutofit lnSpcReduction="10000"/>
          </a:bodyPr>
          <a:lstStyle/>
          <a:p>
            <a:pPr marL="742950" indent="-742950">
              <a:buFont typeface="+mj-lt"/>
              <a:buAutoNum type="arabicPeriod"/>
            </a:pPr>
            <a:r>
              <a:rPr lang="en-US" sz="3600" dirty="0">
                <a:latin typeface="Times New Roman" panose="02020603050405020304" pitchFamily="18" charset="0"/>
                <a:cs typeface="Times New Roman" panose="02020603050405020304" pitchFamily="18" charset="0"/>
              </a:rPr>
              <a:t>Determine the objectives of Human Resource Planning</a:t>
            </a:r>
          </a:p>
          <a:p>
            <a:pPr marL="742950" indent="-742950">
              <a:buFont typeface="+mj-lt"/>
              <a:buAutoNum type="arabicPeriod"/>
            </a:pPr>
            <a:r>
              <a:rPr lang="en-US" sz="3600" dirty="0">
                <a:latin typeface="Times New Roman" panose="02020603050405020304" pitchFamily="18" charset="0"/>
                <a:cs typeface="Times New Roman" panose="02020603050405020304" pitchFamily="18" charset="0"/>
              </a:rPr>
              <a:t>Analyzing the current human resource inventory</a:t>
            </a:r>
          </a:p>
          <a:p>
            <a:pPr marL="742950" indent="-742950">
              <a:buFont typeface="+mj-lt"/>
              <a:buAutoNum type="arabicPeriod"/>
            </a:pPr>
            <a:r>
              <a:rPr lang="en-IN" sz="3600" dirty="0">
                <a:latin typeface="Times New Roman" panose="02020603050405020304" pitchFamily="18" charset="0"/>
                <a:cs typeface="Times New Roman" panose="02020603050405020304" pitchFamily="18" charset="0"/>
              </a:rPr>
              <a:t>Demand Forecasting</a:t>
            </a:r>
            <a:endParaRPr lang="en-US"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Trend Analysis</a:t>
            </a:r>
            <a:endParaRPr lang="en-US"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Computerised Forecast</a:t>
            </a:r>
          </a:p>
          <a:p>
            <a:r>
              <a:rPr lang="en-IN" sz="3600" dirty="0">
                <a:latin typeface="Times New Roman" panose="02020603050405020304" pitchFamily="18" charset="0"/>
                <a:cs typeface="Times New Roman" panose="02020603050405020304" pitchFamily="18" charset="0"/>
              </a:rPr>
              <a:t>Work study technique</a:t>
            </a:r>
          </a:p>
          <a:p>
            <a:pPr marL="0" indent="0">
              <a:buNone/>
            </a:pPr>
            <a:r>
              <a:rPr lang="en-IN" sz="3600" dirty="0">
                <a:latin typeface="Times New Roman" panose="02020603050405020304" pitchFamily="18" charset="0"/>
                <a:cs typeface="Times New Roman" panose="02020603050405020304" pitchFamily="18" charset="0"/>
              </a:rPr>
              <a:t>4.    Action Plan</a:t>
            </a:r>
          </a:p>
          <a:p>
            <a:pPr marL="0" indent="0">
              <a:buNone/>
            </a:pPr>
            <a:r>
              <a:rPr lang="en-US" sz="3600" dirty="0">
                <a:latin typeface="Times New Roman" panose="02020603050405020304" pitchFamily="18" charset="0"/>
                <a:cs typeface="Times New Roman" panose="02020603050405020304" pitchFamily="18" charset="0"/>
              </a:rPr>
              <a:t>5.    Training and Development</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9185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31DBF06-4B78-5710-40CA-0F8B4F9B5047}"/>
              </a:ext>
            </a:extLst>
          </p:cNvPr>
          <p:cNvSpPr>
            <a:spLocks noGrp="1"/>
          </p:cNvSpPr>
          <p:nvPr>
            <p:ph type="title"/>
          </p:nvPr>
        </p:nvSpPr>
        <p:spPr>
          <a:xfrm>
            <a:off x="0" y="157479"/>
            <a:ext cx="12192000" cy="1047115"/>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Benefits of Human Resource Planning</a:t>
            </a:r>
          </a:p>
        </p:txBody>
      </p:sp>
      <p:sp>
        <p:nvSpPr>
          <p:cNvPr id="3" name="Content Placeholder 2">
            <a:extLst>
              <a:ext uri="{FF2B5EF4-FFF2-40B4-BE49-F238E27FC236}">
                <a16:creationId xmlns:a16="http://schemas.microsoft.com/office/drawing/2014/main" id="{E07F433C-3509-99E1-7C3D-6669F666A8E2}"/>
              </a:ext>
            </a:extLst>
          </p:cNvPr>
          <p:cNvSpPr>
            <a:spLocks noGrp="1"/>
          </p:cNvSpPr>
          <p:nvPr>
            <p:ph idx="1"/>
          </p:nvPr>
        </p:nvSpPr>
        <p:spPr>
          <a:xfrm>
            <a:off x="142240" y="1204594"/>
            <a:ext cx="11907520" cy="5495927"/>
          </a:xfrm>
        </p:spPr>
        <p:txBody>
          <a:bodyPr>
            <a:normAutofit/>
          </a:bodyPr>
          <a:lstStyle/>
          <a:p>
            <a:pPr>
              <a:lnSpc>
                <a:spcPct val="100000"/>
              </a:lnSpc>
            </a:pPr>
            <a:r>
              <a:rPr lang="en-US" sz="3600" dirty="0">
                <a:latin typeface="Times New Roman" panose="02020603050405020304" pitchFamily="18" charset="0"/>
                <a:cs typeface="Times New Roman" panose="02020603050405020304" pitchFamily="18" charset="0"/>
              </a:rPr>
              <a:t>A Better View to the business decision</a:t>
            </a:r>
          </a:p>
          <a:p>
            <a:pPr>
              <a:lnSpc>
                <a:spcPct val="100000"/>
              </a:lnSpc>
            </a:pPr>
            <a:r>
              <a:rPr lang="en-US" sz="3600" dirty="0">
                <a:latin typeface="Times New Roman" panose="02020603050405020304" pitchFamily="18" charset="0"/>
                <a:cs typeface="Times New Roman" panose="02020603050405020304" pitchFamily="18" charset="0"/>
              </a:rPr>
              <a:t>Retaining top talents</a:t>
            </a:r>
          </a:p>
          <a:p>
            <a:pPr>
              <a:lnSpc>
                <a:spcPct val="100000"/>
              </a:lnSpc>
            </a:pPr>
            <a:r>
              <a:rPr lang="en-US" sz="3600" dirty="0">
                <a:latin typeface="Times New Roman" panose="02020603050405020304" pitchFamily="18" charset="0"/>
                <a:cs typeface="Times New Roman" panose="02020603050405020304" pitchFamily="18" charset="0"/>
              </a:rPr>
              <a:t>Addressing the organization’s manpower needs</a:t>
            </a:r>
          </a:p>
          <a:p>
            <a:pPr>
              <a:lnSpc>
                <a:spcPct val="100000"/>
              </a:lnSpc>
            </a:pPr>
            <a:r>
              <a:rPr lang="en-US" sz="3600" dirty="0">
                <a:latin typeface="Times New Roman" panose="02020603050405020304" pitchFamily="18" charset="0"/>
                <a:cs typeface="Times New Roman" panose="02020603050405020304" pitchFamily="18" charset="0"/>
              </a:rPr>
              <a:t>Facilitating expansion programs</a:t>
            </a:r>
          </a:p>
          <a:p>
            <a:pPr>
              <a:lnSpc>
                <a:spcPct val="100000"/>
              </a:lnSpc>
            </a:pPr>
            <a:r>
              <a:rPr lang="en-US" sz="3600" dirty="0">
                <a:latin typeface="Times New Roman" panose="02020603050405020304" pitchFamily="18" charset="0"/>
                <a:cs typeface="Times New Roman" panose="02020603050405020304" pitchFamily="18" charset="0"/>
              </a:rPr>
              <a:t>Training employees</a:t>
            </a:r>
          </a:p>
          <a:p>
            <a:pPr>
              <a:lnSpc>
                <a:spcPct val="100000"/>
              </a:lnSpc>
            </a:pPr>
            <a:r>
              <a:rPr lang="en-US" sz="3600" dirty="0">
                <a:latin typeface="Times New Roman" panose="02020603050405020304" pitchFamily="18" charset="0"/>
                <a:cs typeface="Times New Roman" panose="02020603050405020304" pitchFamily="18" charset="0"/>
              </a:rPr>
              <a:t>Managing employees</a:t>
            </a:r>
            <a:endParaRPr lang="en-IN" sz="3600" dirty="0"/>
          </a:p>
        </p:txBody>
      </p:sp>
    </p:spTree>
    <p:extLst>
      <p:ext uri="{BB962C8B-B14F-4D97-AF65-F5344CB8AC3E}">
        <p14:creationId xmlns:p14="http://schemas.microsoft.com/office/powerpoint/2010/main" val="24860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C70A597-4BE8-A819-2465-CDEE405DD9B6}"/>
              </a:ext>
            </a:extLst>
          </p:cNvPr>
          <p:cNvSpPr>
            <a:spLocks noGrp="1"/>
          </p:cNvSpPr>
          <p:nvPr>
            <p:ph type="title"/>
          </p:nvPr>
        </p:nvSpPr>
        <p:spPr>
          <a:xfrm>
            <a:off x="0" y="157479"/>
            <a:ext cx="12192000" cy="1047115"/>
          </a:xfrm>
        </p:spPr>
        <p:txBody>
          <a:bodyPr>
            <a:normAutofit fontScale="90000"/>
          </a:bodyPr>
          <a:lstStyle/>
          <a:p>
            <a:pPr algn="ctr"/>
            <a:r>
              <a:rPr lang="en-US" sz="5400" b="1" dirty="0">
                <a:solidFill>
                  <a:srgbClr val="C00000"/>
                </a:solidFill>
                <a:latin typeface="Times New Roman" panose="02020603050405020304" pitchFamily="18" charset="0"/>
                <a:cs typeface="Times New Roman" panose="02020603050405020304" pitchFamily="18" charset="0"/>
              </a:rPr>
              <a:t>Factors Affecting Human Resource Planning</a:t>
            </a:r>
          </a:p>
        </p:txBody>
      </p:sp>
      <p:sp>
        <p:nvSpPr>
          <p:cNvPr id="3" name="Content Placeholder 2">
            <a:extLst>
              <a:ext uri="{FF2B5EF4-FFF2-40B4-BE49-F238E27FC236}">
                <a16:creationId xmlns:a16="http://schemas.microsoft.com/office/drawing/2014/main" id="{EAC371A7-3408-740B-4D3A-32F87AFC1C5B}"/>
              </a:ext>
            </a:extLst>
          </p:cNvPr>
          <p:cNvSpPr>
            <a:spLocks noGrp="1"/>
          </p:cNvSpPr>
          <p:nvPr>
            <p:ph idx="1"/>
          </p:nvPr>
        </p:nvSpPr>
        <p:spPr>
          <a:xfrm>
            <a:off x="142240" y="1432560"/>
            <a:ext cx="11887200" cy="5267961"/>
          </a:xfrm>
        </p:spPr>
        <p:txBody>
          <a:bodyPr>
            <a:normAutofit/>
          </a:bodyPr>
          <a:lstStyle/>
          <a:p>
            <a:r>
              <a:rPr lang="en-US" sz="3600" dirty="0">
                <a:latin typeface="Times New Roman" panose="02020603050405020304" pitchFamily="18" charset="0"/>
                <a:cs typeface="Times New Roman" panose="02020603050405020304" pitchFamily="18" charset="0"/>
              </a:rPr>
              <a:t>Type and Strategy of an Organization</a:t>
            </a:r>
          </a:p>
          <a:p>
            <a:r>
              <a:rPr lang="en-US" sz="3600" dirty="0">
                <a:latin typeface="Times New Roman" panose="02020603050405020304" pitchFamily="18" charset="0"/>
                <a:cs typeface="Times New Roman" panose="02020603050405020304" pitchFamily="18" charset="0"/>
              </a:rPr>
              <a:t>Organizational Growth Cycle and Planning</a:t>
            </a:r>
          </a:p>
          <a:p>
            <a:r>
              <a:rPr lang="en-IN" sz="3600" dirty="0">
                <a:latin typeface="Times New Roman" panose="02020603050405020304" pitchFamily="18" charset="0"/>
                <a:cs typeface="Times New Roman" panose="02020603050405020304" pitchFamily="18" charset="0"/>
              </a:rPr>
              <a:t>Environmental Uncertainties</a:t>
            </a:r>
            <a:endParaRPr lang="en-US" sz="3600" dirty="0">
              <a:latin typeface="Times New Roman" panose="02020603050405020304" pitchFamily="18" charset="0"/>
              <a:cs typeface="Times New Roman" panose="02020603050405020304" pitchFamily="18" charset="0"/>
            </a:endParaRPr>
          </a:p>
          <a:p>
            <a:r>
              <a:rPr lang="en-IN" sz="3600" dirty="0">
                <a:latin typeface="Times New Roman" panose="02020603050405020304" pitchFamily="18" charset="0"/>
                <a:cs typeface="Times New Roman" panose="02020603050405020304" pitchFamily="18" charset="0"/>
              </a:rPr>
              <a:t>Time Horizon</a:t>
            </a:r>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Nature of Job Being Filled</a:t>
            </a:r>
          </a:p>
          <a:p>
            <a:r>
              <a:rPr lang="en-IN" sz="3600" dirty="0">
                <a:latin typeface="Times New Roman" panose="02020603050405020304" pitchFamily="18" charset="0"/>
                <a:cs typeface="Times New Roman" panose="02020603050405020304" pitchFamily="18" charset="0"/>
              </a:rPr>
              <a:t>Outsourcing</a:t>
            </a:r>
          </a:p>
        </p:txBody>
      </p:sp>
    </p:spTree>
    <p:extLst>
      <p:ext uri="{BB962C8B-B14F-4D97-AF65-F5344CB8AC3E}">
        <p14:creationId xmlns:p14="http://schemas.microsoft.com/office/powerpoint/2010/main" val="229272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03183C-6B9A-4AF8-7E82-3B3EBB8690A9}"/>
              </a:ext>
            </a:extLst>
          </p:cNvPr>
          <p:cNvSpPr>
            <a:spLocks noGrp="1"/>
          </p:cNvSpPr>
          <p:nvPr>
            <p:ph type="title"/>
          </p:nvPr>
        </p:nvSpPr>
        <p:spPr>
          <a:xfrm>
            <a:off x="0" y="157479"/>
            <a:ext cx="12192000" cy="1047115"/>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Barriers to HR Planning</a:t>
            </a:r>
          </a:p>
        </p:txBody>
      </p:sp>
      <p:sp>
        <p:nvSpPr>
          <p:cNvPr id="3" name="Content Placeholder 2">
            <a:extLst>
              <a:ext uri="{FF2B5EF4-FFF2-40B4-BE49-F238E27FC236}">
                <a16:creationId xmlns:a16="http://schemas.microsoft.com/office/drawing/2014/main" id="{E057F5FD-BA36-9344-32EA-FABDB802F912}"/>
              </a:ext>
            </a:extLst>
          </p:cNvPr>
          <p:cNvSpPr>
            <a:spLocks noGrp="1"/>
          </p:cNvSpPr>
          <p:nvPr>
            <p:ph idx="1"/>
          </p:nvPr>
        </p:nvSpPr>
        <p:spPr>
          <a:xfrm>
            <a:off x="132080" y="1320800"/>
            <a:ext cx="11877040" cy="5303519"/>
          </a:xfrm>
        </p:spPr>
        <p:txBody>
          <a:bodyPr>
            <a:normAutofit/>
          </a:bodyPr>
          <a:lstStyle/>
          <a:p>
            <a:r>
              <a:rPr lang="en-US" sz="3600" dirty="0">
                <a:latin typeface="Times New Roman" panose="02020603050405020304" pitchFamily="18" charset="0"/>
                <a:cs typeface="Times New Roman" panose="02020603050405020304" pitchFamily="18" charset="0"/>
              </a:rPr>
              <a:t>Accuracy of Forecasts</a:t>
            </a:r>
          </a:p>
          <a:p>
            <a:r>
              <a:rPr lang="en-US" sz="3600" dirty="0">
                <a:latin typeface="Times New Roman" panose="02020603050405020304" pitchFamily="18" charset="0"/>
                <a:cs typeface="Times New Roman" panose="02020603050405020304" pitchFamily="18" charset="0"/>
              </a:rPr>
              <a:t>Lack of Support of the Top Management</a:t>
            </a:r>
          </a:p>
          <a:p>
            <a:r>
              <a:rPr lang="en-US" sz="3600" dirty="0">
                <a:latin typeface="Times New Roman" panose="02020603050405020304" pitchFamily="18" charset="0"/>
                <a:cs typeface="Times New Roman" panose="02020603050405020304" pitchFamily="18" charset="0"/>
              </a:rPr>
              <a:t>Resistance from Employees</a:t>
            </a:r>
          </a:p>
          <a:p>
            <a:r>
              <a:rPr lang="en-US" sz="3600" dirty="0">
                <a:latin typeface="Times New Roman" panose="02020603050405020304" pitchFamily="18" charset="0"/>
                <a:cs typeface="Times New Roman" panose="02020603050405020304" pitchFamily="18" charset="0"/>
              </a:rPr>
              <a:t>Insufficient Initial Efforts</a:t>
            </a:r>
          </a:p>
          <a:p>
            <a:r>
              <a:rPr lang="en-US" sz="3600" dirty="0">
                <a:latin typeface="Times New Roman" panose="02020603050405020304" pitchFamily="18" charset="0"/>
                <a:cs typeface="Times New Roman" panose="02020603050405020304" pitchFamily="18" charset="0"/>
              </a:rPr>
              <a:t>Inadequate Management Information System</a:t>
            </a:r>
          </a:p>
          <a:p>
            <a:r>
              <a:rPr lang="en-US" sz="3600" dirty="0">
                <a:latin typeface="Times New Roman" panose="02020603050405020304" pitchFamily="18" charset="0"/>
                <a:cs typeface="Times New Roman" panose="02020603050405020304" pitchFamily="18" charset="0"/>
              </a:rPr>
              <a:t>Uncertainties</a:t>
            </a:r>
          </a:p>
          <a:p>
            <a:r>
              <a:rPr lang="en-US" sz="3600" dirty="0">
                <a:latin typeface="Times New Roman" panose="02020603050405020304" pitchFamily="18" charset="0"/>
                <a:cs typeface="Times New Roman" panose="02020603050405020304" pitchFamily="18" charset="0"/>
              </a:rPr>
              <a:t>Expensive and Time Consuming</a:t>
            </a:r>
          </a:p>
          <a:p>
            <a:r>
              <a:rPr lang="en-US" sz="3600" dirty="0">
                <a:latin typeface="Times New Roman" panose="02020603050405020304" pitchFamily="18" charset="0"/>
                <a:cs typeface="Times New Roman" panose="02020603050405020304" pitchFamily="18" charset="0"/>
              </a:rPr>
              <a:t>Unbalanced Approach</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5676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42B3DC-954A-5C28-9AC0-12EE01A5DC4A}"/>
              </a:ext>
            </a:extLst>
          </p:cNvPr>
          <p:cNvSpPr>
            <a:spLocks noGrp="1"/>
          </p:cNvSpPr>
          <p:nvPr>
            <p:ph type="title"/>
          </p:nvPr>
        </p:nvSpPr>
        <p:spPr>
          <a:xfrm>
            <a:off x="0" y="157479"/>
            <a:ext cx="12192000" cy="1047115"/>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Tools for Demand Forecasting</a:t>
            </a:r>
          </a:p>
        </p:txBody>
      </p:sp>
      <p:sp>
        <p:nvSpPr>
          <p:cNvPr id="3" name="Content Placeholder 2">
            <a:extLst>
              <a:ext uri="{FF2B5EF4-FFF2-40B4-BE49-F238E27FC236}">
                <a16:creationId xmlns:a16="http://schemas.microsoft.com/office/drawing/2014/main" id="{D7DC744D-5C05-A1DA-A653-8A8AF2AB59C9}"/>
              </a:ext>
            </a:extLst>
          </p:cNvPr>
          <p:cNvSpPr>
            <a:spLocks noGrp="1"/>
          </p:cNvSpPr>
          <p:nvPr>
            <p:ph idx="1"/>
          </p:nvPr>
        </p:nvSpPr>
        <p:spPr>
          <a:xfrm>
            <a:off x="182880" y="1351280"/>
            <a:ext cx="11887200" cy="5349241"/>
          </a:xfrm>
        </p:spPr>
        <p:txBody>
          <a:bodyPr/>
          <a:lstStyle/>
          <a:p>
            <a:pPr>
              <a:lnSpc>
                <a:spcPct val="100000"/>
              </a:lnSpc>
            </a:pPr>
            <a:r>
              <a:rPr lang="en-US" sz="3600" dirty="0">
                <a:latin typeface="Times New Roman" panose="02020603050405020304" pitchFamily="18" charset="0"/>
                <a:cs typeface="Times New Roman" panose="02020603050405020304" pitchFamily="18" charset="0"/>
              </a:rPr>
              <a:t>Managerial Judgement</a:t>
            </a:r>
          </a:p>
          <a:p>
            <a:pPr>
              <a:lnSpc>
                <a:spcPct val="100000"/>
              </a:lnSpc>
            </a:pPr>
            <a:r>
              <a:rPr lang="en-US" sz="3600" dirty="0">
                <a:latin typeface="Times New Roman" panose="02020603050405020304" pitchFamily="18" charset="0"/>
                <a:cs typeface="Times New Roman" panose="02020603050405020304" pitchFamily="18" charset="0"/>
              </a:rPr>
              <a:t>Ratio Analysis</a:t>
            </a:r>
          </a:p>
          <a:p>
            <a:pPr>
              <a:lnSpc>
                <a:spcPct val="100000"/>
              </a:lnSpc>
            </a:pPr>
            <a:r>
              <a:rPr lang="en-US" sz="3600" dirty="0">
                <a:latin typeface="Times New Roman" panose="02020603050405020304" pitchFamily="18" charset="0"/>
                <a:cs typeface="Times New Roman" panose="02020603050405020304" pitchFamily="18" charset="0"/>
              </a:rPr>
              <a:t>Trend Analysis</a:t>
            </a:r>
          </a:p>
          <a:p>
            <a:pPr>
              <a:lnSpc>
                <a:spcPct val="100000"/>
              </a:lnSpc>
            </a:pPr>
            <a:r>
              <a:rPr lang="en-US" sz="3600" dirty="0">
                <a:latin typeface="Times New Roman" panose="02020603050405020304" pitchFamily="18" charset="0"/>
                <a:cs typeface="Times New Roman" panose="02020603050405020304" pitchFamily="18" charset="0"/>
              </a:rPr>
              <a:t>Computerized Forecast</a:t>
            </a:r>
          </a:p>
          <a:p>
            <a:pPr>
              <a:lnSpc>
                <a:spcPct val="100000"/>
              </a:lnSpc>
            </a:pPr>
            <a:r>
              <a:rPr lang="en-US" sz="3600" dirty="0">
                <a:latin typeface="Times New Roman" panose="02020603050405020304" pitchFamily="18" charset="0"/>
                <a:cs typeface="Times New Roman" panose="02020603050405020304" pitchFamily="18" charset="0"/>
              </a:rPr>
              <a:t>Work-Study Techniques</a:t>
            </a:r>
          </a:p>
          <a:p>
            <a:pPr>
              <a:lnSpc>
                <a:spcPct val="100000"/>
              </a:lnSpc>
            </a:pPr>
            <a:r>
              <a:rPr lang="en-US" sz="3600" dirty="0">
                <a:latin typeface="Times New Roman" panose="02020603050405020304" pitchFamily="18" charset="0"/>
                <a:cs typeface="Times New Roman" panose="02020603050405020304" pitchFamily="18" charset="0"/>
              </a:rPr>
              <a:t>Delphi Technique</a:t>
            </a:r>
          </a:p>
          <a:p>
            <a:pPr marL="0" indent="0">
              <a:buNone/>
            </a:pPr>
            <a:endParaRPr lang="en-IN" dirty="0"/>
          </a:p>
        </p:txBody>
      </p:sp>
    </p:spTree>
    <p:extLst>
      <p:ext uri="{BB962C8B-B14F-4D97-AF65-F5344CB8AC3E}">
        <p14:creationId xmlns:p14="http://schemas.microsoft.com/office/powerpoint/2010/main" val="839314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524231-CB70-B1A2-88EB-6AED63D985D6}"/>
              </a:ext>
            </a:extLst>
          </p:cNvPr>
          <p:cNvSpPr>
            <a:spLocks noGrp="1"/>
          </p:cNvSpPr>
          <p:nvPr>
            <p:ph type="title"/>
          </p:nvPr>
        </p:nvSpPr>
        <p:spPr>
          <a:xfrm>
            <a:off x="0" y="157479"/>
            <a:ext cx="12192000" cy="1047115"/>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Challenges for HR</a:t>
            </a:r>
          </a:p>
        </p:txBody>
      </p:sp>
      <p:sp>
        <p:nvSpPr>
          <p:cNvPr id="3" name="Content Placeholder 2">
            <a:extLst>
              <a:ext uri="{FF2B5EF4-FFF2-40B4-BE49-F238E27FC236}">
                <a16:creationId xmlns:a16="http://schemas.microsoft.com/office/drawing/2014/main" id="{EDEADB7C-ED8E-6F71-AC51-D98B4CB88102}"/>
              </a:ext>
            </a:extLst>
          </p:cNvPr>
          <p:cNvSpPr>
            <a:spLocks noGrp="1"/>
          </p:cNvSpPr>
          <p:nvPr>
            <p:ph idx="1"/>
          </p:nvPr>
        </p:nvSpPr>
        <p:spPr>
          <a:xfrm>
            <a:off x="243840" y="1330960"/>
            <a:ext cx="11765280" cy="5019040"/>
          </a:xfrm>
        </p:spPr>
        <p:txBody>
          <a:bodyPr>
            <a:normAutofit/>
          </a:bodyPr>
          <a:lstStyle/>
          <a:p>
            <a:pPr>
              <a:lnSpc>
                <a:spcPct val="100000"/>
              </a:lnSpc>
            </a:pPr>
            <a:r>
              <a:rPr lang="en-US" sz="3600" dirty="0">
                <a:latin typeface="Times New Roman" panose="02020603050405020304" pitchFamily="18" charset="0"/>
                <a:cs typeface="Times New Roman" panose="02020603050405020304" pitchFamily="18" charset="0"/>
              </a:rPr>
              <a:t>Retaining Top Talent</a:t>
            </a:r>
          </a:p>
          <a:p>
            <a:pPr>
              <a:lnSpc>
                <a:spcPct val="100000"/>
              </a:lnSpc>
            </a:pPr>
            <a:r>
              <a:rPr lang="en-US" sz="3600" dirty="0">
                <a:latin typeface="Times New Roman" panose="02020603050405020304" pitchFamily="18" charset="0"/>
                <a:cs typeface="Times New Roman" panose="02020603050405020304" pitchFamily="18" charset="0"/>
              </a:rPr>
              <a:t>Attracting Top Talent</a:t>
            </a:r>
          </a:p>
          <a:p>
            <a:pPr>
              <a:lnSpc>
                <a:spcPct val="100000"/>
              </a:lnSpc>
            </a:pPr>
            <a:r>
              <a:rPr lang="en-US" sz="3600" dirty="0">
                <a:latin typeface="Times New Roman" panose="02020603050405020304" pitchFamily="18" charset="0"/>
                <a:cs typeface="Times New Roman" panose="02020603050405020304" pitchFamily="18" charset="0"/>
              </a:rPr>
              <a:t>Building Leaders from within the Company</a:t>
            </a:r>
          </a:p>
          <a:p>
            <a:pPr>
              <a:lnSpc>
                <a:spcPct val="100000"/>
              </a:lnSpc>
            </a:pPr>
            <a:r>
              <a:rPr lang="en-US" sz="3600" dirty="0">
                <a:latin typeface="Times New Roman" panose="02020603050405020304" pitchFamily="18" charset="0"/>
                <a:cs typeface="Times New Roman" panose="02020603050405020304" pitchFamily="18" charset="0"/>
              </a:rPr>
              <a:t>Creating a Healthy company culture</a:t>
            </a:r>
          </a:p>
          <a:p>
            <a:pPr>
              <a:lnSpc>
                <a:spcPct val="100000"/>
              </a:lnSpc>
            </a:pPr>
            <a:r>
              <a:rPr lang="en-US" sz="3600" dirty="0">
                <a:latin typeface="Times New Roman" panose="02020603050405020304" pitchFamily="18" charset="0"/>
                <a:cs typeface="Times New Roman" panose="02020603050405020304" pitchFamily="18" charset="0"/>
              </a:rPr>
              <a:t>Measuring HR effectiveness</a:t>
            </a:r>
          </a:p>
          <a:p>
            <a:pPr>
              <a:lnSpc>
                <a:spcPct val="100000"/>
              </a:lnSpc>
            </a:pPr>
            <a:r>
              <a:rPr lang="en-US" sz="3600" dirty="0">
                <a:latin typeface="Times New Roman" panose="02020603050405020304" pitchFamily="18" charset="0"/>
                <a:cs typeface="Times New Roman" panose="02020603050405020304" pitchFamily="18" charset="0"/>
              </a:rPr>
              <a:t>Encouraging effective Learning</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1651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F1600B7-F9FF-E0F1-CD06-C18ED351EDF7}"/>
              </a:ext>
            </a:extLst>
          </p:cNvPr>
          <p:cNvSpPr>
            <a:spLocks noGrp="1"/>
          </p:cNvSpPr>
          <p:nvPr>
            <p:ph type="title"/>
          </p:nvPr>
        </p:nvSpPr>
        <p:spPr>
          <a:xfrm>
            <a:off x="0" y="157479"/>
            <a:ext cx="12192000" cy="1047115"/>
          </a:xfrm>
        </p:spPr>
        <p:txBody>
          <a:bodyPr>
            <a:normAutofit/>
          </a:bodyPr>
          <a:lstStyle/>
          <a:p>
            <a:pPr algn="ctr"/>
            <a:r>
              <a:rPr lang="en-US" sz="5400" b="1" dirty="0">
                <a:solidFill>
                  <a:srgbClr val="C00000"/>
                </a:solidFill>
                <a:latin typeface="Times New Roman" panose="02020603050405020304" pitchFamily="18" charset="0"/>
                <a:cs typeface="Times New Roman" panose="02020603050405020304" pitchFamily="18" charset="0"/>
              </a:rPr>
              <a:t>Job Analysis</a:t>
            </a:r>
          </a:p>
        </p:txBody>
      </p:sp>
      <p:sp>
        <p:nvSpPr>
          <p:cNvPr id="3" name="Content Placeholder 2">
            <a:extLst>
              <a:ext uri="{FF2B5EF4-FFF2-40B4-BE49-F238E27FC236}">
                <a16:creationId xmlns:a16="http://schemas.microsoft.com/office/drawing/2014/main" id="{9F2C2573-507A-A731-7D93-F8BA3B6E6562}"/>
              </a:ext>
            </a:extLst>
          </p:cNvPr>
          <p:cNvSpPr>
            <a:spLocks noGrp="1"/>
          </p:cNvSpPr>
          <p:nvPr>
            <p:ph idx="1"/>
          </p:nvPr>
        </p:nvSpPr>
        <p:spPr>
          <a:xfrm>
            <a:off x="182880" y="1204594"/>
            <a:ext cx="11775440" cy="5287646"/>
          </a:xfrm>
        </p:spPr>
        <p:txBody>
          <a:bodyPr/>
          <a:lstStyle/>
          <a:p>
            <a:pPr marL="0" indent="0" algn="just">
              <a:lnSpc>
                <a:spcPct val="100000"/>
              </a:lnSpc>
              <a:buNone/>
            </a:pPr>
            <a:r>
              <a:rPr lang="en-US" altLang="en-US" sz="3600" dirty="0">
                <a:latin typeface="Times New Roman" panose="02020603050405020304" pitchFamily="18" charset="0"/>
                <a:cs typeface="Times New Roman" panose="02020603050405020304" pitchFamily="18" charset="0"/>
              </a:rPr>
              <a:t>Job analysis is the process of gathering information about a job. It is, to be more specific, a systematic investigation of the tasks, duties and responsibilities necessary to do a job.</a:t>
            </a:r>
          </a:p>
          <a:p>
            <a:pPr marL="0" indent="0" algn="just">
              <a:lnSpc>
                <a:spcPct val="100000"/>
              </a:lnSpc>
              <a:buNone/>
            </a:pPr>
            <a:endParaRPr lang="en-US" altLang="en-US" sz="3600"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7" name="Rectangle 6">
            <a:extLst>
              <a:ext uri="{FF2B5EF4-FFF2-40B4-BE49-F238E27FC236}">
                <a16:creationId xmlns:a16="http://schemas.microsoft.com/office/drawing/2014/main" id="{C37E25FB-ED0E-AC3E-38F6-5C3D38D9037F}"/>
              </a:ext>
            </a:extLst>
          </p:cNvPr>
          <p:cNvSpPr/>
          <p:nvPr/>
        </p:nvSpPr>
        <p:spPr>
          <a:xfrm>
            <a:off x="619760" y="4297680"/>
            <a:ext cx="3048000" cy="8331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4000" b="1" dirty="0">
                <a:solidFill>
                  <a:schemeClr val="bg1"/>
                </a:solidFill>
                <a:latin typeface="Times New Roman" panose="02020603050405020304" pitchFamily="18" charset="0"/>
                <a:cs typeface="Times New Roman" panose="02020603050405020304" pitchFamily="18" charset="0"/>
              </a:rPr>
              <a:t>Job Analysis</a:t>
            </a:r>
          </a:p>
        </p:txBody>
      </p:sp>
      <p:sp>
        <p:nvSpPr>
          <p:cNvPr id="8" name="Rectangle 7">
            <a:extLst>
              <a:ext uri="{FF2B5EF4-FFF2-40B4-BE49-F238E27FC236}">
                <a16:creationId xmlns:a16="http://schemas.microsoft.com/office/drawing/2014/main" id="{BD39349C-D842-C4E1-5C63-AA20BF035FF0}"/>
              </a:ext>
            </a:extLst>
          </p:cNvPr>
          <p:cNvSpPr/>
          <p:nvPr/>
        </p:nvSpPr>
        <p:spPr>
          <a:xfrm>
            <a:off x="6096000" y="3346769"/>
            <a:ext cx="3779520" cy="8124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3200" b="1" dirty="0">
                <a:solidFill>
                  <a:schemeClr val="bg1"/>
                </a:solidFill>
                <a:latin typeface="Times New Roman" panose="02020603050405020304" pitchFamily="18" charset="0"/>
                <a:cs typeface="Times New Roman" panose="02020603050405020304" pitchFamily="18" charset="0"/>
              </a:rPr>
              <a:t>Job Tasks</a:t>
            </a:r>
          </a:p>
        </p:txBody>
      </p:sp>
      <p:sp>
        <p:nvSpPr>
          <p:cNvPr id="9" name="Rectangle 8">
            <a:extLst>
              <a:ext uri="{FF2B5EF4-FFF2-40B4-BE49-F238E27FC236}">
                <a16:creationId xmlns:a16="http://schemas.microsoft.com/office/drawing/2014/main" id="{E540FDA6-70EC-9CFD-49E4-41E85970FE8D}"/>
              </a:ext>
            </a:extLst>
          </p:cNvPr>
          <p:cNvSpPr/>
          <p:nvPr/>
        </p:nvSpPr>
        <p:spPr>
          <a:xfrm>
            <a:off x="6096000" y="4393884"/>
            <a:ext cx="3779520" cy="8124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3200" b="1" dirty="0">
                <a:solidFill>
                  <a:schemeClr val="bg1"/>
                </a:solidFill>
                <a:latin typeface="Times New Roman" panose="02020603050405020304" pitchFamily="18" charset="0"/>
                <a:cs typeface="Times New Roman" panose="02020603050405020304" pitchFamily="18" charset="0"/>
              </a:rPr>
              <a:t>Job Duties</a:t>
            </a:r>
          </a:p>
        </p:txBody>
      </p:sp>
      <p:sp>
        <p:nvSpPr>
          <p:cNvPr id="10" name="Rectangle 9">
            <a:extLst>
              <a:ext uri="{FF2B5EF4-FFF2-40B4-BE49-F238E27FC236}">
                <a16:creationId xmlns:a16="http://schemas.microsoft.com/office/drawing/2014/main" id="{9D5E7DE6-5EDF-3180-87C4-FEBEB03582D7}"/>
              </a:ext>
            </a:extLst>
          </p:cNvPr>
          <p:cNvSpPr/>
          <p:nvPr/>
        </p:nvSpPr>
        <p:spPr>
          <a:xfrm>
            <a:off x="6096000" y="5653406"/>
            <a:ext cx="3779520" cy="81248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3200" b="1" dirty="0">
                <a:solidFill>
                  <a:schemeClr val="bg1"/>
                </a:solidFill>
                <a:latin typeface="Times New Roman" panose="02020603050405020304" pitchFamily="18" charset="0"/>
                <a:cs typeface="Times New Roman" panose="02020603050405020304" pitchFamily="18" charset="0"/>
              </a:rPr>
              <a:t>Job Responsibilities</a:t>
            </a:r>
          </a:p>
        </p:txBody>
      </p:sp>
      <p:cxnSp>
        <p:nvCxnSpPr>
          <p:cNvPr id="12" name="Straight Arrow Connector 11">
            <a:extLst>
              <a:ext uri="{FF2B5EF4-FFF2-40B4-BE49-F238E27FC236}">
                <a16:creationId xmlns:a16="http://schemas.microsoft.com/office/drawing/2014/main" id="{6B4D7F01-0700-4BF8-1F14-568B537D93FF}"/>
              </a:ext>
            </a:extLst>
          </p:cNvPr>
          <p:cNvCxnSpPr>
            <a:cxnSpLocks/>
            <a:stCxn id="7" idx="3"/>
            <a:endCxn id="8" idx="1"/>
          </p:cNvCxnSpPr>
          <p:nvPr/>
        </p:nvCxnSpPr>
        <p:spPr>
          <a:xfrm flipV="1">
            <a:off x="3667760" y="3753011"/>
            <a:ext cx="2428240" cy="961229"/>
          </a:xfrm>
          <a:prstGeom prst="straightConnector1">
            <a:avLst/>
          </a:prstGeom>
          <a:ln>
            <a:solidFill>
              <a:srgbClr val="0070C0"/>
            </a:solidFill>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F340F3ED-3A32-778B-C7D4-4BB340984562}"/>
              </a:ext>
            </a:extLst>
          </p:cNvPr>
          <p:cNvCxnSpPr>
            <a:stCxn id="7" idx="3"/>
            <a:endCxn id="9" idx="1"/>
          </p:cNvCxnSpPr>
          <p:nvPr/>
        </p:nvCxnSpPr>
        <p:spPr>
          <a:xfrm>
            <a:off x="3667760" y="4714240"/>
            <a:ext cx="2428240" cy="8588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12CD224C-CFB4-EC10-0240-924BEEC42049}"/>
              </a:ext>
            </a:extLst>
          </p:cNvPr>
          <p:cNvCxnSpPr>
            <a:stCxn id="7" idx="3"/>
            <a:endCxn id="10" idx="1"/>
          </p:cNvCxnSpPr>
          <p:nvPr/>
        </p:nvCxnSpPr>
        <p:spPr>
          <a:xfrm>
            <a:off x="3667760" y="4714240"/>
            <a:ext cx="2428240" cy="13454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30149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par>
                                <p:cTn id="13" presetID="10"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8"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E9FEE9-CC95-2429-3A1A-F8CB13F04038}"/>
              </a:ext>
            </a:extLst>
          </p:cNvPr>
          <p:cNvSpPr>
            <a:spLocks noGrp="1"/>
          </p:cNvSpPr>
          <p:nvPr>
            <p:ph idx="1"/>
          </p:nvPr>
        </p:nvSpPr>
        <p:spPr>
          <a:xfrm>
            <a:off x="111760" y="355600"/>
            <a:ext cx="11938000" cy="6319519"/>
          </a:xfrm>
        </p:spPr>
        <p:txBody>
          <a:bodyPr>
            <a:normAutofit/>
          </a:bodyPr>
          <a:lstStyle/>
          <a:p>
            <a:pPr marL="0" indent="0" algn="just">
              <a:lnSpc>
                <a:spcPct val="100000"/>
              </a:lnSpc>
              <a:buNone/>
            </a:pPr>
            <a:r>
              <a:rPr lang="en-US" sz="3600" dirty="0">
                <a:latin typeface="Times New Roman" panose="02020603050405020304" pitchFamily="18" charset="0"/>
                <a:cs typeface="Times New Roman" panose="02020603050405020304" pitchFamily="18" charset="0"/>
              </a:rPr>
              <a:t>Job analysis involves the various steps in collecting all the required and relevant information about a job. A person who carry out the job analysis is known as a job analyst.</a:t>
            </a:r>
          </a:p>
          <a:p>
            <a:pPr marL="0" indent="0" algn="just">
              <a:lnSpc>
                <a:spcPct val="100000"/>
              </a:lnSpc>
              <a:buNone/>
            </a:pPr>
            <a:endParaRPr lang="en-US" sz="3600" dirty="0">
              <a:latin typeface="Times New Roman" panose="02020603050405020304" pitchFamily="18" charset="0"/>
              <a:cs typeface="Times New Roman" panose="02020603050405020304" pitchFamily="18" charset="0"/>
            </a:endParaRPr>
          </a:p>
          <a:p>
            <a:pPr marL="0" indent="0" algn="just">
              <a:lnSpc>
                <a:spcPct val="100000"/>
              </a:lnSpc>
              <a:buNone/>
            </a:pPr>
            <a:r>
              <a:rPr lang="en-US" sz="3600" b="1" dirty="0">
                <a:latin typeface="Times New Roman" panose="02020603050405020304" pitchFamily="18" charset="0"/>
                <a:cs typeface="Times New Roman" panose="02020603050405020304" pitchFamily="18" charset="0"/>
              </a:rPr>
              <a:t>Edwin B. Flippo “</a:t>
            </a:r>
            <a:r>
              <a:rPr lang="en-US" sz="3600" dirty="0">
                <a:latin typeface="Times New Roman" panose="02020603050405020304" pitchFamily="18" charset="0"/>
                <a:cs typeface="Times New Roman" panose="02020603050405020304" pitchFamily="18" charset="0"/>
              </a:rPr>
              <a:t>Job analysis is the process of studying and collecting information relating to the operations and responsibilities of a specific job”.</a:t>
            </a:r>
          </a:p>
          <a:p>
            <a:pPr marL="0" indent="0" algn="just">
              <a:lnSpc>
                <a:spcPct val="100000"/>
              </a:lnSpc>
              <a:buNone/>
            </a:pPr>
            <a:endParaRPr lang="en-US" sz="3600" dirty="0">
              <a:latin typeface="Times New Roman" panose="02020603050405020304" pitchFamily="18" charset="0"/>
              <a:cs typeface="Times New Roman" panose="02020603050405020304" pitchFamily="18" charset="0"/>
            </a:endParaRPr>
          </a:p>
          <a:p>
            <a:pPr marL="0" indent="0" algn="just">
              <a:lnSpc>
                <a:spcPct val="100000"/>
              </a:lnSpc>
              <a:buNone/>
            </a:pPr>
            <a:r>
              <a:rPr lang="en-US" sz="3600" b="1" dirty="0">
                <a:latin typeface="Times New Roman" panose="02020603050405020304" pitchFamily="18" charset="0"/>
                <a:cs typeface="Times New Roman" panose="02020603050405020304" pitchFamily="18" charset="0"/>
              </a:rPr>
              <a:t>Armstrong (2010) </a:t>
            </a:r>
            <a:r>
              <a:rPr lang="en-US" sz="3600" dirty="0">
                <a:latin typeface="Times New Roman" panose="02020603050405020304" pitchFamily="18" charset="0"/>
                <a:cs typeface="Times New Roman" panose="02020603050405020304" pitchFamily="18" charset="0"/>
              </a:rPr>
              <a:t>summarizes it as a process of “clarifying what job holders are expected to do”.</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5887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E79C6AB-AC49-EBE9-ACE3-0E546E42C98B}"/>
              </a:ext>
            </a:extLst>
          </p:cNvPr>
          <p:cNvSpPr>
            <a:spLocks noGrp="1"/>
          </p:cNvSpPr>
          <p:nvPr>
            <p:ph type="title"/>
          </p:nvPr>
        </p:nvSpPr>
        <p:spPr>
          <a:xfrm>
            <a:off x="101600" y="121285"/>
            <a:ext cx="11988800" cy="1325563"/>
          </a:xfrm>
        </p:spPr>
        <p:txBody>
          <a:bodyPr>
            <a:normAutofit/>
          </a:bodyPr>
          <a:lstStyle/>
          <a:p>
            <a:pPr algn="ctr"/>
            <a:r>
              <a:rPr lang="en-US" sz="4800" b="1" dirty="0">
                <a:solidFill>
                  <a:srgbClr val="C00000"/>
                </a:solidFill>
                <a:latin typeface="Times New Roman" panose="02020603050405020304" pitchFamily="18" charset="0"/>
                <a:cs typeface="Times New Roman" panose="02020603050405020304" pitchFamily="18" charset="0"/>
              </a:rPr>
              <a:t>Job analysis includes two main Components</a:t>
            </a: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6A4E7C26-C5E4-AEFC-CCFE-039FFB4C157C}"/>
              </a:ext>
            </a:extLst>
          </p:cNvPr>
          <p:cNvSpPr txBox="1">
            <a:spLocks/>
          </p:cNvSpPr>
          <p:nvPr/>
        </p:nvSpPr>
        <p:spPr>
          <a:xfrm>
            <a:off x="6537960" y="1784985"/>
            <a:ext cx="488188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200" b="1" dirty="0">
                <a:latin typeface="Times New Roman" panose="02020603050405020304" pitchFamily="18" charset="0"/>
                <a:cs typeface="Times New Roman" panose="02020603050405020304" pitchFamily="18" charset="0"/>
              </a:rPr>
              <a:t>Job Specification</a:t>
            </a:r>
          </a:p>
          <a:p>
            <a:r>
              <a:rPr lang="en-US" sz="3200" dirty="0">
                <a:latin typeface="Times New Roman" panose="02020603050405020304" pitchFamily="18" charset="0"/>
                <a:cs typeface="Times New Roman" panose="02020603050405020304" pitchFamily="18" charset="0"/>
              </a:rPr>
              <a:t>Qualification</a:t>
            </a:r>
          </a:p>
          <a:p>
            <a:r>
              <a:rPr lang="en-US" sz="3200" dirty="0">
                <a:latin typeface="Times New Roman" panose="02020603050405020304" pitchFamily="18" charset="0"/>
                <a:cs typeface="Times New Roman" panose="02020603050405020304" pitchFamily="18" charset="0"/>
              </a:rPr>
              <a:t>Experiences </a:t>
            </a:r>
          </a:p>
          <a:p>
            <a:r>
              <a:rPr lang="en-US" sz="3200" dirty="0">
                <a:latin typeface="Times New Roman" panose="02020603050405020304" pitchFamily="18" charset="0"/>
                <a:cs typeface="Times New Roman" panose="02020603050405020304" pitchFamily="18" charset="0"/>
              </a:rPr>
              <a:t>Training </a:t>
            </a:r>
          </a:p>
          <a:p>
            <a:r>
              <a:rPr lang="en-US" sz="3200" dirty="0">
                <a:latin typeface="Times New Roman" panose="02020603050405020304" pitchFamily="18" charset="0"/>
                <a:cs typeface="Times New Roman" panose="02020603050405020304" pitchFamily="18" charset="0"/>
              </a:rPr>
              <a:t>Skills</a:t>
            </a:r>
          </a:p>
          <a:p>
            <a:r>
              <a:rPr lang="en-US" sz="3200" dirty="0">
                <a:latin typeface="Times New Roman" panose="02020603050405020304" pitchFamily="18" charset="0"/>
                <a:cs typeface="Times New Roman" panose="02020603050405020304" pitchFamily="18" charset="0"/>
              </a:rPr>
              <a:t>Responsibilities </a:t>
            </a: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3200" dirty="0">
              <a:latin typeface="Times New Roman" panose="02020603050405020304" pitchFamily="18" charset="0"/>
              <a:cs typeface="Times New Roman" panose="02020603050405020304" pitchFamily="18" charset="0"/>
            </a:endParaRPr>
          </a:p>
        </p:txBody>
      </p:sp>
      <p:sp>
        <p:nvSpPr>
          <p:cNvPr id="11" name="Content Placeholder 2">
            <a:extLst>
              <a:ext uri="{FF2B5EF4-FFF2-40B4-BE49-F238E27FC236}">
                <a16:creationId xmlns:a16="http://schemas.microsoft.com/office/drawing/2014/main" id="{38D6B320-F97B-5E26-C1AF-3E1B9AF1AE4B}"/>
              </a:ext>
            </a:extLst>
          </p:cNvPr>
          <p:cNvSpPr txBox="1">
            <a:spLocks/>
          </p:cNvSpPr>
          <p:nvPr/>
        </p:nvSpPr>
        <p:spPr>
          <a:xfrm>
            <a:off x="655320" y="1784985"/>
            <a:ext cx="4881880"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3200" b="1" dirty="0">
                <a:latin typeface="Times New Roman" panose="02020603050405020304" pitchFamily="18" charset="0"/>
                <a:cs typeface="Times New Roman" panose="02020603050405020304" pitchFamily="18" charset="0"/>
              </a:rPr>
              <a:t>Job Description</a:t>
            </a:r>
          </a:p>
          <a:p>
            <a:r>
              <a:rPr lang="en-US" sz="3200" dirty="0">
                <a:latin typeface="Times New Roman" panose="02020603050405020304" pitchFamily="18" charset="0"/>
                <a:cs typeface="Times New Roman" panose="02020603050405020304" pitchFamily="18" charset="0"/>
              </a:rPr>
              <a:t>Job Title</a:t>
            </a:r>
          </a:p>
          <a:p>
            <a:r>
              <a:rPr lang="en-US" sz="3200" dirty="0">
                <a:latin typeface="Times New Roman" panose="02020603050405020304" pitchFamily="18" charset="0"/>
                <a:cs typeface="Times New Roman" panose="02020603050405020304" pitchFamily="18" charset="0"/>
              </a:rPr>
              <a:t>Job Location </a:t>
            </a:r>
          </a:p>
          <a:p>
            <a:r>
              <a:rPr lang="en-US" sz="3200" dirty="0">
                <a:latin typeface="Times New Roman" panose="02020603050405020304" pitchFamily="18" charset="0"/>
                <a:cs typeface="Times New Roman" panose="02020603050405020304" pitchFamily="18" charset="0"/>
              </a:rPr>
              <a:t>Job Summary</a:t>
            </a:r>
          </a:p>
          <a:p>
            <a:r>
              <a:rPr lang="en-US" sz="3200" dirty="0">
                <a:latin typeface="Times New Roman" panose="02020603050405020304" pitchFamily="18" charset="0"/>
                <a:cs typeface="Times New Roman" panose="02020603050405020304" pitchFamily="18" charset="0"/>
              </a:rPr>
              <a:t>Reporting To</a:t>
            </a:r>
          </a:p>
          <a:p>
            <a:r>
              <a:rPr lang="en-US" sz="3200" dirty="0">
                <a:latin typeface="Times New Roman" panose="02020603050405020304" pitchFamily="18" charset="0"/>
                <a:cs typeface="Times New Roman" panose="02020603050405020304" pitchFamily="18" charset="0"/>
              </a:rPr>
              <a:t>Working Conditions</a:t>
            </a:r>
          </a:p>
          <a:p>
            <a:r>
              <a:rPr lang="en-US" sz="3200" dirty="0">
                <a:latin typeface="Times New Roman" panose="02020603050405020304" pitchFamily="18" charset="0"/>
                <a:cs typeface="Times New Roman" panose="02020603050405020304" pitchFamily="18" charset="0"/>
              </a:rPr>
              <a:t>Job Duties</a:t>
            </a:r>
          </a:p>
          <a:p>
            <a:r>
              <a:rPr lang="en-US" sz="3200" dirty="0">
                <a:latin typeface="Times New Roman" panose="02020603050405020304" pitchFamily="18" charset="0"/>
                <a:cs typeface="Times New Roman" panose="02020603050405020304" pitchFamily="18" charset="0"/>
              </a:rPr>
              <a:t>Machines to be Used</a:t>
            </a: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3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40671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E9C6D18-C64D-F187-7615-771FA4ABC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207760"/>
          </a:xfrm>
          <a:prstGeom prst="rect">
            <a:avLst/>
          </a:prstGeom>
        </p:spPr>
      </p:pic>
    </p:spTree>
    <p:extLst>
      <p:ext uri="{BB962C8B-B14F-4D97-AF65-F5344CB8AC3E}">
        <p14:creationId xmlns:p14="http://schemas.microsoft.com/office/powerpoint/2010/main" val="2625503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3BDF897-61F2-8B72-E523-8BEF2676CA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6080" y="-412236"/>
            <a:ext cx="8453120" cy="7682471"/>
          </a:xfrm>
          <a:prstGeom prst="rect">
            <a:avLst/>
          </a:prstGeom>
        </p:spPr>
      </p:pic>
    </p:spTree>
    <p:extLst>
      <p:ext uri="{BB962C8B-B14F-4D97-AF65-F5344CB8AC3E}">
        <p14:creationId xmlns:p14="http://schemas.microsoft.com/office/powerpoint/2010/main" val="4268224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45754F-5832-5877-EF84-C043EAC0C25D}"/>
              </a:ext>
            </a:extLst>
          </p:cNvPr>
          <p:cNvSpPr>
            <a:spLocks noGrp="1"/>
          </p:cNvSpPr>
          <p:nvPr>
            <p:ph type="title"/>
          </p:nvPr>
        </p:nvSpPr>
        <p:spPr>
          <a:xfrm>
            <a:off x="101600" y="121285"/>
            <a:ext cx="11988800" cy="1325563"/>
          </a:xfrm>
        </p:spPr>
        <p:txBody>
          <a:bodyPr>
            <a:normAutofit/>
          </a:bodyPr>
          <a:lstStyle/>
          <a:p>
            <a:pPr algn="ctr"/>
            <a:r>
              <a:rPr lang="en-US" sz="4800" b="1" dirty="0">
                <a:solidFill>
                  <a:srgbClr val="C00000"/>
                </a:solidFill>
                <a:latin typeface="Times New Roman" panose="02020603050405020304" pitchFamily="18" charset="0"/>
                <a:cs typeface="Times New Roman" panose="02020603050405020304" pitchFamily="18" charset="0"/>
              </a:rPr>
              <a:t>Job Evaluation </a:t>
            </a: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2427C94-8444-26EB-B731-AB2FD9A094A2}"/>
              </a:ext>
            </a:extLst>
          </p:cNvPr>
          <p:cNvSpPr>
            <a:spLocks noGrp="1"/>
          </p:cNvSpPr>
          <p:nvPr>
            <p:ph idx="1"/>
          </p:nvPr>
        </p:nvSpPr>
        <p:spPr>
          <a:xfrm>
            <a:off x="101600" y="1320800"/>
            <a:ext cx="11988800" cy="5293359"/>
          </a:xfrm>
        </p:spPr>
        <p:txBody>
          <a:bodyPr/>
          <a:lstStyle/>
          <a:p>
            <a:pPr marL="0" indent="0">
              <a:lnSpc>
                <a:spcPct val="100000"/>
              </a:lnSpc>
              <a:buNone/>
            </a:pPr>
            <a:r>
              <a:rPr lang="en-US" altLang="en-US" sz="3200" dirty="0">
                <a:latin typeface="Times New Roman" panose="02020603050405020304" pitchFamily="18" charset="0"/>
                <a:cs typeface="Times New Roman" panose="02020603050405020304" pitchFamily="18" charset="0"/>
              </a:rPr>
              <a:t>The purpose of job evaluation is to find the relative </a:t>
            </a:r>
            <a:r>
              <a:rPr lang="en-US" altLang="en-US" sz="3200" b="1" dirty="0">
                <a:latin typeface="Times New Roman" panose="02020603050405020304" pitchFamily="18" charset="0"/>
                <a:cs typeface="Times New Roman" panose="02020603050405020304" pitchFamily="18" charset="0"/>
              </a:rPr>
              <a:t>worth of a job </a:t>
            </a:r>
            <a:r>
              <a:rPr lang="en-US" altLang="en-US" sz="3200" dirty="0">
                <a:latin typeface="Times New Roman" panose="02020603050405020304" pitchFamily="18" charset="0"/>
                <a:cs typeface="Times New Roman" panose="02020603050405020304" pitchFamily="18" charset="0"/>
              </a:rPr>
              <a:t>and determine what a fair wage for such a job should be</a:t>
            </a:r>
            <a:endParaRPr lang="en-US" sz="3200" dirty="0">
              <a:latin typeface="Times New Roman" panose="02020603050405020304" pitchFamily="18" charset="0"/>
              <a:cs typeface="Times New Roman" panose="02020603050405020304" pitchFamily="18" charset="0"/>
            </a:endParaRPr>
          </a:p>
          <a:p>
            <a:pPr marL="0" indent="0">
              <a:lnSpc>
                <a:spcPct val="100000"/>
              </a:lnSpc>
              <a:buNone/>
            </a:pPr>
            <a:endParaRPr lang="en-US" sz="3200" dirty="0">
              <a:latin typeface="Times New Roman" panose="02020603050405020304" pitchFamily="18" charset="0"/>
              <a:cs typeface="Times New Roman" panose="02020603050405020304" pitchFamily="18" charset="0"/>
            </a:endParaRPr>
          </a:p>
          <a:p>
            <a:pPr marL="0" indent="0">
              <a:lnSpc>
                <a:spcPct val="100000"/>
              </a:lnSpc>
              <a:buNone/>
            </a:pPr>
            <a:r>
              <a:rPr lang="en-US" sz="3200" dirty="0">
                <a:latin typeface="Times New Roman" panose="02020603050405020304" pitchFamily="18" charset="0"/>
                <a:cs typeface="Times New Roman" panose="02020603050405020304" pitchFamily="18" charset="0"/>
              </a:rPr>
              <a:t>“Job evaluation is a systematic and orderly process of determining the worth of a job in relation to other jobs”. </a:t>
            </a:r>
            <a:r>
              <a:rPr lang="en-IN" sz="3200" b="1" i="1" dirty="0">
                <a:latin typeface="Times New Roman" panose="02020603050405020304" pitchFamily="18" charset="0"/>
                <a:cs typeface="Times New Roman" panose="02020603050405020304" pitchFamily="18" charset="0"/>
              </a:rPr>
              <a:t>Edwin B. Flippo 1984</a:t>
            </a:r>
          </a:p>
          <a:p>
            <a:pPr marL="0" indent="0">
              <a:lnSpc>
                <a:spcPct val="100000"/>
              </a:lnSpc>
              <a:buNone/>
            </a:pPr>
            <a:endParaRPr lang="en-IN"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2611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F8538D5-5A37-8015-92A9-52890B0B4240}"/>
              </a:ext>
            </a:extLst>
          </p:cNvPr>
          <p:cNvSpPr>
            <a:spLocks noGrp="1"/>
          </p:cNvSpPr>
          <p:nvPr>
            <p:ph type="title"/>
          </p:nvPr>
        </p:nvSpPr>
        <p:spPr>
          <a:xfrm>
            <a:off x="101600" y="121285"/>
            <a:ext cx="11988800" cy="1325563"/>
          </a:xfrm>
        </p:spPr>
        <p:txBody>
          <a:bodyPr>
            <a:normAutofit/>
          </a:bodyPr>
          <a:lstStyle/>
          <a:p>
            <a:pPr algn="ctr"/>
            <a:r>
              <a:rPr lang="en-US" sz="4800" b="1" dirty="0">
                <a:solidFill>
                  <a:srgbClr val="C00000"/>
                </a:solidFill>
                <a:latin typeface="Times New Roman" panose="02020603050405020304" pitchFamily="18" charset="0"/>
                <a:cs typeface="Times New Roman" panose="02020603050405020304" pitchFamily="18" charset="0"/>
              </a:rPr>
              <a:t>Process Of Job Evaluation </a:t>
            </a:r>
            <a:endParaRPr lang="en-IN" sz="48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67DC90-8EF0-8B5D-A1A6-527A18932927}"/>
              </a:ext>
            </a:extLst>
          </p:cNvPr>
          <p:cNvSpPr>
            <a:spLocks noGrp="1"/>
          </p:cNvSpPr>
          <p:nvPr>
            <p:ph idx="1"/>
          </p:nvPr>
        </p:nvSpPr>
        <p:spPr/>
        <p:txBody>
          <a:bodyPr>
            <a:normAutofit fontScale="92500" lnSpcReduction="20000"/>
          </a:bodyPr>
          <a:lstStyle/>
          <a:p>
            <a:pPr algn="just">
              <a:spcBef>
                <a:spcPct val="50000"/>
              </a:spcBef>
              <a:buClr>
                <a:srgbClr val="CC0000"/>
              </a:buClr>
            </a:pPr>
            <a:r>
              <a:rPr lang="en-US" altLang="en-US" sz="3200" dirty="0">
                <a:latin typeface="Times New Roman" panose="02020603050405020304" pitchFamily="18" charset="0"/>
                <a:cs typeface="Times New Roman" panose="02020603050405020304" pitchFamily="18" charset="0"/>
              </a:rPr>
              <a:t>Gaining acceptance from employees and  trade  unions</a:t>
            </a:r>
          </a:p>
          <a:p>
            <a:pPr algn="just">
              <a:spcBef>
                <a:spcPct val="50000"/>
              </a:spcBef>
              <a:buClr>
                <a:srgbClr val="CC0000"/>
              </a:buClr>
            </a:pPr>
            <a:r>
              <a:rPr lang="en-US" altLang="en-US" sz="3200" dirty="0">
                <a:latin typeface="Times New Roman" panose="02020603050405020304" pitchFamily="18" charset="0"/>
                <a:cs typeface="Times New Roman" panose="02020603050405020304" pitchFamily="18" charset="0"/>
              </a:rPr>
              <a:t>Creating a job evaluation committee</a:t>
            </a:r>
          </a:p>
          <a:p>
            <a:pPr algn="just">
              <a:spcBef>
                <a:spcPct val="50000"/>
              </a:spcBef>
              <a:buClr>
                <a:srgbClr val="CC0000"/>
              </a:buClr>
            </a:pPr>
            <a:r>
              <a:rPr lang="en-US" altLang="en-US" sz="3200" dirty="0">
                <a:latin typeface="Times New Roman" panose="02020603050405020304" pitchFamily="18" charset="0"/>
                <a:cs typeface="Times New Roman" panose="02020603050405020304" pitchFamily="18" charset="0"/>
              </a:rPr>
              <a:t>Finding the jobs to be evaluated</a:t>
            </a:r>
          </a:p>
          <a:p>
            <a:pPr algn="just">
              <a:spcBef>
                <a:spcPct val="50000"/>
              </a:spcBef>
              <a:buClr>
                <a:srgbClr val="CC0000"/>
              </a:buClr>
            </a:pPr>
            <a:r>
              <a:rPr lang="en-US" altLang="en-US" sz="3200" dirty="0">
                <a:latin typeface="Times New Roman" panose="02020603050405020304" pitchFamily="18" charset="0"/>
                <a:cs typeface="Times New Roman" panose="02020603050405020304" pitchFamily="18" charset="0"/>
              </a:rPr>
              <a:t>Analyzing and preparing job descriptions</a:t>
            </a:r>
          </a:p>
          <a:p>
            <a:pPr algn="just">
              <a:spcBef>
                <a:spcPct val="50000"/>
              </a:spcBef>
              <a:buClr>
                <a:srgbClr val="CC0000"/>
              </a:buClr>
            </a:pPr>
            <a:r>
              <a:rPr lang="en-US" altLang="en-US" sz="3200" dirty="0">
                <a:latin typeface="Times New Roman" panose="02020603050405020304" pitchFamily="18" charset="0"/>
                <a:cs typeface="Times New Roman" panose="02020603050405020304" pitchFamily="18" charset="0"/>
              </a:rPr>
              <a:t>Selecting the method of job evaluation</a:t>
            </a:r>
          </a:p>
          <a:p>
            <a:pPr algn="just">
              <a:spcBef>
                <a:spcPct val="50000"/>
              </a:spcBef>
              <a:buClr>
                <a:srgbClr val="CC0000"/>
              </a:buClr>
            </a:pPr>
            <a:r>
              <a:rPr lang="en-US" altLang="en-US" sz="3200" dirty="0">
                <a:latin typeface="Times New Roman" panose="02020603050405020304" pitchFamily="18" charset="0"/>
                <a:cs typeface="Times New Roman" panose="02020603050405020304" pitchFamily="18" charset="0"/>
              </a:rPr>
              <a:t>Classifying jobs</a:t>
            </a:r>
          </a:p>
          <a:p>
            <a:pPr algn="just">
              <a:spcBef>
                <a:spcPct val="50000"/>
              </a:spcBef>
              <a:buClr>
                <a:srgbClr val="CC0000"/>
              </a:buClr>
            </a:pPr>
            <a:r>
              <a:rPr lang="en-US" altLang="en-US" sz="3200" dirty="0">
                <a:latin typeface="Times New Roman" panose="02020603050405020304" pitchFamily="18" charset="0"/>
                <a:cs typeface="Times New Roman" panose="02020603050405020304" pitchFamily="18" charset="0"/>
              </a:rPr>
              <a:t>Installing the </a:t>
            </a:r>
            <a:r>
              <a:rPr lang="en-US" altLang="en-US" sz="3200" dirty="0" err="1">
                <a:latin typeface="Times New Roman" panose="02020603050405020304" pitchFamily="18" charset="0"/>
                <a:cs typeface="Times New Roman" panose="02020603050405020304" pitchFamily="18" charset="0"/>
              </a:rPr>
              <a:t>Programme</a:t>
            </a:r>
            <a:endParaRPr lang="en-US" altLang="en-US" sz="3200" dirty="0">
              <a:latin typeface="Times New Roman" panose="02020603050405020304" pitchFamily="18" charset="0"/>
              <a:cs typeface="Times New Roman" panose="02020603050405020304" pitchFamily="18" charset="0"/>
            </a:endParaRPr>
          </a:p>
          <a:p>
            <a:pPr algn="just">
              <a:spcBef>
                <a:spcPct val="50000"/>
              </a:spcBef>
              <a:buClr>
                <a:srgbClr val="CC0000"/>
              </a:buClr>
            </a:pPr>
            <a:r>
              <a:rPr lang="en-US" altLang="en-US" sz="3200" dirty="0">
                <a:latin typeface="Times New Roman" panose="02020603050405020304" pitchFamily="18" charset="0"/>
                <a:cs typeface="Times New Roman" panose="02020603050405020304" pitchFamily="18" charset="0"/>
              </a:rPr>
              <a:t>Reviewing the process periodically</a:t>
            </a:r>
          </a:p>
          <a:p>
            <a:pPr marL="0" indent="0">
              <a:buNone/>
            </a:pPr>
            <a:endParaRPr lang="en-IN" dirty="0"/>
          </a:p>
        </p:txBody>
      </p:sp>
    </p:spTree>
    <p:extLst>
      <p:ext uri="{BB962C8B-B14F-4D97-AF65-F5344CB8AC3E}">
        <p14:creationId xmlns:p14="http://schemas.microsoft.com/office/powerpoint/2010/main" val="220665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6AE4F76-ED50-9826-44F8-AC797D6CB702}"/>
              </a:ext>
            </a:extLst>
          </p:cNvPr>
          <p:cNvSpPr>
            <a:spLocks noGrp="1"/>
          </p:cNvSpPr>
          <p:nvPr>
            <p:ph type="title"/>
          </p:nvPr>
        </p:nvSpPr>
        <p:spPr>
          <a:xfrm>
            <a:off x="101600" y="121285"/>
            <a:ext cx="11988800" cy="1189355"/>
          </a:xfrm>
        </p:spPr>
        <p:txBody>
          <a:bodyPr>
            <a:normAutofit/>
          </a:bodyPr>
          <a:lstStyle/>
          <a:p>
            <a:pPr algn="ctr"/>
            <a:r>
              <a:rPr lang="en-US" sz="4800" b="1" dirty="0">
                <a:solidFill>
                  <a:srgbClr val="C00000"/>
                </a:solidFill>
                <a:latin typeface="Times New Roman" panose="02020603050405020304" pitchFamily="18" charset="0"/>
                <a:cs typeface="Times New Roman" panose="02020603050405020304" pitchFamily="18" charset="0"/>
              </a:rPr>
              <a:t>Methods of Job Evaluation</a:t>
            </a:r>
          </a:p>
        </p:txBody>
      </p:sp>
      <p:sp>
        <p:nvSpPr>
          <p:cNvPr id="3" name="Content Placeholder 2">
            <a:extLst>
              <a:ext uri="{FF2B5EF4-FFF2-40B4-BE49-F238E27FC236}">
                <a16:creationId xmlns:a16="http://schemas.microsoft.com/office/drawing/2014/main" id="{98639646-EAB7-22A2-CD60-73DDA271685F}"/>
              </a:ext>
            </a:extLst>
          </p:cNvPr>
          <p:cNvSpPr>
            <a:spLocks noGrp="1"/>
          </p:cNvSpPr>
          <p:nvPr>
            <p:ph idx="1"/>
          </p:nvPr>
        </p:nvSpPr>
        <p:spPr>
          <a:xfrm>
            <a:off x="284480" y="1544320"/>
            <a:ext cx="11602720" cy="5090159"/>
          </a:xfrm>
        </p:spPr>
        <p:txBody>
          <a:bodyPr>
            <a:normAutofit/>
          </a:bodyPr>
          <a:lstStyle/>
          <a:p>
            <a:pPr algn="just">
              <a:spcBef>
                <a:spcPct val="50000"/>
              </a:spcBef>
              <a:buClr>
                <a:srgbClr val="CC0000"/>
              </a:buClr>
            </a:pPr>
            <a:r>
              <a:rPr lang="en-IN" sz="3200" dirty="0">
                <a:latin typeface="Times New Roman" panose="02020603050405020304" pitchFamily="18" charset="0"/>
                <a:cs typeface="Times New Roman" panose="02020603050405020304" pitchFamily="18" charset="0"/>
              </a:rPr>
              <a:t>Job Ranking</a:t>
            </a:r>
          </a:p>
          <a:p>
            <a:pPr algn="just">
              <a:spcBef>
                <a:spcPct val="50000"/>
              </a:spcBef>
              <a:buClr>
                <a:srgbClr val="CC0000"/>
              </a:buClr>
            </a:pPr>
            <a:r>
              <a:rPr lang="en-IN" sz="3200" dirty="0">
                <a:latin typeface="Times New Roman" panose="02020603050405020304" pitchFamily="18" charset="0"/>
                <a:cs typeface="Times New Roman" panose="02020603050405020304" pitchFamily="18" charset="0"/>
              </a:rPr>
              <a:t>Job Classification</a:t>
            </a:r>
          </a:p>
          <a:p>
            <a:pPr algn="just">
              <a:spcBef>
                <a:spcPct val="50000"/>
              </a:spcBef>
              <a:buClr>
                <a:srgbClr val="CC0000"/>
              </a:buClr>
            </a:pPr>
            <a:r>
              <a:rPr lang="en-IN" sz="3200" dirty="0">
                <a:latin typeface="Times New Roman" panose="02020603050405020304" pitchFamily="18" charset="0"/>
                <a:cs typeface="Times New Roman" panose="02020603050405020304" pitchFamily="18" charset="0"/>
              </a:rPr>
              <a:t>Point Factor</a:t>
            </a:r>
          </a:p>
          <a:p>
            <a:pPr algn="just">
              <a:spcBef>
                <a:spcPct val="50000"/>
              </a:spcBef>
              <a:buClr>
                <a:srgbClr val="CC0000"/>
              </a:buClr>
            </a:pPr>
            <a:r>
              <a:rPr lang="en-IN" sz="3200" dirty="0">
                <a:latin typeface="Times New Roman" panose="02020603050405020304" pitchFamily="18" charset="0"/>
                <a:cs typeface="Times New Roman" panose="02020603050405020304" pitchFamily="18" charset="0"/>
              </a:rPr>
              <a:t>Factor Comparison </a:t>
            </a:r>
          </a:p>
          <a:p>
            <a:endParaRPr lang="en-IN" sz="3200" dirty="0"/>
          </a:p>
        </p:txBody>
      </p:sp>
    </p:spTree>
    <p:extLst>
      <p:ext uri="{BB962C8B-B14F-4D97-AF65-F5344CB8AC3E}">
        <p14:creationId xmlns:p14="http://schemas.microsoft.com/office/powerpoint/2010/main" val="1396492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F4B15-03D5-B731-4FDB-4D2A8732F40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F34F4F-7B20-9E3F-E233-2B49CE652B46}"/>
              </a:ext>
            </a:extLst>
          </p:cNvPr>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sp>
      <p:sp>
        <p:nvSpPr>
          <p:cNvPr id="3" name="Content Placeholder 2">
            <a:extLst>
              <a:ext uri="{FF2B5EF4-FFF2-40B4-BE49-F238E27FC236}">
                <a16:creationId xmlns:a16="http://schemas.microsoft.com/office/drawing/2014/main" id="{9C1D371B-5FDB-FCB4-0ECC-7190A3D8F0D2}"/>
              </a:ext>
            </a:extLst>
          </p:cNvPr>
          <p:cNvSpPr txBox="1">
            <a:spLocks/>
          </p:cNvSpPr>
          <p:nvPr/>
        </p:nvSpPr>
        <p:spPr>
          <a:xfrm>
            <a:off x="152400" y="279400"/>
            <a:ext cx="11887200" cy="62484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ct val="50000"/>
              </a:spcBef>
              <a:buClr>
                <a:srgbClr val="CC0000"/>
              </a:buClr>
              <a:buFont typeface="Wingdings" panose="05000000000000000000" pitchFamily="2" charset="2"/>
              <a:buChar char="v"/>
            </a:pPr>
            <a:r>
              <a:rPr lang="en-US" altLang="en-US" sz="3334" dirty="0">
                <a:solidFill>
                  <a:srgbClr val="CC0000"/>
                </a:solidFill>
                <a:latin typeface="Times New Roman" panose="02020603050405020304" pitchFamily="18" charset="0"/>
                <a:cs typeface="Times New Roman" panose="02020603050405020304" pitchFamily="18" charset="0"/>
              </a:rPr>
              <a:t>	</a:t>
            </a:r>
            <a:r>
              <a:rPr lang="en-IN" sz="3334" b="1" dirty="0">
                <a:latin typeface="Times New Roman" panose="02020603050405020304" pitchFamily="18" charset="0"/>
                <a:cs typeface="Times New Roman" panose="02020603050405020304" pitchFamily="18" charset="0"/>
              </a:rPr>
              <a:t>Job Ranking</a:t>
            </a:r>
          </a:p>
          <a:p>
            <a:pPr marL="0" indent="0" algn="just">
              <a:spcBef>
                <a:spcPct val="50000"/>
              </a:spcBef>
              <a:buClr>
                <a:srgbClr val="CC0000"/>
              </a:buClr>
              <a:buNone/>
            </a:pPr>
            <a:r>
              <a:rPr lang="en-US" dirty="0">
                <a:latin typeface="Times New Roman" panose="02020603050405020304" pitchFamily="18" charset="0"/>
                <a:cs typeface="Times New Roman" panose="02020603050405020304" pitchFamily="18" charset="0"/>
              </a:rPr>
              <a:t>The job ranking method arranges jobs in numerical order on the basis of the importance of the job's duties and responsibilities to the organization. This method, though easy to understand, is highly subjective in nature. </a:t>
            </a:r>
            <a:r>
              <a:rPr lang="en-IN" dirty="0">
                <a:latin typeface="Times New Roman" panose="02020603050405020304" pitchFamily="18" charset="0"/>
                <a:cs typeface="Times New Roman" panose="02020603050405020304" pitchFamily="18" charset="0"/>
              </a:rPr>
              <a:t> </a:t>
            </a:r>
          </a:p>
          <a:p>
            <a:pPr marL="0" indent="0" algn="just">
              <a:spcBef>
                <a:spcPct val="50000"/>
              </a:spcBef>
              <a:buClr>
                <a:srgbClr val="CC0000"/>
              </a:buClr>
              <a:buNone/>
            </a:pP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Manager</a:t>
            </a:r>
          </a:p>
          <a:p>
            <a:pPr marL="0" indent="0" algn="just">
              <a:spcBef>
                <a:spcPct val="50000"/>
              </a:spcBef>
              <a:buClr>
                <a:srgbClr val="CC0000"/>
              </a:buClr>
              <a:buNone/>
            </a:pPr>
            <a:r>
              <a:rPr lang="en-US" dirty="0">
                <a:latin typeface="Times New Roman" panose="02020603050405020304" pitchFamily="18" charset="0"/>
                <a:cs typeface="Times New Roman" panose="02020603050405020304" pitchFamily="18" charset="0"/>
              </a:rPr>
              <a:t>ii.	Team Leader</a:t>
            </a:r>
          </a:p>
          <a:p>
            <a:pPr marL="0" indent="0" algn="just">
              <a:spcBef>
                <a:spcPct val="50000"/>
              </a:spcBef>
              <a:buClr>
                <a:srgbClr val="CC0000"/>
              </a:buClr>
              <a:buNone/>
            </a:pPr>
            <a:r>
              <a:rPr lang="en-US" dirty="0">
                <a:latin typeface="Times New Roman" panose="02020603050405020304" pitchFamily="18" charset="0"/>
                <a:cs typeface="Times New Roman" panose="02020603050405020304" pitchFamily="18" charset="0"/>
              </a:rPr>
              <a:t>iii.	Staff Member</a:t>
            </a:r>
          </a:p>
          <a:p>
            <a:pPr marL="0" indent="0" algn="just">
              <a:spcBef>
                <a:spcPct val="50000"/>
              </a:spcBef>
              <a:buClr>
                <a:srgbClr val="CC0000"/>
              </a:buClr>
              <a:buNone/>
            </a:pPr>
            <a:endParaRPr lang="en-IN" sz="3334"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7470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291C3-071B-AF07-5D70-AE27D518695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A61FD49-AA51-A891-6E77-649C9A8E068C}"/>
              </a:ext>
            </a:extLst>
          </p:cNvPr>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txBody>
          <a:bodyPr/>
          <a:lstStyle/>
          <a:p>
            <a:endParaRPr lang="en-IN" sz="1200" dirty="0"/>
          </a:p>
        </p:txBody>
      </p:sp>
      <p:sp>
        <p:nvSpPr>
          <p:cNvPr id="3" name="Content Placeholder 2">
            <a:extLst>
              <a:ext uri="{FF2B5EF4-FFF2-40B4-BE49-F238E27FC236}">
                <a16:creationId xmlns:a16="http://schemas.microsoft.com/office/drawing/2014/main" id="{71D86CAB-4E57-69B4-BB18-AE449E8EBDBA}"/>
              </a:ext>
            </a:extLst>
          </p:cNvPr>
          <p:cNvSpPr txBox="1">
            <a:spLocks/>
          </p:cNvSpPr>
          <p:nvPr/>
        </p:nvSpPr>
        <p:spPr>
          <a:xfrm>
            <a:off x="152400" y="25400"/>
            <a:ext cx="11887200" cy="6299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ct val="50000"/>
              </a:spcBef>
              <a:buClr>
                <a:srgbClr val="CC0000"/>
              </a:buClr>
              <a:buFont typeface="Wingdings" panose="05000000000000000000" pitchFamily="2" charset="2"/>
              <a:buChar char="v"/>
            </a:pPr>
            <a:r>
              <a:rPr lang="en-US" altLang="en-US" sz="3334" b="1" dirty="0">
                <a:latin typeface="Times New Roman" panose="02020603050405020304" pitchFamily="18" charset="0"/>
                <a:cs typeface="Times New Roman" panose="02020603050405020304" pitchFamily="18" charset="0"/>
              </a:rPr>
              <a:t>	</a:t>
            </a:r>
            <a:r>
              <a:rPr lang="en-IN" sz="3334" b="1" dirty="0">
                <a:latin typeface="Times New Roman" panose="02020603050405020304" pitchFamily="18" charset="0"/>
                <a:cs typeface="Times New Roman" panose="02020603050405020304" pitchFamily="18" charset="0"/>
              </a:rPr>
              <a:t>Job Classification</a:t>
            </a:r>
          </a:p>
          <a:p>
            <a:pPr marL="0" indent="0" algn="just">
              <a:spcBef>
                <a:spcPct val="50000"/>
              </a:spcBef>
              <a:buClr>
                <a:srgbClr val="CC0000"/>
              </a:buClr>
              <a:buNone/>
            </a:pPr>
            <a:r>
              <a:rPr lang="en-US" dirty="0">
                <a:latin typeface="Times New Roman" panose="02020603050405020304" pitchFamily="18" charset="0"/>
                <a:cs typeface="Times New Roman" panose="02020603050405020304" pitchFamily="18" charset="0"/>
              </a:rPr>
              <a:t>The job classification method slots jobs into preestablished grades. Higher-rated grades demand more responsibilities, tougher working conditions and varied job duties. This method is easy to understand and takes care of all relevant factors affecting the performance of a job. However, it is not easy 	to write all inclusive descriptions of a grade. Further, the method oversimplifies sharp differences between different jobs and different grades.</a:t>
            </a:r>
            <a:r>
              <a:rPr lang="en-IN" dirty="0">
                <a:latin typeface="Times New Roman" panose="02020603050405020304" pitchFamily="18" charset="0"/>
                <a:cs typeface="Times New Roman" panose="02020603050405020304" pitchFamily="18" charset="0"/>
              </a:rPr>
              <a:t> </a:t>
            </a:r>
          </a:p>
          <a:p>
            <a:pPr marL="0" indent="0" algn="just">
              <a:spcBef>
                <a:spcPct val="50000"/>
              </a:spcBef>
              <a:buClr>
                <a:srgbClr val="CC0000"/>
              </a:buClr>
              <a:buNone/>
            </a:pPr>
            <a:r>
              <a:rPr lang="en-US" sz="3334" dirty="0">
                <a:latin typeface="Times New Roman" panose="02020603050405020304" pitchFamily="18" charset="0"/>
                <a:cs typeface="Times New Roman" panose="02020603050405020304" pitchFamily="18" charset="0"/>
              </a:rPr>
              <a:t>•	Class A: Executive roles</a:t>
            </a:r>
          </a:p>
          <a:p>
            <a:pPr marL="0" indent="0" algn="just">
              <a:spcBef>
                <a:spcPct val="50000"/>
              </a:spcBef>
              <a:buClr>
                <a:srgbClr val="CC0000"/>
              </a:buClr>
              <a:buNone/>
            </a:pPr>
            <a:r>
              <a:rPr lang="en-US" sz="3334" dirty="0">
                <a:latin typeface="Times New Roman" panose="02020603050405020304" pitchFamily="18" charset="0"/>
                <a:cs typeface="Times New Roman" panose="02020603050405020304" pitchFamily="18" charset="0"/>
              </a:rPr>
              <a:t>•	Class B: Professional roles</a:t>
            </a:r>
          </a:p>
          <a:p>
            <a:pPr marL="0" indent="0" algn="just">
              <a:spcBef>
                <a:spcPct val="50000"/>
              </a:spcBef>
              <a:buClr>
                <a:srgbClr val="CC0000"/>
              </a:buClr>
              <a:buNone/>
            </a:pPr>
            <a:r>
              <a:rPr lang="en-US" sz="3334" dirty="0">
                <a:latin typeface="Times New Roman" panose="02020603050405020304" pitchFamily="18" charset="0"/>
                <a:cs typeface="Times New Roman" panose="02020603050405020304" pitchFamily="18" charset="0"/>
              </a:rPr>
              <a:t>•	Class C: Administrative roles</a:t>
            </a:r>
          </a:p>
          <a:p>
            <a:pPr marL="0" indent="0" algn="just">
              <a:spcBef>
                <a:spcPct val="50000"/>
              </a:spcBef>
              <a:buClr>
                <a:srgbClr val="CC0000"/>
              </a:buClr>
              <a:buNone/>
            </a:pPr>
            <a:endParaRPr lang="en-IN" sz="3334"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2590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3FA71-22BB-F165-8E09-BC0319E9662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45D8CD7-9F2F-30B3-1F16-DE67694910DE}"/>
              </a:ext>
            </a:extLst>
          </p:cNvPr>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sp>
      <p:sp>
        <p:nvSpPr>
          <p:cNvPr id="3" name="Content Placeholder 2">
            <a:extLst>
              <a:ext uri="{FF2B5EF4-FFF2-40B4-BE49-F238E27FC236}">
                <a16:creationId xmlns:a16="http://schemas.microsoft.com/office/drawing/2014/main" id="{13743C7D-A528-3572-0060-AADC4DC6F481}"/>
              </a:ext>
            </a:extLst>
          </p:cNvPr>
          <p:cNvSpPr txBox="1">
            <a:spLocks/>
          </p:cNvSpPr>
          <p:nvPr/>
        </p:nvSpPr>
        <p:spPr>
          <a:xfrm>
            <a:off x="152400" y="177800"/>
            <a:ext cx="11887200" cy="63500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ct val="50000"/>
              </a:spcBef>
              <a:buClr>
                <a:srgbClr val="CC0000"/>
              </a:buClr>
              <a:buFont typeface="Wingdings" panose="05000000000000000000" pitchFamily="2" charset="2"/>
              <a:buChar char="v"/>
            </a:pPr>
            <a:r>
              <a:rPr lang="en-US" altLang="en-US" sz="3334" dirty="0">
                <a:latin typeface="Times New Roman" panose="02020603050405020304" pitchFamily="18" charset="0"/>
                <a:cs typeface="Times New Roman" panose="02020603050405020304" pitchFamily="18" charset="0"/>
              </a:rPr>
              <a:t>	</a:t>
            </a:r>
            <a:r>
              <a:rPr lang="en-IN" sz="3334" b="1" dirty="0">
                <a:latin typeface="Times New Roman" panose="02020603050405020304" pitchFamily="18" charset="0"/>
                <a:cs typeface="Times New Roman" panose="02020603050405020304" pitchFamily="18" charset="0"/>
              </a:rPr>
              <a:t>Point Factor</a:t>
            </a:r>
          </a:p>
          <a:p>
            <a:pPr marL="0" indent="0" algn="just">
              <a:spcBef>
                <a:spcPct val="50000"/>
              </a:spcBef>
              <a:buClr>
                <a:srgbClr val="CC0000"/>
              </a:buClr>
              <a:buNone/>
            </a:pPr>
            <a:r>
              <a:rPr lang="en-US" dirty="0">
                <a:latin typeface="Times New Roman" panose="02020603050405020304" pitchFamily="18" charset="0"/>
                <a:cs typeface="Times New Roman" panose="02020603050405020304" pitchFamily="18" charset="0"/>
              </a:rPr>
              <a:t>The point system of job evaluation uses a point 	scheme based on the compensable job factors of skill, effort, responsibility and working conditions. The more compensable factors a job possesses, the more points are assigned to it.  Jobs with higher accumulated points are considered more valuable to the organization. </a:t>
            </a:r>
          </a:p>
          <a:p>
            <a:pPr marL="0" indent="0" algn="just">
              <a:spcBef>
                <a:spcPct val="50000"/>
              </a:spcBef>
              <a:buClr>
                <a:srgbClr val="CC0000"/>
              </a:buClr>
              <a:buNone/>
            </a:pPr>
            <a:r>
              <a:rPr lang="en-US" dirty="0">
                <a:latin typeface="Times New Roman" panose="02020603050405020304" pitchFamily="18" charset="0"/>
                <a:cs typeface="Times New Roman" panose="02020603050405020304" pitchFamily="18" charset="0"/>
              </a:rPr>
              <a:t>A job might be evaluated on five factors: Skill (0-100 points), Responsibility (0-100 points), Effort (0-100 points), Working Conditions (0-100 points), and Experience (0-100 points). </a:t>
            </a:r>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773110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5FA48-A9E1-5578-C71A-8A8CE155A31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F6BE5DE-28F5-2FD9-A414-9FF8CD139B58}"/>
              </a:ext>
            </a:extLst>
          </p:cNvPr>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sp>
      <p:sp>
        <p:nvSpPr>
          <p:cNvPr id="3" name="Content Placeholder 2">
            <a:extLst>
              <a:ext uri="{FF2B5EF4-FFF2-40B4-BE49-F238E27FC236}">
                <a16:creationId xmlns:a16="http://schemas.microsoft.com/office/drawing/2014/main" id="{6B7587BF-F4D5-6352-E135-34F48BAF7EBA}"/>
              </a:ext>
            </a:extLst>
          </p:cNvPr>
          <p:cNvSpPr txBox="1">
            <a:spLocks/>
          </p:cNvSpPr>
          <p:nvPr/>
        </p:nvSpPr>
        <p:spPr>
          <a:xfrm>
            <a:off x="152400" y="127000"/>
            <a:ext cx="11887200" cy="64008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ct val="50000"/>
              </a:spcBef>
              <a:buClr>
                <a:srgbClr val="CC0000"/>
              </a:buClr>
              <a:buFont typeface="Wingdings" panose="05000000000000000000" pitchFamily="2" charset="2"/>
              <a:buChar char="v"/>
            </a:pPr>
            <a:r>
              <a:rPr lang="en-US" altLang="en-US" sz="3334" dirty="0">
                <a:latin typeface="Times New Roman" panose="02020603050405020304" pitchFamily="18" charset="0"/>
                <a:cs typeface="Times New Roman" panose="02020603050405020304" pitchFamily="18" charset="0"/>
              </a:rPr>
              <a:t>	</a:t>
            </a:r>
            <a:r>
              <a:rPr lang="en-IN" sz="3334" b="1" dirty="0">
                <a:latin typeface="Times New Roman" panose="02020603050405020304" pitchFamily="18" charset="0"/>
                <a:cs typeface="Times New Roman" panose="02020603050405020304" pitchFamily="18" charset="0"/>
              </a:rPr>
              <a:t>Factor Comparison</a:t>
            </a:r>
          </a:p>
          <a:p>
            <a:pPr marL="0" indent="0" algn="just">
              <a:spcBef>
                <a:spcPct val="50000"/>
              </a:spcBef>
              <a:buClr>
                <a:srgbClr val="CC0000"/>
              </a:buClr>
              <a:buNone/>
            </a:pPr>
            <a:r>
              <a:rPr lang="en-US" dirty="0">
                <a:latin typeface="Times New Roman" panose="02020603050405020304" pitchFamily="18" charset="0"/>
                <a:cs typeface="Times New Roman" panose="02020603050405020304" pitchFamily="18" charset="0"/>
              </a:rPr>
              <a:t>In this method, jobs are ranked 	according to a series of factors such as mental effort, physical effort, skill needed, responsibility, supervisory responsibility, 	working conditions, etc. pay will be assigned in this method by 	comparing the weights of the factors required for each job. </a:t>
            </a:r>
            <a:r>
              <a:rPr lang="en-IN"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598825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9C26-AF54-5C81-045E-75853B8DC0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AC4776B-4A09-4E67-185A-A1912ECB14C3}"/>
              </a:ext>
            </a:extLst>
          </p:cNvPr>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8777" b="-8777"/>
            </a:stretch>
          </a:blipFill>
        </p:spPr>
      </p:sp>
      <p:graphicFrame>
        <p:nvGraphicFramePr>
          <p:cNvPr id="3" name="Object 85">
            <a:extLst>
              <a:ext uri="{FF2B5EF4-FFF2-40B4-BE49-F238E27FC236}">
                <a16:creationId xmlns:a16="http://schemas.microsoft.com/office/drawing/2014/main" id="{A0E519C3-D10B-FF69-95C4-20F97F96EFD4}"/>
              </a:ext>
            </a:extLst>
          </p:cNvPr>
          <p:cNvGraphicFramePr>
            <a:graphicFrameLocks noChangeAspect="1"/>
          </p:cNvGraphicFramePr>
          <p:nvPr/>
        </p:nvGraphicFramePr>
        <p:xfrm>
          <a:off x="609600" y="1143000"/>
          <a:ext cx="10943906" cy="4521200"/>
        </p:xfrm>
        <a:graphic>
          <a:graphicData uri="http://schemas.openxmlformats.org/presentationml/2006/ole">
            <mc:AlternateContent xmlns:mc="http://schemas.openxmlformats.org/markup-compatibility/2006">
              <mc:Choice xmlns:v="urn:schemas-microsoft-com:vml" Requires="v">
                <p:oleObj name="CorelDRAW" r:id="rId3" imgW="4619625" imgH="1905000" progId="CorelDRAW.Graphic.11">
                  <p:embed/>
                </p:oleObj>
              </mc:Choice>
              <mc:Fallback>
                <p:oleObj name="CorelDRAW" r:id="rId3" imgW="4619625" imgH="1905000" progId="CorelDRAW.Graphic.11">
                  <p:embed/>
                  <p:pic>
                    <p:nvPicPr>
                      <p:cNvPr id="3" name="Object 85">
                        <a:extLst>
                          <a:ext uri="{FF2B5EF4-FFF2-40B4-BE49-F238E27FC236}">
                            <a16:creationId xmlns:a16="http://schemas.microsoft.com/office/drawing/2014/main" id="{A0E519C3-D10B-FF69-95C4-20F97F96EF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1143000"/>
                        <a:ext cx="10943906" cy="4521200"/>
                      </a:xfrm>
                      <a:prstGeom prst="rect">
                        <a:avLst/>
                      </a:prstGeom>
                      <a:noFill/>
                      <a:ln>
                        <a:noFill/>
                      </a:ln>
                      <a:effectLst/>
                    </p:spPr>
                  </p:pic>
                </p:oleObj>
              </mc:Fallback>
            </mc:AlternateContent>
          </a:graphicData>
        </a:graphic>
      </p:graphicFrame>
      <p:sp>
        <p:nvSpPr>
          <p:cNvPr id="5" name="TextBox 4">
            <a:extLst>
              <a:ext uri="{FF2B5EF4-FFF2-40B4-BE49-F238E27FC236}">
                <a16:creationId xmlns:a16="http://schemas.microsoft.com/office/drawing/2014/main" id="{9EDE8749-333A-6392-08C3-2FBF0259CFEC}"/>
              </a:ext>
            </a:extLst>
          </p:cNvPr>
          <p:cNvSpPr txBox="1"/>
          <p:nvPr/>
        </p:nvSpPr>
        <p:spPr>
          <a:xfrm>
            <a:off x="0" y="228600"/>
            <a:ext cx="12192000" cy="656655"/>
          </a:xfrm>
          <a:prstGeom prst="rect">
            <a:avLst/>
          </a:prstGeom>
          <a:noFill/>
        </p:spPr>
        <p:txBody>
          <a:bodyPr wrap="square">
            <a:spAutoFit/>
          </a:bodyPr>
          <a:lstStyle/>
          <a:p>
            <a:pPr algn="ctr">
              <a:spcBef>
                <a:spcPct val="50000"/>
              </a:spcBef>
              <a:buClr>
                <a:srgbClr val="CC0000"/>
              </a:buClr>
            </a:pPr>
            <a:r>
              <a:rPr lang="en-IN" sz="3667" b="1" dirty="0">
                <a:latin typeface="Times New Roman" panose="02020603050405020304" pitchFamily="18" charset="0"/>
                <a:cs typeface="Times New Roman" panose="02020603050405020304" pitchFamily="18" charset="0"/>
              </a:rPr>
              <a:t>Factor Comparison</a:t>
            </a:r>
          </a:p>
        </p:txBody>
      </p:sp>
    </p:spTree>
    <p:extLst>
      <p:ext uri="{BB962C8B-B14F-4D97-AF65-F5344CB8AC3E}">
        <p14:creationId xmlns:p14="http://schemas.microsoft.com/office/powerpoint/2010/main" val="105445667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661</TotalTime>
  <Words>1123</Words>
  <Application>Microsoft Office PowerPoint</Application>
  <PresentationFormat>Widescreen</PresentationFormat>
  <Paragraphs>134</Paragraphs>
  <Slides>25</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32" baseType="lpstr">
      <vt:lpstr>Arial</vt:lpstr>
      <vt:lpstr>Calibri</vt:lpstr>
      <vt:lpstr>Calibri Light</vt:lpstr>
      <vt:lpstr>Times New Roman</vt:lpstr>
      <vt:lpstr>Wingdings</vt:lpstr>
      <vt:lpstr>Office Theme</vt:lpstr>
      <vt:lpstr>CorelDRAW</vt:lpstr>
      <vt:lpstr>Human Resource Planning</vt:lpstr>
      <vt:lpstr>Definition</vt:lpstr>
      <vt:lpstr>Definition</vt:lpstr>
      <vt:lpstr>Importance of Human Resource Planning</vt:lpstr>
      <vt:lpstr>Human Resource Planning Process</vt:lpstr>
      <vt:lpstr>PowerPoint Presentation</vt:lpstr>
      <vt:lpstr>Various steps involved in HRP process</vt:lpstr>
      <vt:lpstr>Benefits of Human Resource Planning</vt:lpstr>
      <vt:lpstr>Factors Affecting Human Resource Planning</vt:lpstr>
      <vt:lpstr>Barriers to HR Planning</vt:lpstr>
      <vt:lpstr>Tools for Demand Forecasting</vt:lpstr>
      <vt:lpstr>Challenges for HR</vt:lpstr>
      <vt:lpstr>Job Analysis</vt:lpstr>
      <vt:lpstr>PowerPoint Presentation</vt:lpstr>
      <vt:lpstr>Job analysis includes two main Components</vt:lpstr>
      <vt:lpstr>PowerPoint Presentation</vt:lpstr>
      <vt:lpstr>PowerPoint Presentation</vt:lpstr>
      <vt:lpstr>Job Evaluation </vt:lpstr>
      <vt:lpstr>Process Of Job Evaluation </vt:lpstr>
      <vt:lpstr>Methods of Job Evaluation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Mahesh Ganagi</dc:creator>
  <cp:lastModifiedBy>Mahesh Ganagi</cp:lastModifiedBy>
  <cp:revision>1</cp:revision>
  <dcterms:created xsi:type="dcterms:W3CDTF">2025-05-27T15:13:37Z</dcterms:created>
  <dcterms:modified xsi:type="dcterms:W3CDTF">2025-06-01T18:40:05Z</dcterms:modified>
</cp:coreProperties>
</file>