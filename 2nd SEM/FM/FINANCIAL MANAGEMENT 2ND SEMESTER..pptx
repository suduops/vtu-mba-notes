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7" r:id="rId4"/>
    <p:sldId id="259" r:id="rId5"/>
    <p:sldId id="260" r:id="rId6"/>
    <p:sldId id="262" r:id="rId7"/>
    <p:sldId id="263" r:id="rId8"/>
    <p:sldId id="264" r:id="rId9"/>
    <p:sldId id="265"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8CDB8F-7F7E-43D9-8245-3C362023DDEF}"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A65227C9-79FC-46FB-A707-DD974694ED4E}">
      <dgm:prSet phldrT="[Text]"/>
      <dgm:spPr/>
      <dgm:t>
        <a:bodyPr/>
        <a:lstStyle/>
        <a:p>
          <a:r>
            <a:rPr lang="en-IN" b="1" dirty="0"/>
            <a:t>Financial Management </a:t>
          </a:r>
          <a:endParaRPr lang="en-US" dirty="0"/>
        </a:p>
      </dgm:t>
    </dgm:pt>
    <dgm:pt modelId="{E553006E-6612-4721-8265-CA482A6050A8}" type="parTrans" cxnId="{E3BDCADB-4478-45AE-A9FF-6B93FB0ADD7F}">
      <dgm:prSet/>
      <dgm:spPr/>
      <dgm:t>
        <a:bodyPr/>
        <a:lstStyle/>
        <a:p>
          <a:endParaRPr lang="en-US"/>
        </a:p>
      </dgm:t>
    </dgm:pt>
    <dgm:pt modelId="{232DAE2F-E942-4940-A14F-218D2C27516A}" type="sibTrans" cxnId="{E3BDCADB-4478-45AE-A9FF-6B93FB0ADD7F}">
      <dgm:prSet/>
      <dgm:spPr/>
      <dgm:t>
        <a:bodyPr/>
        <a:lstStyle/>
        <a:p>
          <a:endParaRPr lang="en-US"/>
        </a:p>
      </dgm:t>
    </dgm:pt>
    <dgm:pt modelId="{91224C46-911C-4C90-9881-FEE7E2EF7EC7}">
      <dgm:prSet phldrT="[Text]"/>
      <dgm:spPr/>
      <dgm:t>
        <a:bodyPr/>
        <a:lstStyle/>
        <a:p>
          <a:r>
            <a:rPr lang="en-US"/>
            <a:t>Purchase function</a:t>
          </a:r>
        </a:p>
      </dgm:t>
    </dgm:pt>
    <dgm:pt modelId="{D9FF0E18-0337-4313-8808-792277EAF5C9}" type="parTrans" cxnId="{2D42EBE4-06D6-47CC-97B3-AB0BCDDBA713}">
      <dgm:prSet/>
      <dgm:spPr/>
      <dgm:t>
        <a:bodyPr/>
        <a:lstStyle/>
        <a:p>
          <a:endParaRPr lang="en-US"/>
        </a:p>
      </dgm:t>
    </dgm:pt>
    <dgm:pt modelId="{CEA1A1FA-F1D4-4AFE-97EC-A528D0333FE3}" type="sibTrans" cxnId="{2D42EBE4-06D6-47CC-97B3-AB0BCDDBA713}">
      <dgm:prSet/>
      <dgm:spPr/>
      <dgm:t>
        <a:bodyPr/>
        <a:lstStyle/>
        <a:p>
          <a:endParaRPr lang="en-US"/>
        </a:p>
      </dgm:t>
    </dgm:pt>
    <dgm:pt modelId="{11F45A31-1DFD-4837-A49F-709AD9B270B4}">
      <dgm:prSet phldrT="[Text]"/>
      <dgm:spPr/>
      <dgm:t>
        <a:bodyPr/>
        <a:lstStyle/>
        <a:p>
          <a:r>
            <a:rPr lang="en-US"/>
            <a:t>Production Function</a:t>
          </a:r>
        </a:p>
      </dgm:t>
    </dgm:pt>
    <dgm:pt modelId="{C8D5C278-4800-46CB-989F-6C779F962BD1}" type="parTrans" cxnId="{9AC368AC-908E-41AC-9801-A130CEE4F64E}">
      <dgm:prSet/>
      <dgm:spPr/>
      <dgm:t>
        <a:bodyPr/>
        <a:lstStyle/>
        <a:p>
          <a:endParaRPr lang="en-US"/>
        </a:p>
      </dgm:t>
    </dgm:pt>
    <dgm:pt modelId="{42DDA660-B1E0-4F69-8A41-5B2DC09F47C0}" type="sibTrans" cxnId="{9AC368AC-908E-41AC-9801-A130CEE4F64E}">
      <dgm:prSet/>
      <dgm:spPr/>
      <dgm:t>
        <a:bodyPr/>
        <a:lstStyle/>
        <a:p>
          <a:endParaRPr lang="en-US"/>
        </a:p>
      </dgm:t>
    </dgm:pt>
    <dgm:pt modelId="{97287EDE-52B3-4F7C-AFC1-486BE2373D8E}">
      <dgm:prSet phldrT="[Text]"/>
      <dgm:spPr/>
      <dgm:t>
        <a:bodyPr/>
        <a:lstStyle/>
        <a:p>
          <a:r>
            <a:rPr lang="en-US"/>
            <a:t>Marketing/ Distribution function</a:t>
          </a:r>
        </a:p>
      </dgm:t>
    </dgm:pt>
    <dgm:pt modelId="{76C8F454-1934-40E0-8F66-3356FB186E85}" type="parTrans" cxnId="{E4FB0EEF-969B-45E6-9D11-A6A04F7D12D5}">
      <dgm:prSet/>
      <dgm:spPr/>
      <dgm:t>
        <a:bodyPr/>
        <a:lstStyle/>
        <a:p>
          <a:endParaRPr lang="en-US"/>
        </a:p>
      </dgm:t>
    </dgm:pt>
    <dgm:pt modelId="{8A82EB13-D876-41AE-B4AC-CE1791CCD7C0}" type="sibTrans" cxnId="{E4FB0EEF-969B-45E6-9D11-A6A04F7D12D5}">
      <dgm:prSet/>
      <dgm:spPr/>
      <dgm:t>
        <a:bodyPr/>
        <a:lstStyle/>
        <a:p>
          <a:endParaRPr lang="en-US"/>
        </a:p>
      </dgm:t>
    </dgm:pt>
    <dgm:pt modelId="{893296D5-775A-4661-A3EE-13DEACEFAB4F}">
      <dgm:prSet/>
      <dgm:spPr/>
      <dgm:t>
        <a:bodyPr/>
        <a:lstStyle/>
        <a:p>
          <a:r>
            <a:rPr lang="en-US"/>
            <a:t>Accounting Function</a:t>
          </a:r>
        </a:p>
      </dgm:t>
    </dgm:pt>
    <dgm:pt modelId="{4935A2F5-AD64-44AF-B09B-428528C60603}" type="parTrans" cxnId="{5DA7212D-F508-4DE3-964E-0D8D6D0722D4}">
      <dgm:prSet/>
      <dgm:spPr/>
      <dgm:t>
        <a:bodyPr/>
        <a:lstStyle/>
        <a:p>
          <a:endParaRPr lang="en-US"/>
        </a:p>
      </dgm:t>
    </dgm:pt>
    <dgm:pt modelId="{4CF59677-8BE3-49D1-ACC3-041500A20EFF}" type="sibTrans" cxnId="{5DA7212D-F508-4DE3-964E-0D8D6D0722D4}">
      <dgm:prSet/>
      <dgm:spPr/>
      <dgm:t>
        <a:bodyPr/>
        <a:lstStyle/>
        <a:p>
          <a:endParaRPr lang="en-US"/>
        </a:p>
      </dgm:t>
    </dgm:pt>
    <dgm:pt modelId="{89B892B2-50C1-450E-9F1D-979ECC495706}">
      <dgm:prSet/>
      <dgm:spPr/>
      <dgm:t>
        <a:bodyPr/>
        <a:lstStyle/>
        <a:p>
          <a:r>
            <a:rPr lang="en-US"/>
            <a:t>Personnel Function</a:t>
          </a:r>
        </a:p>
      </dgm:t>
    </dgm:pt>
    <dgm:pt modelId="{E2146748-1464-4FC2-8715-1DA69274FA73}" type="parTrans" cxnId="{FBF73412-BA84-4C30-98FC-8BB64DAE66E5}">
      <dgm:prSet/>
      <dgm:spPr/>
      <dgm:t>
        <a:bodyPr/>
        <a:lstStyle/>
        <a:p>
          <a:endParaRPr lang="en-US"/>
        </a:p>
      </dgm:t>
    </dgm:pt>
    <dgm:pt modelId="{D0D12A27-AFFA-4529-BC0C-E0AE2CD3E246}" type="sibTrans" cxnId="{FBF73412-BA84-4C30-98FC-8BB64DAE66E5}">
      <dgm:prSet/>
      <dgm:spPr/>
      <dgm:t>
        <a:bodyPr/>
        <a:lstStyle/>
        <a:p>
          <a:endParaRPr lang="en-US"/>
        </a:p>
      </dgm:t>
    </dgm:pt>
    <dgm:pt modelId="{B0CDF810-1A91-494F-A6C7-F6730C2E6535}">
      <dgm:prSet/>
      <dgm:spPr/>
      <dgm:t>
        <a:bodyPr/>
        <a:lstStyle/>
        <a:p>
          <a:r>
            <a:rPr lang="en-US"/>
            <a:t>Research and Development Function</a:t>
          </a:r>
        </a:p>
      </dgm:t>
    </dgm:pt>
    <dgm:pt modelId="{8D9DEEFF-8F60-4879-B711-E17F422A1CB6}" type="parTrans" cxnId="{08AC3051-CAA5-41EA-A555-85CC84BAA10A}">
      <dgm:prSet/>
      <dgm:spPr/>
      <dgm:t>
        <a:bodyPr/>
        <a:lstStyle/>
        <a:p>
          <a:endParaRPr lang="en-US"/>
        </a:p>
      </dgm:t>
    </dgm:pt>
    <dgm:pt modelId="{44A6AB4C-6C89-4D58-8A86-BB0FCBF22086}" type="sibTrans" cxnId="{08AC3051-CAA5-41EA-A555-85CC84BAA10A}">
      <dgm:prSet/>
      <dgm:spPr/>
      <dgm:t>
        <a:bodyPr/>
        <a:lstStyle/>
        <a:p>
          <a:endParaRPr lang="en-US"/>
        </a:p>
      </dgm:t>
    </dgm:pt>
    <dgm:pt modelId="{288F2B65-C04E-4A40-AC40-86DF1D740AB6}" type="pres">
      <dgm:prSet presAssocID="{4A8CDB8F-7F7E-43D9-8245-3C362023DDEF}" presName="hierChild1" presStyleCnt="0">
        <dgm:presLayoutVars>
          <dgm:orgChart val="1"/>
          <dgm:chPref val="1"/>
          <dgm:dir/>
          <dgm:animOne val="branch"/>
          <dgm:animLvl val="lvl"/>
          <dgm:resizeHandles/>
        </dgm:presLayoutVars>
      </dgm:prSet>
      <dgm:spPr/>
    </dgm:pt>
    <dgm:pt modelId="{FEAD08B8-AEA9-4ADA-A534-BAE71AD00F0F}" type="pres">
      <dgm:prSet presAssocID="{A65227C9-79FC-46FB-A707-DD974694ED4E}" presName="hierRoot1" presStyleCnt="0">
        <dgm:presLayoutVars>
          <dgm:hierBranch val="init"/>
        </dgm:presLayoutVars>
      </dgm:prSet>
      <dgm:spPr/>
    </dgm:pt>
    <dgm:pt modelId="{AAA93072-FE06-4C05-B60A-D8A8E8C4E7E0}" type="pres">
      <dgm:prSet presAssocID="{A65227C9-79FC-46FB-A707-DD974694ED4E}" presName="rootComposite1" presStyleCnt="0"/>
      <dgm:spPr/>
    </dgm:pt>
    <dgm:pt modelId="{89080AF4-C02C-4794-AB70-FFE7716DB04F}" type="pres">
      <dgm:prSet presAssocID="{A65227C9-79FC-46FB-A707-DD974694ED4E}" presName="rootText1" presStyleLbl="node0" presStyleIdx="0" presStyleCnt="1" custScaleY="169321">
        <dgm:presLayoutVars>
          <dgm:chPref val="3"/>
        </dgm:presLayoutVars>
      </dgm:prSet>
      <dgm:spPr/>
    </dgm:pt>
    <dgm:pt modelId="{EC26E166-6F50-42DF-9EBA-BE157B9480F8}" type="pres">
      <dgm:prSet presAssocID="{A65227C9-79FC-46FB-A707-DD974694ED4E}" presName="rootConnector1" presStyleLbl="node1" presStyleIdx="0" presStyleCnt="0"/>
      <dgm:spPr/>
    </dgm:pt>
    <dgm:pt modelId="{834FD12F-61CD-4895-BD50-05136F2784A5}" type="pres">
      <dgm:prSet presAssocID="{A65227C9-79FC-46FB-A707-DD974694ED4E}" presName="hierChild2" presStyleCnt="0"/>
      <dgm:spPr/>
    </dgm:pt>
    <dgm:pt modelId="{D121DCD0-A0E7-422F-BBBC-55789837559F}" type="pres">
      <dgm:prSet presAssocID="{D9FF0E18-0337-4313-8808-792277EAF5C9}" presName="Name37" presStyleLbl="parChTrans1D2" presStyleIdx="0" presStyleCnt="6"/>
      <dgm:spPr/>
    </dgm:pt>
    <dgm:pt modelId="{D580994D-9F7E-4726-9B2C-59925468FE1B}" type="pres">
      <dgm:prSet presAssocID="{91224C46-911C-4C90-9881-FEE7E2EF7EC7}" presName="hierRoot2" presStyleCnt="0">
        <dgm:presLayoutVars>
          <dgm:hierBranch val="init"/>
        </dgm:presLayoutVars>
      </dgm:prSet>
      <dgm:spPr/>
    </dgm:pt>
    <dgm:pt modelId="{EB4C3B9E-E6DB-4843-AFCA-555DCC01608C}" type="pres">
      <dgm:prSet presAssocID="{91224C46-911C-4C90-9881-FEE7E2EF7EC7}" presName="rootComposite" presStyleCnt="0"/>
      <dgm:spPr/>
    </dgm:pt>
    <dgm:pt modelId="{70778852-AC56-4BF3-985C-FF15E8AF5456}" type="pres">
      <dgm:prSet presAssocID="{91224C46-911C-4C90-9881-FEE7E2EF7EC7}" presName="rootText" presStyleLbl="node2" presStyleIdx="0" presStyleCnt="6" custScaleY="147519">
        <dgm:presLayoutVars>
          <dgm:chPref val="3"/>
        </dgm:presLayoutVars>
      </dgm:prSet>
      <dgm:spPr/>
    </dgm:pt>
    <dgm:pt modelId="{DA0BC630-E59C-45C7-99C1-D572DF715299}" type="pres">
      <dgm:prSet presAssocID="{91224C46-911C-4C90-9881-FEE7E2EF7EC7}" presName="rootConnector" presStyleLbl="node2" presStyleIdx="0" presStyleCnt="6"/>
      <dgm:spPr/>
    </dgm:pt>
    <dgm:pt modelId="{281C0C4B-04F8-4CD5-A5C8-EACE7B6A7B4B}" type="pres">
      <dgm:prSet presAssocID="{91224C46-911C-4C90-9881-FEE7E2EF7EC7}" presName="hierChild4" presStyleCnt="0"/>
      <dgm:spPr/>
    </dgm:pt>
    <dgm:pt modelId="{A37A93B2-F471-43EC-ADC2-4D377C3D7693}" type="pres">
      <dgm:prSet presAssocID="{91224C46-911C-4C90-9881-FEE7E2EF7EC7}" presName="hierChild5" presStyleCnt="0"/>
      <dgm:spPr/>
    </dgm:pt>
    <dgm:pt modelId="{56602E91-8AAD-4BEF-B754-EBBDBC368C41}" type="pres">
      <dgm:prSet presAssocID="{C8D5C278-4800-46CB-989F-6C779F962BD1}" presName="Name37" presStyleLbl="parChTrans1D2" presStyleIdx="1" presStyleCnt="6"/>
      <dgm:spPr/>
    </dgm:pt>
    <dgm:pt modelId="{2B5AC9E3-4371-4F73-9E31-4646F4DC3E9A}" type="pres">
      <dgm:prSet presAssocID="{11F45A31-1DFD-4837-A49F-709AD9B270B4}" presName="hierRoot2" presStyleCnt="0">
        <dgm:presLayoutVars>
          <dgm:hierBranch val="init"/>
        </dgm:presLayoutVars>
      </dgm:prSet>
      <dgm:spPr/>
    </dgm:pt>
    <dgm:pt modelId="{1B446C0F-946B-4D6C-AF0C-8EC27DD89ADF}" type="pres">
      <dgm:prSet presAssocID="{11F45A31-1DFD-4837-A49F-709AD9B270B4}" presName="rootComposite" presStyleCnt="0"/>
      <dgm:spPr/>
    </dgm:pt>
    <dgm:pt modelId="{1D884F9D-5C39-44D6-8C45-AFD46C83554B}" type="pres">
      <dgm:prSet presAssocID="{11F45A31-1DFD-4837-A49F-709AD9B270B4}" presName="rootText" presStyleLbl="node2" presStyleIdx="1" presStyleCnt="6" custScaleY="147519">
        <dgm:presLayoutVars>
          <dgm:chPref val="3"/>
        </dgm:presLayoutVars>
      </dgm:prSet>
      <dgm:spPr/>
    </dgm:pt>
    <dgm:pt modelId="{EAA013AB-2D8B-4300-8AFB-9BA437C8FEA2}" type="pres">
      <dgm:prSet presAssocID="{11F45A31-1DFD-4837-A49F-709AD9B270B4}" presName="rootConnector" presStyleLbl="node2" presStyleIdx="1" presStyleCnt="6"/>
      <dgm:spPr/>
    </dgm:pt>
    <dgm:pt modelId="{D22E15A7-BD91-42F0-B3F0-8AEC83381933}" type="pres">
      <dgm:prSet presAssocID="{11F45A31-1DFD-4837-A49F-709AD9B270B4}" presName="hierChild4" presStyleCnt="0"/>
      <dgm:spPr/>
    </dgm:pt>
    <dgm:pt modelId="{2B9BFDD3-0879-4D5C-83B9-AC031D645435}" type="pres">
      <dgm:prSet presAssocID="{11F45A31-1DFD-4837-A49F-709AD9B270B4}" presName="hierChild5" presStyleCnt="0"/>
      <dgm:spPr/>
    </dgm:pt>
    <dgm:pt modelId="{177EF984-4376-4DE1-A7AA-DFC3871FC0EC}" type="pres">
      <dgm:prSet presAssocID="{76C8F454-1934-40E0-8F66-3356FB186E85}" presName="Name37" presStyleLbl="parChTrans1D2" presStyleIdx="2" presStyleCnt="6"/>
      <dgm:spPr/>
    </dgm:pt>
    <dgm:pt modelId="{548379A2-8B50-41E9-B91C-CDDB02B7D122}" type="pres">
      <dgm:prSet presAssocID="{97287EDE-52B3-4F7C-AFC1-486BE2373D8E}" presName="hierRoot2" presStyleCnt="0">
        <dgm:presLayoutVars>
          <dgm:hierBranch val="init"/>
        </dgm:presLayoutVars>
      </dgm:prSet>
      <dgm:spPr/>
    </dgm:pt>
    <dgm:pt modelId="{E16FB0EC-6EDE-43B3-9DC7-87F8CF94433B}" type="pres">
      <dgm:prSet presAssocID="{97287EDE-52B3-4F7C-AFC1-486BE2373D8E}" presName="rootComposite" presStyleCnt="0"/>
      <dgm:spPr/>
    </dgm:pt>
    <dgm:pt modelId="{422C1623-64BB-49B8-8CE5-3D2957AE01D2}" type="pres">
      <dgm:prSet presAssocID="{97287EDE-52B3-4F7C-AFC1-486BE2373D8E}" presName="rootText" presStyleLbl="node2" presStyleIdx="2" presStyleCnt="6" custScaleY="147519">
        <dgm:presLayoutVars>
          <dgm:chPref val="3"/>
        </dgm:presLayoutVars>
      </dgm:prSet>
      <dgm:spPr/>
    </dgm:pt>
    <dgm:pt modelId="{5EA7C5B4-D1CD-4B61-A80E-B3AD471B61C6}" type="pres">
      <dgm:prSet presAssocID="{97287EDE-52B3-4F7C-AFC1-486BE2373D8E}" presName="rootConnector" presStyleLbl="node2" presStyleIdx="2" presStyleCnt="6"/>
      <dgm:spPr/>
    </dgm:pt>
    <dgm:pt modelId="{7E98940C-F2F2-4315-A39A-62BDEC8B56BB}" type="pres">
      <dgm:prSet presAssocID="{97287EDE-52B3-4F7C-AFC1-486BE2373D8E}" presName="hierChild4" presStyleCnt="0"/>
      <dgm:spPr/>
    </dgm:pt>
    <dgm:pt modelId="{F1CFC22A-3C97-4D2C-A9E2-E0EFF0F197A7}" type="pres">
      <dgm:prSet presAssocID="{97287EDE-52B3-4F7C-AFC1-486BE2373D8E}" presName="hierChild5" presStyleCnt="0"/>
      <dgm:spPr/>
    </dgm:pt>
    <dgm:pt modelId="{D72546FB-236C-490C-B4C6-531C2C17D46C}" type="pres">
      <dgm:prSet presAssocID="{4935A2F5-AD64-44AF-B09B-428528C60603}" presName="Name37" presStyleLbl="parChTrans1D2" presStyleIdx="3" presStyleCnt="6"/>
      <dgm:spPr/>
    </dgm:pt>
    <dgm:pt modelId="{93856F68-8F77-493C-B653-BE2F85B599E4}" type="pres">
      <dgm:prSet presAssocID="{893296D5-775A-4661-A3EE-13DEACEFAB4F}" presName="hierRoot2" presStyleCnt="0">
        <dgm:presLayoutVars>
          <dgm:hierBranch val="init"/>
        </dgm:presLayoutVars>
      </dgm:prSet>
      <dgm:spPr/>
    </dgm:pt>
    <dgm:pt modelId="{5D80679A-B151-4EC1-B5FB-671856761B4A}" type="pres">
      <dgm:prSet presAssocID="{893296D5-775A-4661-A3EE-13DEACEFAB4F}" presName="rootComposite" presStyleCnt="0"/>
      <dgm:spPr/>
    </dgm:pt>
    <dgm:pt modelId="{CFEC6131-D6A1-4569-9229-778A0B25D88C}" type="pres">
      <dgm:prSet presAssocID="{893296D5-775A-4661-A3EE-13DEACEFAB4F}" presName="rootText" presStyleLbl="node2" presStyleIdx="3" presStyleCnt="6" custScaleY="147519">
        <dgm:presLayoutVars>
          <dgm:chPref val="3"/>
        </dgm:presLayoutVars>
      </dgm:prSet>
      <dgm:spPr/>
    </dgm:pt>
    <dgm:pt modelId="{D2EEEE76-1500-41BF-AEBE-F92279145D3D}" type="pres">
      <dgm:prSet presAssocID="{893296D5-775A-4661-A3EE-13DEACEFAB4F}" presName="rootConnector" presStyleLbl="node2" presStyleIdx="3" presStyleCnt="6"/>
      <dgm:spPr/>
    </dgm:pt>
    <dgm:pt modelId="{238E265B-E9D6-4604-8F84-16949DB51601}" type="pres">
      <dgm:prSet presAssocID="{893296D5-775A-4661-A3EE-13DEACEFAB4F}" presName="hierChild4" presStyleCnt="0"/>
      <dgm:spPr/>
    </dgm:pt>
    <dgm:pt modelId="{08EE06B6-AEA0-49F1-A1D9-DA61898DD300}" type="pres">
      <dgm:prSet presAssocID="{893296D5-775A-4661-A3EE-13DEACEFAB4F}" presName="hierChild5" presStyleCnt="0"/>
      <dgm:spPr/>
    </dgm:pt>
    <dgm:pt modelId="{C3AD23B1-C275-4CDD-959C-1819F22985C8}" type="pres">
      <dgm:prSet presAssocID="{E2146748-1464-4FC2-8715-1DA69274FA73}" presName="Name37" presStyleLbl="parChTrans1D2" presStyleIdx="4" presStyleCnt="6"/>
      <dgm:spPr/>
    </dgm:pt>
    <dgm:pt modelId="{7AB0519C-1CBC-492A-8932-97080CBFC567}" type="pres">
      <dgm:prSet presAssocID="{89B892B2-50C1-450E-9F1D-979ECC495706}" presName="hierRoot2" presStyleCnt="0">
        <dgm:presLayoutVars>
          <dgm:hierBranch val="init"/>
        </dgm:presLayoutVars>
      </dgm:prSet>
      <dgm:spPr/>
    </dgm:pt>
    <dgm:pt modelId="{C78F7F17-C243-4F9D-BF73-3D4F80637113}" type="pres">
      <dgm:prSet presAssocID="{89B892B2-50C1-450E-9F1D-979ECC495706}" presName="rootComposite" presStyleCnt="0"/>
      <dgm:spPr/>
    </dgm:pt>
    <dgm:pt modelId="{B830D524-C0CF-476F-AA7F-BFA014296381}" type="pres">
      <dgm:prSet presAssocID="{89B892B2-50C1-450E-9F1D-979ECC495706}" presName="rootText" presStyleLbl="node2" presStyleIdx="4" presStyleCnt="6" custScaleY="147519">
        <dgm:presLayoutVars>
          <dgm:chPref val="3"/>
        </dgm:presLayoutVars>
      </dgm:prSet>
      <dgm:spPr/>
    </dgm:pt>
    <dgm:pt modelId="{9D60B95E-86A9-4E62-A38B-6C26A4BACB4C}" type="pres">
      <dgm:prSet presAssocID="{89B892B2-50C1-450E-9F1D-979ECC495706}" presName="rootConnector" presStyleLbl="node2" presStyleIdx="4" presStyleCnt="6"/>
      <dgm:spPr/>
    </dgm:pt>
    <dgm:pt modelId="{CFCD266C-352B-4774-9546-6372F56715BE}" type="pres">
      <dgm:prSet presAssocID="{89B892B2-50C1-450E-9F1D-979ECC495706}" presName="hierChild4" presStyleCnt="0"/>
      <dgm:spPr/>
    </dgm:pt>
    <dgm:pt modelId="{50FAAF6B-157D-4342-9C68-B106460C6754}" type="pres">
      <dgm:prSet presAssocID="{89B892B2-50C1-450E-9F1D-979ECC495706}" presName="hierChild5" presStyleCnt="0"/>
      <dgm:spPr/>
    </dgm:pt>
    <dgm:pt modelId="{57D99EC1-50E4-4EB8-8943-67C325464A7A}" type="pres">
      <dgm:prSet presAssocID="{8D9DEEFF-8F60-4879-B711-E17F422A1CB6}" presName="Name37" presStyleLbl="parChTrans1D2" presStyleIdx="5" presStyleCnt="6"/>
      <dgm:spPr/>
    </dgm:pt>
    <dgm:pt modelId="{39718960-FD6C-4EB2-9063-85FF445D85AB}" type="pres">
      <dgm:prSet presAssocID="{B0CDF810-1A91-494F-A6C7-F6730C2E6535}" presName="hierRoot2" presStyleCnt="0">
        <dgm:presLayoutVars>
          <dgm:hierBranch val="init"/>
        </dgm:presLayoutVars>
      </dgm:prSet>
      <dgm:spPr/>
    </dgm:pt>
    <dgm:pt modelId="{C68D6EE9-EEB9-4947-941A-6CF0D6A8935C}" type="pres">
      <dgm:prSet presAssocID="{B0CDF810-1A91-494F-A6C7-F6730C2E6535}" presName="rootComposite" presStyleCnt="0"/>
      <dgm:spPr/>
    </dgm:pt>
    <dgm:pt modelId="{89A3E049-DA2F-47B9-82C9-1BD061708447}" type="pres">
      <dgm:prSet presAssocID="{B0CDF810-1A91-494F-A6C7-F6730C2E6535}" presName="rootText" presStyleLbl="node2" presStyleIdx="5" presStyleCnt="6" custScaleY="147519">
        <dgm:presLayoutVars>
          <dgm:chPref val="3"/>
        </dgm:presLayoutVars>
      </dgm:prSet>
      <dgm:spPr/>
    </dgm:pt>
    <dgm:pt modelId="{FDAEB1B6-61CE-42C2-952E-DA465608A1B7}" type="pres">
      <dgm:prSet presAssocID="{B0CDF810-1A91-494F-A6C7-F6730C2E6535}" presName="rootConnector" presStyleLbl="node2" presStyleIdx="5" presStyleCnt="6"/>
      <dgm:spPr/>
    </dgm:pt>
    <dgm:pt modelId="{B5CD2F88-B174-4AA8-AD3C-F110C3BB2D7C}" type="pres">
      <dgm:prSet presAssocID="{B0CDF810-1A91-494F-A6C7-F6730C2E6535}" presName="hierChild4" presStyleCnt="0"/>
      <dgm:spPr/>
    </dgm:pt>
    <dgm:pt modelId="{ABB0E9EE-182B-44ED-8199-41FAB26C2C48}" type="pres">
      <dgm:prSet presAssocID="{B0CDF810-1A91-494F-A6C7-F6730C2E6535}" presName="hierChild5" presStyleCnt="0"/>
      <dgm:spPr/>
    </dgm:pt>
    <dgm:pt modelId="{7AC739B3-7707-46B2-BAA4-C17AB2CCCE4D}" type="pres">
      <dgm:prSet presAssocID="{A65227C9-79FC-46FB-A707-DD974694ED4E}" presName="hierChild3" presStyleCnt="0"/>
      <dgm:spPr/>
    </dgm:pt>
  </dgm:ptLst>
  <dgm:cxnLst>
    <dgm:cxn modelId="{FBF73412-BA84-4C30-98FC-8BB64DAE66E5}" srcId="{A65227C9-79FC-46FB-A707-DD974694ED4E}" destId="{89B892B2-50C1-450E-9F1D-979ECC495706}" srcOrd="4" destOrd="0" parTransId="{E2146748-1464-4FC2-8715-1DA69274FA73}" sibTransId="{D0D12A27-AFFA-4529-BC0C-E0AE2CD3E246}"/>
    <dgm:cxn modelId="{618EC41E-199A-469B-BD85-927D996D0256}" type="presOf" srcId="{D9FF0E18-0337-4313-8808-792277EAF5C9}" destId="{D121DCD0-A0E7-422F-BBBC-55789837559F}" srcOrd="0" destOrd="0" presId="urn:microsoft.com/office/officeart/2005/8/layout/orgChart1"/>
    <dgm:cxn modelId="{1DAE2B22-2861-43C6-81DB-0E0F60BCD02E}" type="presOf" srcId="{B0CDF810-1A91-494F-A6C7-F6730C2E6535}" destId="{FDAEB1B6-61CE-42C2-952E-DA465608A1B7}" srcOrd="1" destOrd="0" presId="urn:microsoft.com/office/officeart/2005/8/layout/orgChart1"/>
    <dgm:cxn modelId="{5DA7212D-F508-4DE3-964E-0D8D6D0722D4}" srcId="{A65227C9-79FC-46FB-A707-DD974694ED4E}" destId="{893296D5-775A-4661-A3EE-13DEACEFAB4F}" srcOrd="3" destOrd="0" parTransId="{4935A2F5-AD64-44AF-B09B-428528C60603}" sibTransId="{4CF59677-8BE3-49D1-ACC3-041500A20EFF}"/>
    <dgm:cxn modelId="{833C7736-7A34-4BE3-873E-8F4FC8A1DB1F}" type="presOf" srcId="{97287EDE-52B3-4F7C-AFC1-486BE2373D8E}" destId="{422C1623-64BB-49B8-8CE5-3D2957AE01D2}" srcOrd="0" destOrd="0" presId="urn:microsoft.com/office/officeart/2005/8/layout/orgChart1"/>
    <dgm:cxn modelId="{5002E43A-E137-47E9-A39D-9B71382C7E8C}" type="presOf" srcId="{11F45A31-1DFD-4837-A49F-709AD9B270B4}" destId="{1D884F9D-5C39-44D6-8C45-AFD46C83554B}" srcOrd="0" destOrd="0" presId="urn:microsoft.com/office/officeart/2005/8/layout/orgChart1"/>
    <dgm:cxn modelId="{63EC7A45-A162-4F5F-AA67-7450C1D71E93}" type="presOf" srcId="{A65227C9-79FC-46FB-A707-DD974694ED4E}" destId="{EC26E166-6F50-42DF-9EBA-BE157B9480F8}" srcOrd="1" destOrd="0" presId="urn:microsoft.com/office/officeart/2005/8/layout/orgChart1"/>
    <dgm:cxn modelId="{6984F550-DBC6-4C16-AB4F-5F2AA63D03D2}" type="presOf" srcId="{E2146748-1464-4FC2-8715-1DA69274FA73}" destId="{C3AD23B1-C275-4CDD-959C-1819F22985C8}" srcOrd="0" destOrd="0" presId="urn:microsoft.com/office/officeart/2005/8/layout/orgChart1"/>
    <dgm:cxn modelId="{08AC3051-CAA5-41EA-A555-85CC84BAA10A}" srcId="{A65227C9-79FC-46FB-A707-DD974694ED4E}" destId="{B0CDF810-1A91-494F-A6C7-F6730C2E6535}" srcOrd="5" destOrd="0" parTransId="{8D9DEEFF-8F60-4879-B711-E17F422A1CB6}" sibTransId="{44A6AB4C-6C89-4D58-8A86-BB0FCBF22086}"/>
    <dgm:cxn modelId="{06F15575-43D0-4F35-8D76-7EEE8FB85640}" type="presOf" srcId="{91224C46-911C-4C90-9881-FEE7E2EF7EC7}" destId="{DA0BC630-E59C-45C7-99C1-D572DF715299}" srcOrd="1" destOrd="0" presId="urn:microsoft.com/office/officeart/2005/8/layout/orgChart1"/>
    <dgm:cxn modelId="{915B9257-36E9-4F4E-A3C7-6F8F2A1B6A82}" type="presOf" srcId="{89B892B2-50C1-450E-9F1D-979ECC495706}" destId="{B830D524-C0CF-476F-AA7F-BFA014296381}" srcOrd="0" destOrd="0" presId="urn:microsoft.com/office/officeart/2005/8/layout/orgChart1"/>
    <dgm:cxn modelId="{EDBE8B7E-3E75-4C45-A2F3-7D6AA6B392A2}" type="presOf" srcId="{76C8F454-1934-40E0-8F66-3356FB186E85}" destId="{177EF984-4376-4DE1-A7AA-DFC3871FC0EC}" srcOrd="0" destOrd="0" presId="urn:microsoft.com/office/officeart/2005/8/layout/orgChart1"/>
    <dgm:cxn modelId="{42500480-7707-4742-9610-ECF59B096935}" type="presOf" srcId="{89B892B2-50C1-450E-9F1D-979ECC495706}" destId="{9D60B95E-86A9-4E62-A38B-6C26A4BACB4C}" srcOrd="1" destOrd="0" presId="urn:microsoft.com/office/officeart/2005/8/layout/orgChart1"/>
    <dgm:cxn modelId="{E52F2281-3F1E-492B-B077-ADDDDFEAF954}" type="presOf" srcId="{C8D5C278-4800-46CB-989F-6C779F962BD1}" destId="{56602E91-8AAD-4BEF-B754-EBBDBC368C41}" srcOrd="0" destOrd="0" presId="urn:microsoft.com/office/officeart/2005/8/layout/orgChart1"/>
    <dgm:cxn modelId="{D6B16894-5051-4619-BDEC-00FD05AF083C}" type="presOf" srcId="{B0CDF810-1A91-494F-A6C7-F6730C2E6535}" destId="{89A3E049-DA2F-47B9-82C9-1BD061708447}" srcOrd="0" destOrd="0" presId="urn:microsoft.com/office/officeart/2005/8/layout/orgChart1"/>
    <dgm:cxn modelId="{8BB5DE99-AF5A-446A-B9DB-959289568AE5}" type="presOf" srcId="{11F45A31-1DFD-4837-A49F-709AD9B270B4}" destId="{EAA013AB-2D8B-4300-8AFB-9BA437C8FEA2}" srcOrd="1" destOrd="0" presId="urn:microsoft.com/office/officeart/2005/8/layout/orgChart1"/>
    <dgm:cxn modelId="{CDBB8D9C-34B0-48FA-A5ED-142BD4BA7B31}" type="presOf" srcId="{4A8CDB8F-7F7E-43D9-8245-3C362023DDEF}" destId="{288F2B65-C04E-4A40-AC40-86DF1D740AB6}" srcOrd="0" destOrd="0" presId="urn:microsoft.com/office/officeart/2005/8/layout/orgChart1"/>
    <dgm:cxn modelId="{3F4A2DAA-9D30-46ED-8D67-5E56145A5B03}" type="presOf" srcId="{A65227C9-79FC-46FB-A707-DD974694ED4E}" destId="{89080AF4-C02C-4794-AB70-FFE7716DB04F}" srcOrd="0" destOrd="0" presId="urn:microsoft.com/office/officeart/2005/8/layout/orgChart1"/>
    <dgm:cxn modelId="{6A9057AB-F42B-4A06-8429-6785F764C8A2}" type="presOf" srcId="{893296D5-775A-4661-A3EE-13DEACEFAB4F}" destId="{D2EEEE76-1500-41BF-AEBE-F92279145D3D}" srcOrd="1" destOrd="0" presId="urn:microsoft.com/office/officeart/2005/8/layout/orgChart1"/>
    <dgm:cxn modelId="{9AC368AC-908E-41AC-9801-A130CEE4F64E}" srcId="{A65227C9-79FC-46FB-A707-DD974694ED4E}" destId="{11F45A31-1DFD-4837-A49F-709AD9B270B4}" srcOrd="1" destOrd="0" parTransId="{C8D5C278-4800-46CB-989F-6C779F962BD1}" sibTransId="{42DDA660-B1E0-4F69-8A41-5B2DC09F47C0}"/>
    <dgm:cxn modelId="{50ADDEB4-373E-4949-95DE-DCE50C74CDA0}" type="presOf" srcId="{91224C46-911C-4C90-9881-FEE7E2EF7EC7}" destId="{70778852-AC56-4BF3-985C-FF15E8AF5456}" srcOrd="0" destOrd="0" presId="urn:microsoft.com/office/officeart/2005/8/layout/orgChart1"/>
    <dgm:cxn modelId="{B9884EB8-8436-414B-BE7E-E450F178793A}" type="presOf" srcId="{893296D5-775A-4661-A3EE-13DEACEFAB4F}" destId="{CFEC6131-D6A1-4569-9229-778A0B25D88C}" srcOrd="0" destOrd="0" presId="urn:microsoft.com/office/officeart/2005/8/layout/orgChart1"/>
    <dgm:cxn modelId="{1704DDB8-474A-4B98-93E3-02AB4FB92BA5}" type="presOf" srcId="{97287EDE-52B3-4F7C-AFC1-486BE2373D8E}" destId="{5EA7C5B4-D1CD-4B61-A80E-B3AD471B61C6}" srcOrd="1" destOrd="0" presId="urn:microsoft.com/office/officeart/2005/8/layout/orgChart1"/>
    <dgm:cxn modelId="{B9E294C4-9DAC-454E-8DE0-9B5C03839ABA}" type="presOf" srcId="{4935A2F5-AD64-44AF-B09B-428528C60603}" destId="{D72546FB-236C-490C-B4C6-531C2C17D46C}" srcOrd="0" destOrd="0" presId="urn:microsoft.com/office/officeart/2005/8/layout/orgChart1"/>
    <dgm:cxn modelId="{EEF11FC9-1D2A-447B-B90D-FE53F31989E2}" type="presOf" srcId="{8D9DEEFF-8F60-4879-B711-E17F422A1CB6}" destId="{57D99EC1-50E4-4EB8-8943-67C325464A7A}" srcOrd="0" destOrd="0" presId="urn:microsoft.com/office/officeart/2005/8/layout/orgChart1"/>
    <dgm:cxn modelId="{E3BDCADB-4478-45AE-A9FF-6B93FB0ADD7F}" srcId="{4A8CDB8F-7F7E-43D9-8245-3C362023DDEF}" destId="{A65227C9-79FC-46FB-A707-DD974694ED4E}" srcOrd="0" destOrd="0" parTransId="{E553006E-6612-4721-8265-CA482A6050A8}" sibTransId="{232DAE2F-E942-4940-A14F-218D2C27516A}"/>
    <dgm:cxn modelId="{2D42EBE4-06D6-47CC-97B3-AB0BCDDBA713}" srcId="{A65227C9-79FC-46FB-A707-DD974694ED4E}" destId="{91224C46-911C-4C90-9881-FEE7E2EF7EC7}" srcOrd="0" destOrd="0" parTransId="{D9FF0E18-0337-4313-8808-792277EAF5C9}" sibTransId="{CEA1A1FA-F1D4-4AFE-97EC-A528D0333FE3}"/>
    <dgm:cxn modelId="{E4FB0EEF-969B-45E6-9D11-A6A04F7D12D5}" srcId="{A65227C9-79FC-46FB-A707-DD974694ED4E}" destId="{97287EDE-52B3-4F7C-AFC1-486BE2373D8E}" srcOrd="2" destOrd="0" parTransId="{76C8F454-1934-40E0-8F66-3356FB186E85}" sibTransId="{8A82EB13-D876-41AE-B4AC-CE1791CCD7C0}"/>
    <dgm:cxn modelId="{4C07F419-FCB9-4DE6-B73C-2239D7C99DE7}" type="presParOf" srcId="{288F2B65-C04E-4A40-AC40-86DF1D740AB6}" destId="{FEAD08B8-AEA9-4ADA-A534-BAE71AD00F0F}" srcOrd="0" destOrd="0" presId="urn:microsoft.com/office/officeart/2005/8/layout/orgChart1"/>
    <dgm:cxn modelId="{7955D86B-6F74-4695-BCBA-2A1AFF548020}" type="presParOf" srcId="{FEAD08B8-AEA9-4ADA-A534-BAE71AD00F0F}" destId="{AAA93072-FE06-4C05-B60A-D8A8E8C4E7E0}" srcOrd="0" destOrd="0" presId="urn:microsoft.com/office/officeart/2005/8/layout/orgChart1"/>
    <dgm:cxn modelId="{B785075B-BA9E-401D-B828-64150A30E468}" type="presParOf" srcId="{AAA93072-FE06-4C05-B60A-D8A8E8C4E7E0}" destId="{89080AF4-C02C-4794-AB70-FFE7716DB04F}" srcOrd="0" destOrd="0" presId="urn:microsoft.com/office/officeart/2005/8/layout/orgChart1"/>
    <dgm:cxn modelId="{F8CC8FA5-8D59-4AFA-AE28-7B4BBF6BBCE7}" type="presParOf" srcId="{AAA93072-FE06-4C05-B60A-D8A8E8C4E7E0}" destId="{EC26E166-6F50-42DF-9EBA-BE157B9480F8}" srcOrd="1" destOrd="0" presId="urn:microsoft.com/office/officeart/2005/8/layout/orgChart1"/>
    <dgm:cxn modelId="{8B0D95E0-FB02-4C36-AE6E-EB7BDE10F9F5}" type="presParOf" srcId="{FEAD08B8-AEA9-4ADA-A534-BAE71AD00F0F}" destId="{834FD12F-61CD-4895-BD50-05136F2784A5}" srcOrd="1" destOrd="0" presId="urn:microsoft.com/office/officeart/2005/8/layout/orgChart1"/>
    <dgm:cxn modelId="{0B91A42B-8269-45B1-B4F7-78FFA9A03317}" type="presParOf" srcId="{834FD12F-61CD-4895-BD50-05136F2784A5}" destId="{D121DCD0-A0E7-422F-BBBC-55789837559F}" srcOrd="0" destOrd="0" presId="urn:microsoft.com/office/officeart/2005/8/layout/orgChart1"/>
    <dgm:cxn modelId="{EA91529A-7A22-4B6D-8387-25D9227F77B2}" type="presParOf" srcId="{834FD12F-61CD-4895-BD50-05136F2784A5}" destId="{D580994D-9F7E-4726-9B2C-59925468FE1B}" srcOrd="1" destOrd="0" presId="urn:microsoft.com/office/officeart/2005/8/layout/orgChart1"/>
    <dgm:cxn modelId="{50A70C76-212A-4C49-9B1B-9589CB2550C4}" type="presParOf" srcId="{D580994D-9F7E-4726-9B2C-59925468FE1B}" destId="{EB4C3B9E-E6DB-4843-AFCA-555DCC01608C}" srcOrd="0" destOrd="0" presId="urn:microsoft.com/office/officeart/2005/8/layout/orgChart1"/>
    <dgm:cxn modelId="{C4364DE6-E001-44FC-B4F6-B2E9F807F923}" type="presParOf" srcId="{EB4C3B9E-E6DB-4843-AFCA-555DCC01608C}" destId="{70778852-AC56-4BF3-985C-FF15E8AF5456}" srcOrd="0" destOrd="0" presId="urn:microsoft.com/office/officeart/2005/8/layout/orgChart1"/>
    <dgm:cxn modelId="{6B9B17F2-A072-45C3-86F3-95CD79B294B6}" type="presParOf" srcId="{EB4C3B9E-E6DB-4843-AFCA-555DCC01608C}" destId="{DA0BC630-E59C-45C7-99C1-D572DF715299}" srcOrd="1" destOrd="0" presId="urn:microsoft.com/office/officeart/2005/8/layout/orgChart1"/>
    <dgm:cxn modelId="{5983535A-4C3F-4E05-A20D-96226D45BC90}" type="presParOf" srcId="{D580994D-9F7E-4726-9B2C-59925468FE1B}" destId="{281C0C4B-04F8-4CD5-A5C8-EACE7B6A7B4B}" srcOrd="1" destOrd="0" presId="urn:microsoft.com/office/officeart/2005/8/layout/orgChart1"/>
    <dgm:cxn modelId="{2FB8714E-3E9D-4231-B8BD-9C53012A56CA}" type="presParOf" srcId="{D580994D-9F7E-4726-9B2C-59925468FE1B}" destId="{A37A93B2-F471-43EC-ADC2-4D377C3D7693}" srcOrd="2" destOrd="0" presId="urn:microsoft.com/office/officeart/2005/8/layout/orgChart1"/>
    <dgm:cxn modelId="{6E9ACFD5-BB42-4F1F-A53E-AED2E877161E}" type="presParOf" srcId="{834FD12F-61CD-4895-BD50-05136F2784A5}" destId="{56602E91-8AAD-4BEF-B754-EBBDBC368C41}" srcOrd="2" destOrd="0" presId="urn:microsoft.com/office/officeart/2005/8/layout/orgChart1"/>
    <dgm:cxn modelId="{A14DD3C8-3210-4822-9E53-14434F5B9FA2}" type="presParOf" srcId="{834FD12F-61CD-4895-BD50-05136F2784A5}" destId="{2B5AC9E3-4371-4F73-9E31-4646F4DC3E9A}" srcOrd="3" destOrd="0" presId="urn:microsoft.com/office/officeart/2005/8/layout/orgChart1"/>
    <dgm:cxn modelId="{273F55BD-17FA-42D3-B030-D2255A655C7C}" type="presParOf" srcId="{2B5AC9E3-4371-4F73-9E31-4646F4DC3E9A}" destId="{1B446C0F-946B-4D6C-AF0C-8EC27DD89ADF}" srcOrd="0" destOrd="0" presId="urn:microsoft.com/office/officeart/2005/8/layout/orgChart1"/>
    <dgm:cxn modelId="{432A2942-45FB-4EDB-AB8D-CF64B51218F5}" type="presParOf" srcId="{1B446C0F-946B-4D6C-AF0C-8EC27DD89ADF}" destId="{1D884F9D-5C39-44D6-8C45-AFD46C83554B}" srcOrd="0" destOrd="0" presId="urn:microsoft.com/office/officeart/2005/8/layout/orgChart1"/>
    <dgm:cxn modelId="{9914D3CE-57D7-4027-8860-D411DF427D95}" type="presParOf" srcId="{1B446C0F-946B-4D6C-AF0C-8EC27DD89ADF}" destId="{EAA013AB-2D8B-4300-8AFB-9BA437C8FEA2}" srcOrd="1" destOrd="0" presId="urn:microsoft.com/office/officeart/2005/8/layout/orgChart1"/>
    <dgm:cxn modelId="{AA5DF6E5-BFCE-4584-B2FD-E61E1CEEF719}" type="presParOf" srcId="{2B5AC9E3-4371-4F73-9E31-4646F4DC3E9A}" destId="{D22E15A7-BD91-42F0-B3F0-8AEC83381933}" srcOrd="1" destOrd="0" presId="urn:microsoft.com/office/officeart/2005/8/layout/orgChart1"/>
    <dgm:cxn modelId="{F7C89CEA-CFF5-47B5-A42F-10DF39BF1164}" type="presParOf" srcId="{2B5AC9E3-4371-4F73-9E31-4646F4DC3E9A}" destId="{2B9BFDD3-0879-4D5C-83B9-AC031D645435}" srcOrd="2" destOrd="0" presId="urn:microsoft.com/office/officeart/2005/8/layout/orgChart1"/>
    <dgm:cxn modelId="{05106FD2-ED5D-454C-AB7C-1F42EE7F7B75}" type="presParOf" srcId="{834FD12F-61CD-4895-BD50-05136F2784A5}" destId="{177EF984-4376-4DE1-A7AA-DFC3871FC0EC}" srcOrd="4" destOrd="0" presId="urn:microsoft.com/office/officeart/2005/8/layout/orgChart1"/>
    <dgm:cxn modelId="{501AA76E-F125-44EE-985B-E759378731B2}" type="presParOf" srcId="{834FD12F-61CD-4895-BD50-05136F2784A5}" destId="{548379A2-8B50-41E9-B91C-CDDB02B7D122}" srcOrd="5" destOrd="0" presId="urn:microsoft.com/office/officeart/2005/8/layout/orgChart1"/>
    <dgm:cxn modelId="{018D4780-EB9B-40F2-A6B5-937649F6D72F}" type="presParOf" srcId="{548379A2-8B50-41E9-B91C-CDDB02B7D122}" destId="{E16FB0EC-6EDE-43B3-9DC7-87F8CF94433B}" srcOrd="0" destOrd="0" presId="urn:microsoft.com/office/officeart/2005/8/layout/orgChart1"/>
    <dgm:cxn modelId="{02188364-07A8-4592-8BC4-358B25AD20C8}" type="presParOf" srcId="{E16FB0EC-6EDE-43B3-9DC7-87F8CF94433B}" destId="{422C1623-64BB-49B8-8CE5-3D2957AE01D2}" srcOrd="0" destOrd="0" presId="urn:microsoft.com/office/officeart/2005/8/layout/orgChart1"/>
    <dgm:cxn modelId="{9F612A4C-1665-4333-B717-517B1D73C1E7}" type="presParOf" srcId="{E16FB0EC-6EDE-43B3-9DC7-87F8CF94433B}" destId="{5EA7C5B4-D1CD-4B61-A80E-B3AD471B61C6}" srcOrd="1" destOrd="0" presId="urn:microsoft.com/office/officeart/2005/8/layout/orgChart1"/>
    <dgm:cxn modelId="{4B2AF583-ADB1-421F-BDFD-138615965C61}" type="presParOf" srcId="{548379A2-8B50-41E9-B91C-CDDB02B7D122}" destId="{7E98940C-F2F2-4315-A39A-62BDEC8B56BB}" srcOrd="1" destOrd="0" presId="urn:microsoft.com/office/officeart/2005/8/layout/orgChart1"/>
    <dgm:cxn modelId="{8C2FD634-9742-44C2-9843-02A1960E96C7}" type="presParOf" srcId="{548379A2-8B50-41E9-B91C-CDDB02B7D122}" destId="{F1CFC22A-3C97-4D2C-A9E2-E0EFF0F197A7}" srcOrd="2" destOrd="0" presId="urn:microsoft.com/office/officeart/2005/8/layout/orgChart1"/>
    <dgm:cxn modelId="{4308FBFA-34F6-4242-8DB0-D9422408FF11}" type="presParOf" srcId="{834FD12F-61CD-4895-BD50-05136F2784A5}" destId="{D72546FB-236C-490C-B4C6-531C2C17D46C}" srcOrd="6" destOrd="0" presId="urn:microsoft.com/office/officeart/2005/8/layout/orgChart1"/>
    <dgm:cxn modelId="{85269CC0-F5DC-46D9-99C1-419B2F5DA867}" type="presParOf" srcId="{834FD12F-61CD-4895-BD50-05136F2784A5}" destId="{93856F68-8F77-493C-B653-BE2F85B599E4}" srcOrd="7" destOrd="0" presId="urn:microsoft.com/office/officeart/2005/8/layout/orgChart1"/>
    <dgm:cxn modelId="{F08D1D23-9EC3-472C-8E05-8EE4ADB41397}" type="presParOf" srcId="{93856F68-8F77-493C-B653-BE2F85B599E4}" destId="{5D80679A-B151-4EC1-B5FB-671856761B4A}" srcOrd="0" destOrd="0" presId="urn:microsoft.com/office/officeart/2005/8/layout/orgChart1"/>
    <dgm:cxn modelId="{6F3598D3-7075-4BE9-80D2-90D2F3C2EF95}" type="presParOf" srcId="{5D80679A-B151-4EC1-B5FB-671856761B4A}" destId="{CFEC6131-D6A1-4569-9229-778A0B25D88C}" srcOrd="0" destOrd="0" presId="urn:microsoft.com/office/officeart/2005/8/layout/orgChart1"/>
    <dgm:cxn modelId="{37C45A73-9ACB-4BA9-8567-B1E11BEB8A1B}" type="presParOf" srcId="{5D80679A-B151-4EC1-B5FB-671856761B4A}" destId="{D2EEEE76-1500-41BF-AEBE-F92279145D3D}" srcOrd="1" destOrd="0" presId="urn:microsoft.com/office/officeart/2005/8/layout/orgChart1"/>
    <dgm:cxn modelId="{24514740-656A-41FF-B6B2-3A9144C7E73D}" type="presParOf" srcId="{93856F68-8F77-493C-B653-BE2F85B599E4}" destId="{238E265B-E9D6-4604-8F84-16949DB51601}" srcOrd="1" destOrd="0" presId="urn:microsoft.com/office/officeart/2005/8/layout/orgChart1"/>
    <dgm:cxn modelId="{19BAE797-4236-4CF0-8890-DBEB8BA64873}" type="presParOf" srcId="{93856F68-8F77-493C-B653-BE2F85B599E4}" destId="{08EE06B6-AEA0-49F1-A1D9-DA61898DD300}" srcOrd="2" destOrd="0" presId="urn:microsoft.com/office/officeart/2005/8/layout/orgChart1"/>
    <dgm:cxn modelId="{B8205184-9C2F-47DE-BC80-53F1B5731308}" type="presParOf" srcId="{834FD12F-61CD-4895-BD50-05136F2784A5}" destId="{C3AD23B1-C275-4CDD-959C-1819F22985C8}" srcOrd="8" destOrd="0" presId="urn:microsoft.com/office/officeart/2005/8/layout/orgChart1"/>
    <dgm:cxn modelId="{B1413775-763B-4DD8-A248-28D40DBE9BF1}" type="presParOf" srcId="{834FD12F-61CD-4895-BD50-05136F2784A5}" destId="{7AB0519C-1CBC-492A-8932-97080CBFC567}" srcOrd="9" destOrd="0" presId="urn:microsoft.com/office/officeart/2005/8/layout/orgChart1"/>
    <dgm:cxn modelId="{F088AA45-CAFD-46E2-B55F-7EBC7D28D886}" type="presParOf" srcId="{7AB0519C-1CBC-492A-8932-97080CBFC567}" destId="{C78F7F17-C243-4F9D-BF73-3D4F80637113}" srcOrd="0" destOrd="0" presId="urn:microsoft.com/office/officeart/2005/8/layout/orgChart1"/>
    <dgm:cxn modelId="{FFFE44B8-8EC1-4D8B-977A-3FD141DB998A}" type="presParOf" srcId="{C78F7F17-C243-4F9D-BF73-3D4F80637113}" destId="{B830D524-C0CF-476F-AA7F-BFA014296381}" srcOrd="0" destOrd="0" presId="urn:microsoft.com/office/officeart/2005/8/layout/orgChart1"/>
    <dgm:cxn modelId="{A840525A-FABA-4813-BC39-20F2B0B73020}" type="presParOf" srcId="{C78F7F17-C243-4F9D-BF73-3D4F80637113}" destId="{9D60B95E-86A9-4E62-A38B-6C26A4BACB4C}" srcOrd="1" destOrd="0" presId="urn:microsoft.com/office/officeart/2005/8/layout/orgChart1"/>
    <dgm:cxn modelId="{1833EAD6-89CE-4348-8C0A-DD9FFB810902}" type="presParOf" srcId="{7AB0519C-1CBC-492A-8932-97080CBFC567}" destId="{CFCD266C-352B-4774-9546-6372F56715BE}" srcOrd="1" destOrd="0" presId="urn:microsoft.com/office/officeart/2005/8/layout/orgChart1"/>
    <dgm:cxn modelId="{A1AEB067-DB99-4697-99FD-3A5973E37AE1}" type="presParOf" srcId="{7AB0519C-1CBC-492A-8932-97080CBFC567}" destId="{50FAAF6B-157D-4342-9C68-B106460C6754}" srcOrd="2" destOrd="0" presId="urn:microsoft.com/office/officeart/2005/8/layout/orgChart1"/>
    <dgm:cxn modelId="{B7CE0D8A-D112-4593-8D43-B1079C97E4B2}" type="presParOf" srcId="{834FD12F-61CD-4895-BD50-05136F2784A5}" destId="{57D99EC1-50E4-4EB8-8943-67C325464A7A}" srcOrd="10" destOrd="0" presId="urn:microsoft.com/office/officeart/2005/8/layout/orgChart1"/>
    <dgm:cxn modelId="{827EDCC8-98E2-408F-89AF-E84AA362B2EA}" type="presParOf" srcId="{834FD12F-61CD-4895-BD50-05136F2784A5}" destId="{39718960-FD6C-4EB2-9063-85FF445D85AB}" srcOrd="11" destOrd="0" presId="urn:microsoft.com/office/officeart/2005/8/layout/orgChart1"/>
    <dgm:cxn modelId="{FA8F46C0-F6CB-47B8-A53A-3FBF35EF276F}" type="presParOf" srcId="{39718960-FD6C-4EB2-9063-85FF445D85AB}" destId="{C68D6EE9-EEB9-4947-941A-6CF0D6A8935C}" srcOrd="0" destOrd="0" presId="urn:microsoft.com/office/officeart/2005/8/layout/orgChart1"/>
    <dgm:cxn modelId="{4FA6499B-2820-4EAE-8328-A1F11C336DA6}" type="presParOf" srcId="{C68D6EE9-EEB9-4947-941A-6CF0D6A8935C}" destId="{89A3E049-DA2F-47B9-82C9-1BD061708447}" srcOrd="0" destOrd="0" presId="urn:microsoft.com/office/officeart/2005/8/layout/orgChart1"/>
    <dgm:cxn modelId="{17605480-C6C8-4ED4-93D1-8CEEE9F3FC6C}" type="presParOf" srcId="{C68D6EE9-EEB9-4947-941A-6CF0D6A8935C}" destId="{FDAEB1B6-61CE-42C2-952E-DA465608A1B7}" srcOrd="1" destOrd="0" presId="urn:microsoft.com/office/officeart/2005/8/layout/orgChart1"/>
    <dgm:cxn modelId="{5B7FD487-CAF4-4EFE-AD87-13CE54DB948A}" type="presParOf" srcId="{39718960-FD6C-4EB2-9063-85FF445D85AB}" destId="{B5CD2F88-B174-4AA8-AD3C-F110C3BB2D7C}" srcOrd="1" destOrd="0" presId="urn:microsoft.com/office/officeart/2005/8/layout/orgChart1"/>
    <dgm:cxn modelId="{37F17DA2-72EB-4538-98D1-FA766E397DB0}" type="presParOf" srcId="{39718960-FD6C-4EB2-9063-85FF445D85AB}" destId="{ABB0E9EE-182B-44ED-8199-41FAB26C2C48}" srcOrd="2" destOrd="0" presId="urn:microsoft.com/office/officeart/2005/8/layout/orgChart1"/>
    <dgm:cxn modelId="{4CC7C050-113D-434C-BADC-2D4C8B01776B}" type="presParOf" srcId="{FEAD08B8-AEA9-4ADA-A534-BAE71AD00F0F}" destId="{7AC739B3-7707-46B2-BAA4-C17AB2CCCE4D}"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097D4A-ECFE-47BF-BAD2-B3F6BF53BBEA}"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B03F1894-8750-4E4B-889D-2787BBAB049B}">
      <dgm:prSet phldrT="[Text]" custT="1"/>
      <dgm:spPr/>
      <dgm:t>
        <a:bodyPr/>
        <a:lstStyle/>
        <a:p>
          <a:r>
            <a:rPr lang="en-US" sz="1100"/>
            <a:t>FINANCIAL INSTITUTIONS</a:t>
          </a:r>
        </a:p>
      </dgm:t>
    </dgm:pt>
    <dgm:pt modelId="{FB4C8DBB-91FB-475E-B307-8A2D264C95EF}" type="parTrans" cxnId="{8F65453D-72F6-4D3F-99F9-AC6C2AAE5142}">
      <dgm:prSet/>
      <dgm:spPr/>
      <dgm:t>
        <a:bodyPr/>
        <a:lstStyle/>
        <a:p>
          <a:endParaRPr lang="en-US"/>
        </a:p>
      </dgm:t>
    </dgm:pt>
    <dgm:pt modelId="{CDB3BC4C-2705-4AD3-B17C-59ACE8783565}" type="sibTrans" cxnId="{8F65453D-72F6-4D3F-99F9-AC6C2AAE5142}">
      <dgm:prSet/>
      <dgm:spPr/>
      <dgm:t>
        <a:bodyPr/>
        <a:lstStyle/>
        <a:p>
          <a:endParaRPr lang="en-US"/>
        </a:p>
      </dgm:t>
    </dgm:pt>
    <dgm:pt modelId="{9DE124AC-952B-4906-8877-E211F0EEF84B}">
      <dgm:prSet phldrT="[Text]" custT="1"/>
      <dgm:spPr/>
      <dgm:t>
        <a:bodyPr/>
        <a:lstStyle/>
        <a:p>
          <a:r>
            <a:rPr lang="en-US" sz="1100"/>
            <a:t>Regulators</a:t>
          </a:r>
        </a:p>
      </dgm:t>
    </dgm:pt>
    <dgm:pt modelId="{7B2863B1-62F7-423C-88A0-6B039B4D3E24}" type="parTrans" cxnId="{624043A8-4CB8-4C03-BBC0-1F4120A5BC3E}">
      <dgm:prSet/>
      <dgm:spPr/>
      <dgm:t>
        <a:bodyPr/>
        <a:lstStyle/>
        <a:p>
          <a:endParaRPr lang="en-US"/>
        </a:p>
      </dgm:t>
    </dgm:pt>
    <dgm:pt modelId="{67972E7A-BF31-46FE-8040-3DF6C603D5C2}" type="sibTrans" cxnId="{624043A8-4CB8-4C03-BBC0-1F4120A5BC3E}">
      <dgm:prSet/>
      <dgm:spPr/>
      <dgm:t>
        <a:bodyPr/>
        <a:lstStyle/>
        <a:p>
          <a:endParaRPr lang="en-US"/>
        </a:p>
      </dgm:t>
    </dgm:pt>
    <dgm:pt modelId="{D3986D73-39EF-4093-88F6-E7A76EBE1667}">
      <dgm:prSet phldrT="[Text]" custT="1"/>
      <dgm:spPr/>
      <dgm:t>
        <a:bodyPr/>
        <a:lstStyle/>
        <a:p>
          <a:r>
            <a:rPr lang="en-US" sz="1100"/>
            <a:t>Intermediary</a:t>
          </a:r>
        </a:p>
      </dgm:t>
    </dgm:pt>
    <dgm:pt modelId="{057B8D0D-385E-49C6-BC45-447763A4AA01}" type="parTrans" cxnId="{8C1301FA-2F92-4AEB-9FD3-1143DCF0CCB4}">
      <dgm:prSet/>
      <dgm:spPr/>
      <dgm:t>
        <a:bodyPr/>
        <a:lstStyle/>
        <a:p>
          <a:endParaRPr lang="en-US"/>
        </a:p>
      </dgm:t>
    </dgm:pt>
    <dgm:pt modelId="{324FBD57-73E1-4173-A151-F1AAF7BDCED9}" type="sibTrans" cxnId="{8C1301FA-2F92-4AEB-9FD3-1143DCF0CCB4}">
      <dgm:prSet/>
      <dgm:spPr/>
      <dgm:t>
        <a:bodyPr/>
        <a:lstStyle/>
        <a:p>
          <a:endParaRPr lang="en-US"/>
        </a:p>
      </dgm:t>
    </dgm:pt>
    <dgm:pt modelId="{AA1099E4-E4AD-4B57-86F0-585CF72A566B}">
      <dgm:prSet custT="1"/>
      <dgm:spPr/>
      <dgm:t>
        <a:bodyPr/>
        <a:lstStyle/>
        <a:p>
          <a:r>
            <a:rPr lang="en-US" sz="1050"/>
            <a:t>RBI</a:t>
          </a:r>
        </a:p>
        <a:p>
          <a:r>
            <a:rPr lang="en-US" sz="1050"/>
            <a:t>SEBI</a:t>
          </a:r>
        </a:p>
        <a:p>
          <a:r>
            <a:rPr lang="en-US" sz="1050"/>
            <a:t>IRDA</a:t>
          </a:r>
        </a:p>
      </dgm:t>
    </dgm:pt>
    <dgm:pt modelId="{F0681CE1-EE17-4B95-A7FA-F8E6B7A9B053}" type="parTrans" cxnId="{5D19A55F-F66F-465B-A44C-855AC312731B}">
      <dgm:prSet/>
      <dgm:spPr/>
      <dgm:t>
        <a:bodyPr/>
        <a:lstStyle/>
        <a:p>
          <a:endParaRPr lang="en-US"/>
        </a:p>
      </dgm:t>
    </dgm:pt>
    <dgm:pt modelId="{96850402-11D7-46CE-AF3B-AD9FC2A96ACA}" type="sibTrans" cxnId="{5D19A55F-F66F-465B-A44C-855AC312731B}">
      <dgm:prSet/>
      <dgm:spPr/>
      <dgm:t>
        <a:bodyPr/>
        <a:lstStyle/>
        <a:p>
          <a:endParaRPr lang="en-US"/>
        </a:p>
      </dgm:t>
    </dgm:pt>
    <dgm:pt modelId="{785F405C-CCF5-411B-A49E-739AAF414F0C}">
      <dgm:prSet custT="1"/>
      <dgm:spPr/>
      <dgm:t>
        <a:bodyPr/>
        <a:lstStyle/>
        <a:p>
          <a:r>
            <a:rPr lang="en-US" sz="1050"/>
            <a:t>BANKING INSTITIUTIONS</a:t>
          </a:r>
        </a:p>
      </dgm:t>
    </dgm:pt>
    <dgm:pt modelId="{A8974255-6F0B-49A8-906E-719C7C80ED24}" type="parTrans" cxnId="{34D3679A-855E-4551-842A-7B0AC3E8B88F}">
      <dgm:prSet/>
      <dgm:spPr/>
      <dgm:t>
        <a:bodyPr/>
        <a:lstStyle/>
        <a:p>
          <a:endParaRPr lang="en-US"/>
        </a:p>
      </dgm:t>
    </dgm:pt>
    <dgm:pt modelId="{FF930548-5D5E-4C58-A71D-BBBD0D155A03}" type="sibTrans" cxnId="{34D3679A-855E-4551-842A-7B0AC3E8B88F}">
      <dgm:prSet/>
      <dgm:spPr/>
      <dgm:t>
        <a:bodyPr/>
        <a:lstStyle/>
        <a:p>
          <a:endParaRPr lang="en-US"/>
        </a:p>
      </dgm:t>
    </dgm:pt>
    <dgm:pt modelId="{50892440-E470-471C-AE2A-A0C696FF6F6D}">
      <dgm:prSet custT="1"/>
      <dgm:spPr/>
      <dgm:t>
        <a:bodyPr/>
        <a:lstStyle/>
        <a:p>
          <a:r>
            <a:rPr lang="en-US" sz="1050"/>
            <a:t>COMMERCIAL BANKS</a:t>
          </a:r>
        </a:p>
      </dgm:t>
    </dgm:pt>
    <dgm:pt modelId="{974DCF53-ABDE-4575-8076-FCCD168A787C}" type="parTrans" cxnId="{3661DB31-45D7-402B-B7AB-F2A0D45FAB32}">
      <dgm:prSet/>
      <dgm:spPr/>
      <dgm:t>
        <a:bodyPr/>
        <a:lstStyle/>
        <a:p>
          <a:endParaRPr lang="en-US"/>
        </a:p>
      </dgm:t>
    </dgm:pt>
    <dgm:pt modelId="{E25101CB-4DA2-4B92-B94F-6ED89FBB2E72}" type="sibTrans" cxnId="{3661DB31-45D7-402B-B7AB-F2A0D45FAB32}">
      <dgm:prSet/>
      <dgm:spPr/>
      <dgm:t>
        <a:bodyPr/>
        <a:lstStyle/>
        <a:p>
          <a:endParaRPr lang="en-US"/>
        </a:p>
      </dgm:t>
    </dgm:pt>
    <dgm:pt modelId="{37554A36-018C-4EC9-85AD-20EDB944AB7D}">
      <dgm:prSet custT="1"/>
      <dgm:spPr/>
      <dgm:t>
        <a:bodyPr/>
        <a:lstStyle/>
        <a:p>
          <a:r>
            <a:rPr lang="en-US" sz="1050"/>
            <a:t>COOPERATYIVE BANKS</a:t>
          </a:r>
        </a:p>
      </dgm:t>
    </dgm:pt>
    <dgm:pt modelId="{8E8FEFA2-53E5-4A3D-BE5D-3ADF3EB944B3}" type="parTrans" cxnId="{0F31749C-69DB-438E-882F-7FA276F99AC1}">
      <dgm:prSet/>
      <dgm:spPr/>
      <dgm:t>
        <a:bodyPr/>
        <a:lstStyle/>
        <a:p>
          <a:endParaRPr lang="en-US"/>
        </a:p>
      </dgm:t>
    </dgm:pt>
    <dgm:pt modelId="{F0F8B282-AB88-4918-9CE6-938B150C47F9}" type="sibTrans" cxnId="{0F31749C-69DB-438E-882F-7FA276F99AC1}">
      <dgm:prSet/>
      <dgm:spPr/>
      <dgm:t>
        <a:bodyPr/>
        <a:lstStyle/>
        <a:p>
          <a:endParaRPr lang="en-US"/>
        </a:p>
      </dgm:t>
    </dgm:pt>
    <dgm:pt modelId="{C4AC47C0-A35F-43DA-88FB-D41BED67FFAC}">
      <dgm:prSet custT="1"/>
      <dgm:spPr/>
      <dgm:t>
        <a:bodyPr/>
        <a:lstStyle/>
        <a:p>
          <a:r>
            <a:rPr lang="en-US" sz="1050"/>
            <a:t>NON BANKING INSTITUTIONS</a:t>
          </a:r>
        </a:p>
      </dgm:t>
    </dgm:pt>
    <dgm:pt modelId="{98A25F6A-EDB5-44A1-A58E-F2EFDF1B99E0}" type="sibTrans" cxnId="{11EA95B5-5C05-42F3-B6E6-DB9E0E489A4A}">
      <dgm:prSet/>
      <dgm:spPr/>
      <dgm:t>
        <a:bodyPr/>
        <a:lstStyle/>
        <a:p>
          <a:endParaRPr lang="en-US"/>
        </a:p>
      </dgm:t>
    </dgm:pt>
    <dgm:pt modelId="{28D7EA90-86D5-4179-A80D-80562AC7B955}" type="parTrans" cxnId="{11EA95B5-5C05-42F3-B6E6-DB9E0E489A4A}">
      <dgm:prSet/>
      <dgm:spPr/>
      <dgm:t>
        <a:bodyPr/>
        <a:lstStyle/>
        <a:p>
          <a:endParaRPr lang="en-US"/>
        </a:p>
      </dgm:t>
    </dgm:pt>
    <dgm:pt modelId="{5A793213-7C15-4094-AD2C-878EC9D8F58B}">
      <dgm:prSet custT="1"/>
      <dgm:spPr/>
      <dgm:t>
        <a:bodyPr/>
        <a:lstStyle/>
        <a:p>
          <a:r>
            <a:rPr lang="en-US" sz="1100"/>
            <a:t>NON INTERMEDIARY</a:t>
          </a:r>
        </a:p>
      </dgm:t>
    </dgm:pt>
    <dgm:pt modelId="{16DB02DB-9284-4903-8DD7-90D991BA2C1D}" type="sibTrans" cxnId="{AAE173EA-53A9-481A-B903-8DA2B57DB4AE}">
      <dgm:prSet/>
      <dgm:spPr/>
      <dgm:t>
        <a:bodyPr/>
        <a:lstStyle/>
        <a:p>
          <a:endParaRPr lang="en-US"/>
        </a:p>
      </dgm:t>
    </dgm:pt>
    <dgm:pt modelId="{5A75A3F1-4FDC-43AF-B652-6592F13E37BE}" type="parTrans" cxnId="{AAE173EA-53A9-481A-B903-8DA2B57DB4AE}">
      <dgm:prSet/>
      <dgm:spPr/>
      <dgm:t>
        <a:bodyPr/>
        <a:lstStyle/>
        <a:p>
          <a:endParaRPr lang="en-US"/>
        </a:p>
      </dgm:t>
    </dgm:pt>
    <dgm:pt modelId="{E8C46D1B-9430-4DF6-94F3-DD05607B4E4C}">
      <dgm:prSet custT="1"/>
      <dgm:spPr/>
      <dgm:t>
        <a:bodyPr/>
        <a:lstStyle/>
        <a:p>
          <a:r>
            <a:rPr lang="en-US" sz="1050"/>
            <a:t>NABARD</a:t>
          </a:r>
        </a:p>
      </dgm:t>
    </dgm:pt>
    <dgm:pt modelId="{96476251-8B2B-4F60-963F-622385CFD601}" type="sibTrans" cxnId="{0D68F42A-B7AA-401D-9DC5-3A2480C715EC}">
      <dgm:prSet/>
      <dgm:spPr/>
      <dgm:t>
        <a:bodyPr/>
        <a:lstStyle/>
        <a:p>
          <a:endParaRPr lang="en-US"/>
        </a:p>
      </dgm:t>
    </dgm:pt>
    <dgm:pt modelId="{27562786-C789-4E92-B279-1547E249DB34}" type="parTrans" cxnId="{0D68F42A-B7AA-401D-9DC5-3A2480C715EC}">
      <dgm:prSet/>
      <dgm:spPr/>
      <dgm:t>
        <a:bodyPr/>
        <a:lstStyle/>
        <a:p>
          <a:endParaRPr lang="en-US"/>
        </a:p>
      </dgm:t>
    </dgm:pt>
    <dgm:pt modelId="{5B7AD7EE-88EC-42F9-AF97-E6E457524E38}">
      <dgm:prSet custT="1"/>
      <dgm:spPr/>
      <dgm:t>
        <a:bodyPr/>
        <a:lstStyle/>
        <a:p>
          <a:r>
            <a:rPr lang="en-US" sz="1100"/>
            <a:t>Public Sector</a:t>
          </a:r>
        </a:p>
        <a:p>
          <a:r>
            <a:rPr lang="en-US" sz="1100"/>
            <a:t>Private Sector</a:t>
          </a:r>
        </a:p>
        <a:p>
          <a:r>
            <a:rPr lang="en-US" sz="1100"/>
            <a:t>RRBs</a:t>
          </a:r>
        </a:p>
        <a:p>
          <a:r>
            <a:rPr lang="en-US" sz="1100"/>
            <a:t>Foreign Banks</a:t>
          </a:r>
        </a:p>
      </dgm:t>
    </dgm:pt>
    <dgm:pt modelId="{96257F3A-7810-424C-B510-34934EA13D7B}" type="parTrans" cxnId="{59FF0B1C-6C0E-4F9F-9FA6-702946C3B8FD}">
      <dgm:prSet/>
      <dgm:spPr/>
      <dgm:t>
        <a:bodyPr/>
        <a:lstStyle/>
        <a:p>
          <a:endParaRPr lang="en-US"/>
        </a:p>
      </dgm:t>
    </dgm:pt>
    <dgm:pt modelId="{70A5687D-26D1-4136-A1B9-F9A3882D0326}" type="sibTrans" cxnId="{59FF0B1C-6C0E-4F9F-9FA6-702946C3B8FD}">
      <dgm:prSet/>
      <dgm:spPr/>
      <dgm:t>
        <a:bodyPr/>
        <a:lstStyle/>
        <a:p>
          <a:endParaRPr lang="en-US"/>
        </a:p>
      </dgm:t>
    </dgm:pt>
    <dgm:pt modelId="{CE3C6AC2-BED3-4CBB-A13A-31BA9254DE72}">
      <dgm:prSet/>
      <dgm:spPr/>
      <dgm:t>
        <a:bodyPr/>
        <a:lstStyle/>
        <a:p>
          <a:r>
            <a:rPr lang="en-IN"/>
            <a:t>DFIs</a:t>
          </a:r>
        </a:p>
        <a:p>
          <a:r>
            <a:rPr lang="en-IN"/>
            <a:t>(A) DEVELOPMENT BANKS</a:t>
          </a:r>
        </a:p>
        <a:p>
          <a:r>
            <a:rPr lang="en-IN"/>
            <a:t>- ALL INDIA</a:t>
          </a:r>
        </a:p>
        <a:p>
          <a:r>
            <a:rPr lang="en-IN"/>
            <a:t>- STATE LEVEL</a:t>
          </a:r>
        </a:p>
        <a:p>
          <a:r>
            <a:rPr lang="en-IN"/>
            <a:t>(B) INVESTMENT INSTITUTIONS</a:t>
          </a:r>
        </a:p>
        <a:p>
          <a:r>
            <a:rPr lang="en-IN"/>
            <a:t>(LIC,GIC,UTI)</a:t>
          </a:r>
        </a:p>
        <a:p>
          <a:r>
            <a:rPr lang="en-IN"/>
            <a:t>(C) SPECIALISED INSTITUTIONS</a:t>
          </a:r>
          <a:endParaRPr lang="en-US"/>
        </a:p>
      </dgm:t>
    </dgm:pt>
    <dgm:pt modelId="{0F765C9C-177F-458D-9DAE-E04CB4691C06}" type="parTrans" cxnId="{A6C134A2-C488-453B-ADC6-B8C3A4D2AD38}">
      <dgm:prSet/>
      <dgm:spPr/>
      <dgm:t>
        <a:bodyPr/>
        <a:lstStyle/>
        <a:p>
          <a:endParaRPr lang="en-US"/>
        </a:p>
      </dgm:t>
    </dgm:pt>
    <dgm:pt modelId="{B743E2F8-6FB0-4EB8-907B-88F0D2367E63}" type="sibTrans" cxnId="{A6C134A2-C488-453B-ADC6-B8C3A4D2AD38}">
      <dgm:prSet/>
      <dgm:spPr/>
      <dgm:t>
        <a:bodyPr/>
        <a:lstStyle/>
        <a:p>
          <a:endParaRPr lang="en-US"/>
        </a:p>
      </dgm:t>
    </dgm:pt>
    <dgm:pt modelId="{C5656452-C66B-48CE-94FF-565BC5E3A9E2}">
      <dgm:prSet/>
      <dgm:spPr/>
      <dgm:t>
        <a:bodyPr/>
        <a:lstStyle/>
        <a:p>
          <a:r>
            <a:rPr lang="en-US"/>
            <a:t>l</a:t>
          </a:r>
          <a:r>
            <a:rPr lang="en-IN"/>
            <a:t>NON-BANKING:</a:t>
          </a:r>
        </a:p>
        <a:p>
          <a:r>
            <a:rPr lang="en-IN"/>
            <a:t>FINANCIAL ENTITIES</a:t>
          </a:r>
        </a:p>
        <a:p>
          <a:r>
            <a:rPr lang="en-IN"/>
            <a:t>(A) NBFCs</a:t>
          </a:r>
        </a:p>
        <a:p>
          <a:r>
            <a:rPr lang="en-IN"/>
            <a:t>- EQIUPMENT</a:t>
          </a:r>
        </a:p>
        <a:p>
          <a:r>
            <a:rPr lang="en-IN"/>
            <a:t>LEASING</a:t>
          </a:r>
        </a:p>
        <a:p>
          <a:r>
            <a:rPr lang="en-IN"/>
            <a:t>- HIRE</a:t>
          </a:r>
        </a:p>
        <a:p>
          <a:r>
            <a:rPr lang="en-IN"/>
            <a:t>PURCHASE</a:t>
          </a:r>
        </a:p>
        <a:p>
          <a:r>
            <a:rPr lang="en-IN"/>
            <a:t>-INVESTMENT</a:t>
          </a:r>
        </a:p>
        <a:p>
          <a:r>
            <a:rPr lang="en-IN"/>
            <a:t>- LOAN RNBCS</a:t>
          </a:r>
        </a:p>
        <a:p>
          <a:r>
            <a:rPr lang="en-IN"/>
            <a:t>(B) MBFC's</a:t>
          </a:r>
        </a:p>
        <a:p>
          <a:r>
            <a:rPr lang="en-IN"/>
            <a:t>(C) MNBCS</a:t>
          </a:r>
          <a:endParaRPr lang="en-US"/>
        </a:p>
      </dgm:t>
    </dgm:pt>
    <dgm:pt modelId="{E4305615-2DFD-4C97-B666-32E39F353492}" type="sibTrans" cxnId="{671B5C3F-1E14-4BE2-A107-EBB83D676194}">
      <dgm:prSet/>
      <dgm:spPr/>
      <dgm:t>
        <a:bodyPr/>
        <a:lstStyle/>
        <a:p>
          <a:endParaRPr lang="en-US"/>
        </a:p>
      </dgm:t>
    </dgm:pt>
    <dgm:pt modelId="{7ABAC14A-FEC4-458C-912F-BDB8A6266914}" type="parTrans" cxnId="{671B5C3F-1E14-4BE2-A107-EBB83D676194}">
      <dgm:prSet/>
      <dgm:spPr/>
      <dgm:t>
        <a:bodyPr/>
        <a:lstStyle/>
        <a:p>
          <a:endParaRPr lang="en-US"/>
        </a:p>
      </dgm:t>
    </dgm:pt>
    <dgm:pt modelId="{2C57CB8D-88EF-47C8-BAFE-B84CB1657A39}" type="pres">
      <dgm:prSet presAssocID="{12097D4A-ECFE-47BF-BAD2-B3F6BF53BBEA}" presName="mainComposite" presStyleCnt="0">
        <dgm:presLayoutVars>
          <dgm:chPref val="1"/>
          <dgm:dir/>
          <dgm:animOne val="branch"/>
          <dgm:animLvl val="lvl"/>
          <dgm:resizeHandles val="exact"/>
        </dgm:presLayoutVars>
      </dgm:prSet>
      <dgm:spPr/>
    </dgm:pt>
    <dgm:pt modelId="{CAE809D3-A7DF-49BD-84CB-2BBF5CAB1B1F}" type="pres">
      <dgm:prSet presAssocID="{12097D4A-ECFE-47BF-BAD2-B3F6BF53BBEA}" presName="hierFlow" presStyleCnt="0"/>
      <dgm:spPr/>
    </dgm:pt>
    <dgm:pt modelId="{4BC221C4-288E-454E-BC59-63E277F9C091}" type="pres">
      <dgm:prSet presAssocID="{12097D4A-ECFE-47BF-BAD2-B3F6BF53BBEA}" presName="hierChild1" presStyleCnt="0">
        <dgm:presLayoutVars>
          <dgm:chPref val="1"/>
          <dgm:animOne val="branch"/>
          <dgm:animLvl val="lvl"/>
        </dgm:presLayoutVars>
      </dgm:prSet>
      <dgm:spPr/>
    </dgm:pt>
    <dgm:pt modelId="{C102CFCE-ABDB-4BE9-A0C9-33ACDF62BDAC}" type="pres">
      <dgm:prSet presAssocID="{B03F1894-8750-4E4B-889D-2787BBAB049B}" presName="Name14" presStyleCnt="0"/>
      <dgm:spPr/>
    </dgm:pt>
    <dgm:pt modelId="{9EC7FDA9-D690-4D15-84B1-99E52759CD96}" type="pres">
      <dgm:prSet presAssocID="{B03F1894-8750-4E4B-889D-2787BBAB049B}" presName="level1Shape" presStyleLbl="node0" presStyleIdx="0" presStyleCnt="1" custLinFactNeighborX="-849" custLinFactNeighborY="-1273">
        <dgm:presLayoutVars>
          <dgm:chPref val="3"/>
        </dgm:presLayoutVars>
      </dgm:prSet>
      <dgm:spPr/>
    </dgm:pt>
    <dgm:pt modelId="{7CD15915-BD80-4F43-8F3A-46C791030519}" type="pres">
      <dgm:prSet presAssocID="{B03F1894-8750-4E4B-889D-2787BBAB049B}" presName="hierChild2" presStyleCnt="0"/>
      <dgm:spPr/>
    </dgm:pt>
    <dgm:pt modelId="{7ADE3263-2EC5-4DD3-AE03-1749B60D26FB}" type="pres">
      <dgm:prSet presAssocID="{7B2863B1-62F7-423C-88A0-6B039B4D3E24}" presName="Name19" presStyleLbl="parChTrans1D2" presStyleIdx="0" presStyleCnt="3"/>
      <dgm:spPr/>
    </dgm:pt>
    <dgm:pt modelId="{E768333A-B35B-4E06-8DE4-929EF9B6F277}" type="pres">
      <dgm:prSet presAssocID="{9DE124AC-952B-4906-8877-E211F0EEF84B}" presName="Name21" presStyleCnt="0"/>
      <dgm:spPr/>
    </dgm:pt>
    <dgm:pt modelId="{59F57AA1-8536-4DE3-ACDA-2C26900BF3FE}" type="pres">
      <dgm:prSet presAssocID="{9DE124AC-952B-4906-8877-E211F0EEF84B}" presName="level2Shape" presStyleLbl="node2" presStyleIdx="0" presStyleCnt="3" custLinFactNeighborX="-849" custLinFactNeighborY="-1273"/>
      <dgm:spPr/>
    </dgm:pt>
    <dgm:pt modelId="{C551FC86-B017-4577-A4BA-827D64EBCBFF}" type="pres">
      <dgm:prSet presAssocID="{9DE124AC-952B-4906-8877-E211F0EEF84B}" presName="hierChild3" presStyleCnt="0"/>
      <dgm:spPr/>
    </dgm:pt>
    <dgm:pt modelId="{B3D42942-0B3E-41E6-B950-76EC9ED95B3A}" type="pres">
      <dgm:prSet presAssocID="{F0681CE1-EE17-4B95-A7FA-F8E6B7A9B053}" presName="Name19" presStyleLbl="parChTrans1D3" presStyleIdx="0" presStyleCnt="4"/>
      <dgm:spPr/>
    </dgm:pt>
    <dgm:pt modelId="{3B23C55D-B5F9-4D32-A3E7-0341ED20A9FE}" type="pres">
      <dgm:prSet presAssocID="{AA1099E4-E4AD-4B57-86F0-585CF72A566B}" presName="Name21" presStyleCnt="0"/>
      <dgm:spPr/>
    </dgm:pt>
    <dgm:pt modelId="{2482F12D-BF80-4EA3-AE6F-1BFED48D2A71}" type="pres">
      <dgm:prSet presAssocID="{AA1099E4-E4AD-4B57-86F0-585CF72A566B}" presName="level2Shape" presStyleLbl="node3" presStyleIdx="0" presStyleCnt="4"/>
      <dgm:spPr/>
    </dgm:pt>
    <dgm:pt modelId="{4E6CB502-9B1F-4F2E-BA5D-A4B01E6CC799}" type="pres">
      <dgm:prSet presAssocID="{AA1099E4-E4AD-4B57-86F0-585CF72A566B}" presName="hierChild3" presStyleCnt="0"/>
      <dgm:spPr/>
    </dgm:pt>
    <dgm:pt modelId="{4A8B5D38-668A-4682-AB0F-F61DC679B946}" type="pres">
      <dgm:prSet presAssocID="{057B8D0D-385E-49C6-BC45-447763A4AA01}" presName="Name19" presStyleLbl="parChTrans1D2" presStyleIdx="1" presStyleCnt="3"/>
      <dgm:spPr/>
    </dgm:pt>
    <dgm:pt modelId="{08DDBA8D-0203-4CA0-80D7-644D0475C76D}" type="pres">
      <dgm:prSet presAssocID="{D3986D73-39EF-4093-88F6-E7A76EBE1667}" presName="Name21" presStyleCnt="0"/>
      <dgm:spPr/>
    </dgm:pt>
    <dgm:pt modelId="{E89A9311-B593-4CD0-A34F-5C3206284C32}" type="pres">
      <dgm:prSet presAssocID="{D3986D73-39EF-4093-88F6-E7A76EBE1667}" presName="level2Shape" presStyleLbl="node2" presStyleIdx="1" presStyleCnt="3" custLinFactNeighborX="-54700" custLinFactNeighborY="-1548"/>
      <dgm:spPr/>
    </dgm:pt>
    <dgm:pt modelId="{821BCA14-A4C3-4CD3-A05C-50082D6FAEEA}" type="pres">
      <dgm:prSet presAssocID="{D3986D73-39EF-4093-88F6-E7A76EBE1667}" presName="hierChild3" presStyleCnt="0"/>
      <dgm:spPr/>
    </dgm:pt>
    <dgm:pt modelId="{AE0CF335-57FA-4FC0-84B2-EB42930147C6}" type="pres">
      <dgm:prSet presAssocID="{A8974255-6F0B-49A8-906E-719C7C80ED24}" presName="Name19" presStyleLbl="parChTrans1D3" presStyleIdx="1" presStyleCnt="4"/>
      <dgm:spPr/>
    </dgm:pt>
    <dgm:pt modelId="{D290068A-AA23-451F-8910-7F9B97B5440C}" type="pres">
      <dgm:prSet presAssocID="{785F405C-CCF5-411B-A49E-739AAF414F0C}" presName="Name21" presStyleCnt="0"/>
      <dgm:spPr/>
    </dgm:pt>
    <dgm:pt modelId="{B29C3C27-50FA-4C69-BA99-B1ADC2E83231}" type="pres">
      <dgm:prSet presAssocID="{785F405C-CCF5-411B-A49E-739AAF414F0C}" presName="level2Shape" presStyleLbl="node3" presStyleIdx="1" presStyleCnt="4" custLinFactNeighborX="-58829" custLinFactNeighborY="1548"/>
      <dgm:spPr/>
    </dgm:pt>
    <dgm:pt modelId="{BBBF04D2-361A-4005-BD9B-75894EC2FE5E}" type="pres">
      <dgm:prSet presAssocID="{785F405C-CCF5-411B-A49E-739AAF414F0C}" presName="hierChild3" presStyleCnt="0"/>
      <dgm:spPr/>
    </dgm:pt>
    <dgm:pt modelId="{1DFCF52C-A57E-438D-8F6F-2705279A34D0}" type="pres">
      <dgm:prSet presAssocID="{974DCF53-ABDE-4575-8076-FCCD168A787C}" presName="Name19" presStyleLbl="parChTrans1D4" presStyleIdx="0" presStyleCnt="5"/>
      <dgm:spPr/>
    </dgm:pt>
    <dgm:pt modelId="{FD31848C-8C8E-4C15-84CF-04FC29F6B5E8}" type="pres">
      <dgm:prSet presAssocID="{50892440-E470-471C-AE2A-A0C696FF6F6D}" presName="Name21" presStyleCnt="0"/>
      <dgm:spPr/>
    </dgm:pt>
    <dgm:pt modelId="{6C0468A1-5ED4-4471-9672-52A7583775C6}" type="pres">
      <dgm:prSet presAssocID="{50892440-E470-471C-AE2A-A0C696FF6F6D}" presName="level2Shape" presStyleLbl="node4" presStyleIdx="0" presStyleCnt="5" custLinFactNeighborX="-72246" custLinFactNeighborY="4644"/>
      <dgm:spPr/>
    </dgm:pt>
    <dgm:pt modelId="{24824AC1-1F5C-4B0D-9FD1-872E111B0D12}" type="pres">
      <dgm:prSet presAssocID="{50892440-E470-471C-AE2A-A0C696FF6F6D}" presName="hierChild3" presStyleCnt="0"/>
      <dgm:spPr/>
    </dgm:pt>
    <dgm:pt modelId="{9BC8CE71-CA50-4160-A3B4-C6AD2CFAC94C}" type="pres">
      <dgm:prSet presAssocID="{96257F3A-7810-424C-B510-34934EA13D7B}" presName="Name19" presStyleLbl="parChTrans1D4" presStyleIdx="1" presStyleCnt="5"/>
      <dgm:spPr/>
    </dgm:pt>
    <dgm:pt modelId="{A077EDA0-01A8-40BF-A756-31DCC936D565}" type="pres">
      <dgm:prSet presAssocID="{5B7AD7EE-88EC-42F9-AF97-E6E457524E38}" presName="Name21" presStyleCnt="0"/>
      <dgm:spPr/>
    </dgm:pt>
    <dgm:pt modelId="{0336FAB3-CA70-45BD-A3AC-38A4D74A8062}" type="pres">
      <dgm:prSet presAssocID="{5B7AD7EE-88EC-42F9-AF97-E6E457524E38}" presName="level2Shape" presStyleLbl="node4" presStyleIdx="1" presStyleCnt="5" custScaleY="130354" custLinFactNeighborX="-74646" custLinFactNeighborY="-1964"/>
      <dgm:spPr/>
    </dgm:pt>
    <dgm:pt modelId="{E36067C2-5627-4CCC-BBEF-4F2937E7E280}" type="pres">
      <dgm:prSet presAssocID="{5B7AD7EE-88EC-42F9-AF97-E6E457524E38}" presName="hierChild3" presStyleCnt="0"/>
      <dgm:spPr/>
    </dgm:pt>
    <dgm:pt modelId="{75F2CBA7-C44C-4814-85D9-C089CEE314DC}" type="pres">
      <dgm:prSet presAssocID="{8E8FEFA2-53E5-4A3D-BE5D-3ADF3EB944B3}" presName="Name19" presStyleLbl="parChTrans1D4" presStyleIdx="2" presStyleCnt="5"/>
      <dgm:spPr/>
    </dgm:pt>
    <dgm:pt modelId="{8EC582D4-3CAF-469B-A8FD-BA38ECD06200}" type="pres">
      <dgm:prSet presAssocID="{37554A36-018C-4EC9-85AD-20EDB944AB7D}" presName="Name21" presStyleCnt="0"/>
      <dgm:spPr/>
    </dgm:pt>
    <dgm:pt modelId="{74DC5EF0-EEA9-4BC7-A4F7-0530493ACDA8}" type="pres">
      <dgm:prSet presAssocID="{37554A36-018C-4EC9-85AD-20EDB944AB7D}" presName="level2Shape" presStyleLbl="node4" presStyleIdx="2" presStyleCnt="5" custLinFactNeighborX="-45412" custLinFactNeighborY="4644"/>
      <dgm:spPr/>
    </dgm:pt>
    <dgm:pt modelId="{10C36F9A-4202-4A06-8C4D-F1CB315C4F19}" type="pres">
      <dgm:prSet presAssocID="{37554A36-018C-4EC9-85AD-20EDB944AB7D}" presName="hierChild3" presStyleCnt="0"/>
      <dgm:spPr/>
    </dgm:pt>
    <dgm:pt modelId="{A8BC2829-93D9-4197-BB62-160381B90584}" type="pres">
      <dgm:prSet presAssocID="{28D7EA90-86D5-4179-A80D-80562AC7B955}" presName="Name19" presStyleLbl="parChTrans1D3" presStyleIdx="2" presStyleCnt="4"/>
      <dgm:spPr/>
    </dgm:pt>
    <dgm:pt modelId="{2AA71D9F-056F-4B1A-96E4-A27D9712A013}" type="pres">
      <dgm:prSet presAssocID="{C4AC47C0-A35F-43DA-88FB-D41BED67FFAC}" presName="Name21" presStyleCnt="0"/>
      <dgm:spPr/>
    </dgm:pt>
    <dgm:pt modelId="{A72633B9-0445-4111-8DAF-CB326A3CB36C}" type="pres">
      <dgm:prSet presAssocID="{C4AC47C0-A35F-43DA-88FB-D41BED67FFAC}" presName="level2Shape" presStyleLbl="node3" presStyleIdx="2" presStyleCnt="4" custLinFactNeighborX="-23738"/>
      <dgm:spPr/>
    </dgm:pt>
    <dgm:pt modelId="{3E7D6170-7A68-4516-A4F2-F21B95C3003A}" type="pres">
      <dgm:prSet presAssocID="{C4AC47C0-A35F-43DA-88FB-D41BED67FFAC}" presName="hierChild3" presStyleCnt="0"/>
      <dgm:spPr/>
    </dgm:pt>
    <dgm:pt modelId="{20F8BAC7-E48C-45F6-A726-1F47929BE977}" type="pres">
      <dgm:prSet presAssocID="{0F765C9C-177F-458D-9DAE-E04CB4691C06}" presName="Name19" presStyleLbl="parChTrans1D4" presStyleIdx="3" presStyleCnt="5"/>
      <dgm:spPr/>
    </dgm:pt>
    <dgm:pt modelId="{540C18A6-B109-4877-928B-D4C9F85590A7}" type="pres">
      <dgm:prSet presAssocID="{CE3C6AC2-BED3-4CBB-A13A-31BA9254DE72}" presName="Name21" presStyleCnt="0"/>
      <dgm:spPr/>
    </dgm:pt>
    <dgm:pt modelId="{204508B0-5165-4EAF-AA36-DAE62B4343FE}" type="pres">
      <dgm:prSet presAssocID="{CE3C6AC2-BED3-4CBB-A13A-31BA9254DE72}" presName="level2Shape" presStyleLbl="node4" presStyleIdx="3" presStyleCnt="5" custScaleY="296846"/>
      <dgm:spPr/>
    </dgm:pt>
    <dgm:pt modelId="{09CE8BA2-8B64-4A8B-B945-49A1E089466D}" type="pres">
      <dgm:prSet presAssocID="{CE3C6AC2-BED3-4CBB-A13A-31BA9254DE72}" presName="hierChild3" presStyleCnt="0"/>
      <dgm:spPr/>
    </dgm:pt>
    <dgm:pt modelId="{E65D968D-CC6B-4026-92AD-D6262ACF30A7}" type="pres">
      <dgm:prSet presAssocID="{7ABAC14A-FEC4-458C-912F-BDB8A6266914}" presName="Name19" presStyleLbl="parChTrans1D4" presStyleIdx="4" presStyleCnt="5"/>
      <dgm:spPr/>
    </dgm:pt>
    <dgm:pt modelId="{B893F523-1C9B-4EF6-915B-2B110592D8E8}" type="pres">
      <dgm:prSet presAssocID="{C5656452-C66B-48CE-94FF-565BC5E3A9E2}" presName="Name21" presStyleCnt="0"/>
      <dgm:spPr/>
    </dgm:pt>
    <dgm:pt modelId="{09147848-BDE6-4D83-AD7B-8260C17FB2AC}" type="pres">
      <dgm:prSet presAssocID="{C5656452-C66B-48CE-94FF-565BC5E3A9E2}" presName="level2Shape" presStyleLbl="node4" presStyleIdx="4" presStyleCnt="5" custScaleX="104486" custScaleY="294707"/>
      <dgm:spPr/>
    </dgm:pt>
    <dgm:pt modelId="{2E3BBCB4-F233-4682-9AB6-A9A99305EAC4}" type="pres">
      <dgm:prSet presAssocID="{C5656452-C66B-48CE-94FF-565BC5E3A9E2}" presName="hierChild3" presStyleCnt="0"/>
      <dgm:spPr/>
    </dgm:pt>
    <dgm:pt modelId="{786EF10F-4036-4D79-B5CF-22262ACC8260}" type="pres">
      <dgm:prSet presAssocID="{5A75A3F1-4FDC-43AF-B652-6592F13E37BE}" presName="Name19" presStyleLbl="parChTrans1D2" presStyleIdx="2" presStyleCnt="3"/>
      <dgm:spPr/>
    </dgm:pt>
    <dgm:pt modelId="{3B82E0C2-4A88-482C-BDF9-1D6848FF0190}" type="pres">
      <dgm:prSet presAssocID="{5A793213-7C15-4094-AD2C-878EC9D8F58B}" presName="Name21" presStyleCnt="0"/>
      <dgm:spPr/>
    </dgm:pt>
    <dgm:pt modelId="{C6BFC645-421B-4E3C-8523-E7F6189101DF}" type="pres">
      <dgm:prSet presAssocID="{5A793213-7C15-4094-AD2C-878EC9D8F58B}" presName="level2Shape" presStyleLbl="node2" presStyleIdx="2" presStyleCnt="3"/>
      <dgm:spPr/>
    </dgm:pt>
    <dgm:pt modelId="{45773E74-4068-400A-8223-FEA08DC70D3D}" type="pres">
      <dgm:prSet presAssocID="{5A793213-7C15-4094-AD2C-878EC9D8F58B}" presName="hierChild3" presStyleCnt="0"/>
      <dgm:spPr/>
    </dgm:pt>
    <dgm:pt modelId="{3373272C-DC54-4F7C-9762-9C3FFA20CBD6}" type="pres">
      <dgm:prSet presAssocID="{27562786-C789-4E92-B279-1547E249DB34}" presName="Name19" presStyleLbl="parChTrans1D3" presStyleIdx="3" presStyleCnt="4"/>
      <dgm:spPr/>
    </dgm:pt>
    <dgm:pt modelId="{AD346BDF-E939-4306-B333-5D4689FFDFF5}" type="pres">
      <dgm:prSet presAssocID="{E8C46D1B-9430-4DF6-94F3-DD05607B4E4C}" presName="Name21" presStyleCnt="0"/>
      <dgm:spPr/>
    </dgm:pt>
    <dgm:pt modelId="{AD7D4FBB-72AA-4CE6-A927-FBCF58398291}" type="pres">
      <dgm:prSet presAssocID="{E8C46D1B-9430-4DF6-94F3-DD05607B4E4C}" presName="level2Shape" presStyleLbl="node3" presStyleIdx="3" presStyleCnt="4"/>
      <dgm:spPr/>
    </dgm:pt>
    <dgm:pt modelId="{073C3C2F-9769-43BB-9D12-BD73DA80756E}" type="pres">
      <dgm:prSet presAssocID="{E8C46D1B-9430-4DF6-94F3-DD05607B4E4C}" presName="hierChild3" presStyleCnt="0"/>
      <dgm:spPr/>
    </dgm:pt>
    <dgm:pt modelId="{6970DD94-AC7C-4018-BBA1-B7AEDF2954FD}" type="pres">
      <dgm:prSet presAssocID="{12097D4A-ECFE-47BF-BAD2-B3F6BF53BBEA}" presName="bgShapesFlow" presStyleCnt="0"/>
      <dgm:spPr/>
    </dgm:pt>
  </dgm:ptLst>
  <dgm:cxnLst>
    <dgm:cxn modelId="{CB42EF02-C296-4BE3-8F01-EA76EA7EF0CF}" type="presOf" srcId="{37554A36-018C-4EC9-85AD-20EDB944AB7D}" destId="{74DC5EF0-EEA9-4BC7-A4F7-0530493ACDA8}" srcOrd="0" destOrd="0" presId="urn:microsoft.com/office/officeart/2005/8/layout/hierarchy6"/>
    <dgm:cxn modelId="{F8370404-336C-47E0-A10C-A44515560058}" type="presOf" srcId="{0F765C9C-177F-458D-9DAE-E04CB4691C06}" destId="{20F8BAC7-E48C-45F6-A726-1F47929BE977}" srcOrd="0" destOrd="0" presId="urn:microsoft.com/office/officeart/2005/8/layout/hierarchy6"/>
    <dgm:cxn modelId="{91BDD20A-6036-4826-8478-E5A159560485}" type="presOf" srcId="{C5656452-C66B-48CE-94FF-565BC5E3A9E2}" destId="{09147848-BDE6-4D83-AD7B-8260C17FB2AC}" srcOrd="0" destOrd="0" presId="urn:microsoft.com/office/officeart/2005/8/layout/hierarchy6"/>
    <dgm:cxn modelId="{D4B8E20C-5D86-4941-83BE-6AC836A258DC}" type="presOf" srcId="{D3986D73-39EF-4093-88F6-E7A76EBE1667}" destId="{E89A9311-B593-4CD0-A34F-5C3206284C32}" srcOrd="0" destOrd="0" presId="urn:microsoft.com/office/officeart/2005/8/layout/hierarchy6"/>
    <dgm:cxn modelId="{59FF0B1C-6C0E-4F9F-9FA6-702946C3B8FD}" srcId="{50892440-E470-471C-AE2A-A0C696FF6F6D}" destId="{5B7AD7EE-88EC-42F9-AF97-E6E457524E38}" srcOrd="0" destOrd="0" parTransId="{96257F3A-7810-424C-B510-34934EA13D7B}" sibTransId="{70A5687D-26D1-4136-A1B9-F9A3882D0326}"/>
    <dgm:cxn modelId="{F71B2124-A8DA-4D98-B53E-83ADBCE40BAE}" type="presOf" srcId="{9DE124AC-952B-4906-8877-E211F0EEF84B}" destId="{59F57AA1-8536-4DE3-ACDA-2C26900BF3FE}" srcOrd="0" destOrd="0" presId="urn:microsoft.com/office/officeart/2005/8/layout/hierarchy6"/>
    <dgm:cxn modelId="{0D68F42A-B7AA-401D-9DC5-3A2480C715EC}" srcId="{5A793213-7C15-4094-AD2C-878EC9D8F58B}" destId="{E8C46D1B-9430-4DF6-94F3-DD05607B4E4C}" srcOrd="0" destOrd="0" parTransId="{27562786-C789-4E92-B279-1547E249DB34}" sibTransId="{96476251-8B2B-4F60-963F-622385CFD601}"/>
    <dgm:cxn modelId="{60AC6D2E-B540-43C4-A039-8BD7DE8C780C}" type="presOf" srcId="{12097D4A-ECFE-47BF-BAD2-B3F6BF53BBEA}" destId="{2C57CB8D-88EF-47C8-BAFE-B84CB1657A39}" srcOrd="0" destOrd="0" presId="urn:microsoft.com/office/officeart/2005/8/layout/hierarchy6"/>
    <dgm:cxn modelId="{84FFBB31-6303-4135-8AEE-0F7A789D9AB5}" type="presOf" srcId="{27562786-C789-4E92-B279-1547E249DB34}" destId="{3373272C-DC54-4F7C-9762-9C3FFA20CBD6}" srcOrd="0" destOrd="0" presId="urn:microsoft.com/office/officeart/2005/8/layout/hierarchy6"/>
    <dgm:cxn modelId="{3661DB31-45D7-402B-B7AB-F2A0D45FAB32}" srcId="{785F405C-CCF5-411B-A49E-739AAF414F0C}" destId="{50892440-E470-471C-AE2A-A0C696FF6F6D}" srcOrd="0" destOrd="0" parTransId="{974DCF53-ABDE-4575-8076-FCCD168A787C}" sibTransId="{E25101CB-4DA2-4B92-B94F-6ED89FBB2E72}"/>
    <dgm:cxn modelId="{8883F93A-3663-41A8-82DD-178AEAF80DB3}" type="presOf" srcId="{A8974255-6F0B-49A8-906E-719C7C80ED24}" destId="{AE0CF335-57FA-4FC0-84B2-EB42930147C6}" srcOrd="0" destOrd="0" presId="urn:microsoft.com/office/officeart/2005/8/layout/hierarchy6"/>
    <dgm:cxn modelId="{8F65453D-72F6-4D3F-99F9-AC6C2AAE5142}" srcId="{12097D4A-ECFE-47BF-BAD2-B3F6BF53BBEA}" destId="{B03F1894-8750-4E4B-889D-2787BBAB049B}" srcOrd="0" destOrd="0" parTransId="{FB4C8DBB-91FB-475E-B307-8A2D264C95EF}" sibTransId="{CDB3BC4C-2705-4AD3-B17C-59ACE8783565}"/>
    <dgm:cxn modelId="{671B5C3F-1E14-4BE2-A107-EBB83D676194}" srcId="{C4AC47C0-A35F-43DA-88FB-D41BED67FFAC}" destId="{C5656452-C66B-48CE-94FF-565BC5E3A9E2}" srcOrd="1" destOrd="0" parTransId="{7ABAC14A-FEC4-458C-912F-BDB8A6266914}" sibTransId="{E4305615-2DFD-4C97-B666-32E39F353492}"/>
    <dgm:cxn modelId="{C1B1065D-7333-40A4-87A1-83FA6EAF51F8}" type="presOf" srcId="{5B7AD7EE-88EC-42F9-AF97-E6E457524E38}" destId="{0336FAB3-CA70-45BD-A3AC-38A4D74A8062}" srcOrd="0" destOrd="0" presId="urn:microsoft.com/office/officeart/2005/8/layout/hierarchy6"/>
    <dgm:cxn modelId="{5D19A55F-F66F-465B-A44C-855AC312731B}" srcId="{9DE124AC-952B-4906-8877-E211F0EEF84B}" destId="{AA1099E4-E4AD-4B57-86F0-585CF72A566B}" srcOrd="0" destOrd="0" parTransId="{F0681CE1-EE17-4B95-A7FA-F8E6B7A9B053}" sibTransId="{96850402-11D7-46CE-AF3B-AD9FC2A96ACA}"/>
    <dgm:cxn modelId="{30C7D361-0425-4C16-96D6-DA3643D26957}" type="presOf" srcId="{28D7EA90-86D5-4179-A80D-80562AC7B955}" destId="{A8BC2829-93D9-4197-BB62-160381B90584}" srcOrd="0" destOrd="0" presId="urn:microsoft.com/office/officeart/2005/8/layout/hierarchy6"/>
    <dgm:cxn modelId="{F2477E49-8A8E-4F81-990E-952476751623}" type="presOf" srcId="{974DCF53-ABDE-4575-8076-FCCD168A787C}" destId="{1DFCF52C-A57E-438D-8F6F-2705279A34D0}" srcOrd="0" destOrd="0" presId="urn:microsoft.com/office/officeart/2005/8/layout/hierarchy6"/>
    <dgm:cxn modelId="{0DBD2C54-229A-423F-A834-BB6ECFEE7215}" type="presOf" srcId="{E8C46D1B-9430-4DF6-94F3-DD05607B4E4C}" destId="{AD7D4FBB-72AA-4CE6-A927-FBCF58398291}" srcOrd="0" destOrd="0" presId="urn:microsoft.com/office/officeart/2005/8/layout/hierarchy6"/>
    <dgm:cxn modelId="{C180FA75-11D4-4308-B207-8824343B711E}" type="presOf" srcId="{8E8FEFA2-53E5-4A3D-BE5D-3ADF3EB944B3}" destId="{75F2CBA7-C44C-4814-85D9-C089CEE314DC}" srcOrd="0" destOrd="0" presId="urn:microsoft.com/office/officeart/2005/8/layout/hierarchy6"/>
    <dgm:cxn modelId="{E39EA67C-3297-4372-8737-2761DE0D65F5}" type="presOf" srcId="{7ABAC14A-FEC4-458C-912F-BDB8A6266914}" destId="{E65D968D-CC6B-4026-92AD-D6262ACF30A7}" srcOrd="0" destOrd="0" presId="urn:microsoft.com/office/officeart/2005/8/layout/hierarchy6"/>
    <dgm:cxn modelId="{AD97D184-3E42-4064-86E8-1865E34001B2}" type="presOf" srcId="{B03F1894-8750-4E4B-889D-2787BBAB049B}" destId="{9EC7FDA9-D690-4D15-84B1-99E52759CD96}" srcOrd="0" destOrd="0" presId="urn:microsoft.com/office/officeart/2005/8/layout/hierarchy6"/>
    <dgm:cxn modelId="{75355D8C-25FB-404A-B7EF-5D3CDB1CBE24}" type="presOf" srcId="{057B8D0D-385E-49C6-BC45-447763A4AA01}" destId="{4A8B5D38-668A-4682-AB0F-F61DC679B946}" srcOrd="0" destOrd="0" presId="urn:microsoft.com/office/officeart/2005/8/layout/hierarchy6"/>
    <dgm:cxn modelId="{FC8A9795-BD58-4617-83EF-ABF5FAE1F828}" type="presOf" srcId="{50892440-E470-471C-AE2A-A0C696FF6F6D}" destId="{6C0468A1-5ED4-4471-9672-52A7583775C6}" srcOrd="0" destOrd="0" presId="urn:microsoft.com/office/officeart/2005/8/layout/hierarchy6"/>
    <dgm:cxn modelId="{A0A4D495-13FA-4F76-871A-9C790313CE2C}" type="presOf" srcId="{C4AC47C0-A35F-43DA-88FB-D41BED67FFAC}" destId="{A72633B9-0445-4111-8DAF-CB326A3CB36C}" srcOrd="0" destOrd="0" presId="urn:microsoft.com/office/officeart/2005/8/layout/hierarchy6"/>
    <dgm:cxn modelId="{34D3679A-855E-4551-842A-7B0AC3E8B88F}" srcId="{D3986D73-39EF-4093-88F6-E7A76EBE1667}" destId="{785F405C-CCF5-411B-A49E-739AAF414F0C}" srcOrd="0" destOrd="0" parTransId="{A8974255-6F0B-49A8-906E-719C7C80ED24}" sibTransId="{FF930548-5D5E-4C58-A71D-BBBD0D155A03}"/>
    <dgm:cxn modelId="{0F31749C-69DB-438E-882F-7FA276F99AC1}" srcId="{785F405C-CCF5-411B-A49E-739AAF414F0C}" destId="{37554A36-018C-4EC9-85AD-20EDB944AB7D}" srcOrd="1" destOrd="0" parTransId="{8E8FEFA2-53E5-4A3D-BE5D-3ADF3EB944B3}" sibTransId="{F0F8B282-AB88-4918-9CE6-938B150C47F9}"/>
    <dgm:cxn modelId="{AAF7459F-AA76-4FF0-8DC2-619F214DE61A}" type="presOf" srcId="{AA1099E4-E4AD-4B57-86F0-585CF72A566B}" destId="{2482F12D-BF80-4EA3-AE6F-1BFED48D2A71}" srcOrd="0" destOrd="0" presId="urn:microsoft.com/office/officeart/2005/8/layout/hierarchy6"/>
    <dgm:cxn modelId="{A6C134A2-C488-453B-ADC6-B8C3A4D2AD38}" srcId="{C4AC47C0-A35F-43DA-88FB-D41BED67FFAC}" destId="{CE3C6AC2-BED3-4CBB-A13A-31BA9254DE72}" srcOrd="0" destOrd="0" parTransId="{0F765C9C-177F-458D-9DAE-E04CB4691C06}" sibTransId="{B743E2F8-6FB0-4EB8-907B-88F0D2367E63}"/>
    <dgm:cxn modelId="{624043A8-4CB8-4C03-BBC0-1F4120A5BC3E}" srcId="{B03F1894-8750-4E4B-889D-2787BBAB049B}" destId="{9DE124AC-952B-4906-8877-E211F0EEF84B}" srcOrd="0" destOrd="0" parTransId="{7B2863B1-62F7-423C-88A0-6B039B4D3E24}" sibTransId="{67972E7A-BF31-46FE-8040-3DF6C603D5C2}"/>
    <dgm:cxn modelId="{4E7DFAAD-66BE-49BA-872F-7C480EF836B7}" type="presOf" srcId="{785F405C-CCF5-411B-A49E-739AAF414F0C}" destId="{B29C3C27-50FA-4C69-BA99-B1ADC2E83231}" srcOrd="0" destOrd="0" presId="urn:microsoft.com/office/officeart/2005/8/layout/hierarchy6"/>
    <dgm:cxn modelId="{11EA95B5-5C05-42F3-B6E6-DB9E0E489A4A}" srcId="{D3986D73-39EF-4093-88F6-E7A76EBE1667}" destId="{C4AC47C0-A35F-43DA-88FB-D41BED67FFAC}" srcOrd="1" destOrd="0" parTransId="{28D7EA90-86D5-4179-A80D-80562AC7B955}" sibTransId="{98A25F6A-EDB5-44A1-A58E-F2EFDF1B99E0}"/>
    <dgm:cxn modelId="{C4B310BC-2CA5-4B04-A052-9E7FAEE1AE84}" type="presOf" srcId="{F0681CE1-EE17-4B95-A7FA-F8E6B7A9B053}" destId="{B3D42942-0B3E-41E6-B950-76EC9ED95B3A}" srcOrd="0" destOrd="0" presId="urn:microsoft.com/office/officeart/2005/8/layout/hierarchy6"/>
    <dgm:cxn modelId="{2B5EE7C3-AB76-4BA6-82E2-BA46180D077D}" type="presOf" srcId="{5A793213-7C15-4094-AD2C-878EC9D8F58B}" destId="{C6BFC645-421B-4E3C-8523-E7F6189101DF}" srcOrd="0" destOrd="0" presId="urn:microsoft.com/office/officeart/2005/8/layout/hierarchy6"/>
    <dgm:cxn modelId="{22B7D1CC-B251-43EB-8C43-C1553DE75A95}" type="presOf" srcId="{5A75A3F1-4FDC-43AF-B652-6592F13E37BE}" destId="{786EF10F-4036-4D79-B5CF-22262ACC8260}" srcOrd="0" destOrd="0" presId="urn:microsoft.com/office/officeart/2005/8/layout/hierarchy6"/>
    <dgm:cxn modelId="{AAE173EA-53A9-481A-B903-8DA2B57DB4AE}" srcId="{B03F1894-8750-4E4B-889D-2787BBAB049B}" destId="{5A793213-7C15-4094-AD2C-878EC9D8F58B}" srcOrd="2" destOrd="0" parTransId="{5A75A3F1-4FDC-43AF-B652-6592F13E37BE}" sibTransId="{16DB02DB-9284-4903-8DD7-90D991BA2C1D}"/>
    <dgm:cxn modelId="{27AA1AF0-E62A-4892-BECE-74353EB2A99A}" type="presOf" srcId="{7B2863B1-62F7-423C-88A0-6B039B4D3E24}" destId="{7ADE3263-2EC5-4DD3-AE03-1749B60D26FB}" srcOrd="0" destOrd="0" presId="urn:microsoft.com/office/officeart/2005/8/layout/hierarchy6"/>
    <dgm:cxn modelId="{0CEA13F4-5912-465F-B3E9-5076D421D3E8}" type="presOf" srcId="{96257F3A-7810-424C-B510-34934EA13D7B}" destId="{9BC8CE71-CA50-4160-A3B4-C6AD2CFAC94C}" srcOrd="0" destOrd="0" presId="urn:microsoft.com/office/officeart/2005/8/layout/hierarchy6"/>
    <dgm:cxn modelId="{8C1301FA-2F92-4AEB-9FD3-1143DCF0CCB4}" srcId="{B03F1894-8750-4E4B-889D-2787BBAB049B}" destId="{D3986D73-39EF-4093-88F6-E7A76EBE1667}" srcOrd="1" destOrd="0" parTransId="{057B8D0D-385E-49C6-BC45-447763A4AA01}" sibTransId="{324FBD57-73E1-4173-A151-F1AAF7BDCED9}"/>
    <dgm:cxn modelId="{24188FFB-564B-4E87-AB34-D25444289601}" type="presOf" srcId="{CE3C6AC2-BED3-4CBB-A13A-31BA9254DE72}" destId="{204508B0-5165-4EAF-AA36-DAE62B4343FE}" srcOrd="0" destOrd="0" presId="urn:microsoft.com/office/officeart/2005/8/layout/hierarchy6"/>
    <dgm:cxn modelId="{BD7147AD-1953-4143-8EAD-ABEE1E018B6F}" type="presParOf" srcId="{2C57CB8D-88EF-47C8-BAFE-B84CB1657A39}" destId="{CAE809D3-A7DF-49BD-84CB-2BBF5CAB1B1F}" srcOrd="0" destOrd="0" presId="urn:microsoft.com/office/officeart/2005/8/layout/hierarchy6"/>
    <dgm:cxn modelId="{4F768605-2753-4A0C-8029-F74388DD1143}" type="presParOf" srcId="{CAE809D3-A7DF-49BD-84CB-2BBF5CAB1B1F}" destId="{4BC221C4-288E-454E-BC59-63E277F9C091}" srcOrd="0" destOrd="0" presId="urn:microsoft.com/office/officeart/2005/8/layout/hierarchy6"/>
    <dgm:cxn modelId="{5287E5A7-D6C6-45CF-ACF5-49187FA6C467}" type="presParOf" srcId="{4BC221C4-288E-454E-BC59-63E277F9C091}" destId="{C102CFCE-ABDB-4BE9-A0C9-33ACDF62BDAC}" srcOrd="0" destOrd="0" presId="urn:microsoft.com/office/officeart/2005/8/layout/hierarchy6"/>
    <dgm:cxn modelId="{60F0BEA8-5350-45B2-B2E5-1E3E6E488ADC}" type="presParOf" srcId="{C102CFCE-ABDB-4BE9-A0C9-33ACDF62BDAC}" destId="{9EC7FDA9-D690-4D15-84B1-99E52759CD96}" srcOrd="0" destOrd="0" presId="urn:microsoft.com/office/officeart/2005/8/layout/hierarchy6"/>
    <dgm:cxn modelId="{89EC97DE-480A-4F43-97F8-0D6AB47E5A8B}" type="presParOf" srcId="{C102CFCE-ABDB-4BE9-A0C9-33ACDF62BDAC}" destId="{7CD15915-BD80-4F43-8F3A-46C791030519}" srcOrd="1" destOrd="0" presId="urn:microsoft.com/office/officeart/2005/8/layout/hierarchy6"/>
    <dgm:cxn modelId="{15DF4350-6503-4902-B2DA-2E3954853B27}" type="presParOf" srcId="{7CD15915-BD80-4F43-8F3A-46C791030519}" destId="{7ADE3263-2EC5-4DD3-AE03-1749B60D26FB}" srcOrd="0" destOrd="0" presId="urn:microsoft.com/office/officeart/2005/8/layout/hierarchy6"/>
    <dgm:cxn modelId="{78BBDA9E-7E31-4039-84EA-914034C391F2}" type="presParOf" srcId="{7CD15915-BD80-4F43-8F3A-46C791030519}" destId="{E768333A-B35B-4E06-8DE4-929EF9B6F277}" srcOrd="1" destOrd="0" presId="urn:microsoft.com/office/officeart/2005/8/layout/hierarchy6"/>
    <dgm:cxn modelId="{D6699C31-3C8E-40B0-821C-242837826BB5}" type="presParOf" srcId="{E768333A-B35B-4E06-8DE4-929EF9B6F277}" destId="{59F57AA1-8536-4DE3-ACDA-2C26900BF3FE}" srcOrd="0" destOrd="0" presId="urn:microsoft.com/office/officeart/2005/8/layout/hierarchy6"/>
    <dgm:cxn modelId="{6D553B24-BD01-4D3B-B256-7D12771EE95D}" type="presParOf" srcId="{E768333A-B35B-4E06-8DE4-929EF9B6F277}" destId="{C551FC86-B017-4577-A4BA-827D64EBCBFF}" srcOrd="1" destOrd="0" presId="urn:microsoft.com/office/officeart/2005/8/layout/hierarchy6"/>
    <dgm:cxn modelId="{72759737-E222-408C-A9C6-981289371882}" type="presParOf" srcId="{C551FC86-B017-4577-A4BA-827D64EBCBFF}" destId="{B3D42942-0B3E-41E6-B950-76EC9ED95B3A}" srcOrd="0" destOrd="0" presId="urn:microsoft.com/office/officeart/2005/8/layout/hierarchy6"/>
    <dgm:cxn modelId="{8905E22E-51E9-4A46-A27D-4CA1AF251F1D}" type="presParOf" srcId="{C551FC86-B017-4577-A4BA-827D64EBCBFF}" destId="{3B23C55D-B5F9-4D32-A3E7-0341ED20A9FE}" srcOrd="1" destOrd="0" presId="urn:microsoft.com/office/officeart/2005/8/layout/hierarchy6"/>
    <dgm:cxn modelId="{986CF06E-309C-4141-B994-801FE7D7FFCB}" type="presParOf" srcId="{3B23C55D-B5F9-4D32-A3E7-0341ED20A9FE}" destId="{2482F12D-BF80-4EA3-AE6F-1BFED48D2A71}" srcOrd="0" destOrd="0" presId="urn:microsoft.com/office/officeart/2005/8/layout/hierarchy6"/>
    <dgm:cxn modelId="{936F2B91-5615-4F91-9946-B65C875EDE2D}" type="presParOf" srcId="{3B23C55D-B5F9-4D32-A3E7-0341ED20A9FE}" destId="{4E6CB502-9B1F-4F2E-BA5D-A4B01E6CC799}" srcOrd="1" destOrd="0" presId="urn:microsoft.com/office/officeart/2005/8/layout/hierarchy6"/>
    <dgm:cxn modelId="{1434FB81-F637-48DC-8C19-8BCD0EA4666B}" type="presParOf" srcId="{7CD15915-BD80-4F43-8F3A-46C791030519}" destId="{4A8B5D38-668A-4682-AB0F-F61DC679B946}" srcOrd="2" destOrd="0" presId="urn:microsoft.com/office/officeart/2005/8/layout/hierarchy6"/>
    <dgm:cxn modelId="{5BF67AEB-506C-4C1F-92D1-A84ADFB94C35}" type="presParOf" srcId="{7CD15915-BD80-4F43-8F3A-46C791030519}" destId="{08DDBA8D-0203-4CA0-80D7-644D0475C76D}" srcOrd="3" destOrd="0" presId="urn:microsoft.com/office/officeart/2005/8/layout/hierarchy6"/>
    <dgm:cxn modelId="{06A4F20F-A71A-4D2C-A9F5-EF980ADCF222}" type="presParOf" srcId="{08DDBA8D-0203-4CA0-80D7-644D0475C76D}" destId="{E89A9311-B593-4CD0-A34F-5C3206284C32}" srcOrd="0" destOrd="0" presId="urn:microsoft.com/office/officeart/2005/8/layout/hierarchy6"/>
    <dgm:cxn modelId="{7F3046A3-0374-4FDC-8388-8676C2B8D296}" type="presParOf" srcId="{08DDBA8D-0203-4CA0-80D7-644D0475C76D}" destId="{821BCA14-A4C3-4CD3-A05C-50082D6FAEEA}" srcOrd="1" destOrd="0" presId="urn:microsoft.com/office/officeart/2005/8/layout/hierarchy6"/>
    <dgm:cxn modelId="{51619875-8C67-491A-A90D-0825C83F2D5E}" type="presParOf" srcId="{821BCA14-A4C3-4CD3-A05C-50082D6FAEEA}" destId="{AE0CF335-57FA-4FC0-84B2-EB42930147C6}" srcOrd="0" destOrd="0" presId="urn:microsoft.com/office/officeart/2005/8/layout/hierarchy6"/>
    <dgm:cxn modelId="{16AE1596-5386-454B-A12D-37E7DC4842A5}" type="presParOf" srcId="{821BCA14-A4C3-4CD3-A05C-50082D6FAEEA}" destId="{D290068A-AA23-451F-8910-7F9B97B5440C}" srcOrd="1" destOrd="0" presId="urn:microsoft.com/office/officeart/2005/8/layout/hierarchy6"/>
    <dgm:cxn modelId="{87EBE4E1-1FF7-4C1B-A5D5-1A008EDCE9F1}" type="presParOf" srcId="{D290068A-AA23-451F-8910-7F9B97B5440C}" destId="{B29C3C27-50FA-4C69-BA99-B1ADC2E83231}" srcOrd="0" destOrd="0" presId="urn:microsoft.com/office/officeart/2005/8/layout/hierarchy6"/>
    <dgm:cxn modelId="{48FAA36A-2531-488A-A2E4-7F74D2CA4A94}" type="presParOf" srcId="{D290068A-AA23-451F-8910-7F9B97B5440C}" destId="{BBBF04D2-361A-4005-BD9B-75894EC2FE5E}" srcOrd="1" destOrd="0" presId="urn:microsoft.com/office/officeart/2005/8/layout/hierarchy6"/>
    <dgm:cxn modelId="{D576C50E-77C5-44C9-8BF1-0A3186C71A3C}" type="presParOf" srcId="{BBBF04D2-361A-4005-BD9B-75894EC2FE5E}" destId="{1DFCF52C-A57E-438D-8F6F-2705279A34D0}" srcOrd="0" destOrd="0" presId="urn:microsoft.com/office/officeart/2005/8/layout/hierarchy6"/>
    <dgm:cxn modelId="{C88FF68E-7259-4885-AB33-CF8A156D4C0C}" type="presParOf" srcId="{BBBF04D2-361A-4005-BD9B-75894EC2FE5E}" destId="{FD31848C-8C8E-4C15-84CF-04FC29F6B5E8}" srcOrd="1" destOrd="0" presId="urn:microsoft.com/office/officeart/2005/8/layout/hierarchy6"/>
    <dgm:cxn modelId="{C7E49BDE-CC8D-496C-BBBB-E42531D4EB5D}" type="presParOf" srcId="{FD31848C-8C8E-4C15-84CF-04FC29F6B5E8}" destId="{6C0468A1-5ED4-4471-9672-52A7583775C6}" srcOrd="0" destOrd="0" presId="urn:microsoft.com/office/officeart/2005/8/layout/hierarchy6"/>
    <dgm:cxn modelId="{1ABFBF7A-F235-44C9-8011-BB289D8527BF}" type="presParOf" srcId="{FD31848C-8C8E-4C15-84CF-04FC29F6B5E8}" destId="{24824AC1-1F5C-4B0D-9FD1-872E111B0D12}" srcOrd="1" destOrd="0" presId="urn:microsoft.com/office/officeart/2005/8/layout/hierarchy6"/>
    <dgm:cxn modelId="{E80FEB57-5A54-43FC-9FE4-1538401865B6}" type="presParOf" srcId="{24824AC1-1F5C-4B0D-9FD1-872E111B0D12}" destId="{9BC8CE71-CA50-4160-A3B4-C6AD2CFAC94C}" srcOrd="0" destOrd="0" presId="urn:microsoft.com/office/officeart/2005/8/layout/hierarchy6"/>
    <dgm:cxn modelId="{32582406-3338-4A20-AC6C-2E3F9A506F3C}" type="presParOf" srcId="{24824AC1-1F5C-4B0D-9FD1-872E111B0D12}" destId="{A077EDA0-01A8-40BF-A756-31DCC936D565}" srcOrd="1" destOrd="0" presId="urn:microsoft.com/office/officeart/2005/8/layout/hierarchy6"/>
    <dgm:cxn modelId="{2F8D7930-3EF2-4B4F-B673-105D2276F09D}" type="presParOf" srcId="{A077EDA0-01A8-40BF-A756-31DCC936D565}" destId="{0336FAB3-CA70-45BD-A3AC-38A4D74A8062}" srcOrd="0" destOrd="0" presId="urn:microsoft.com/office/officeart/2005/8/layout/hierarchy6"/>
    <dgm:cxn modelId="{D25FCDF4-61C5-4CDC-9FC5-73518D47542D}" type="presParOf" srcId="{A077EDA0-01A8-40BF-A756-31DCC936D565}" destId="{E36067C2-5627-4CCC-BBEF-4F2937E7E280}" srcOrd="1" destOrd="0" presId="urn:microsoft.com/office/officeart/2005/8/layout/hierarchy6"/>
    <dgm:cxn modelId="{6CE17158-39F1-449A-A447-8E22E14BCDD6}" type="presParOf" srcId="{BBBF04D2-361A-4005-BD9B-75894EC2FE5E}" destId="{75F2CBA7-C44C-4814-85D9-C089CEE314DC}" srcOrd="2" destOrd="0" presId="urn:microsoft.com/office/officeart/2005/8/layout/hierarchy6"/>
    <dgm:cxn modelId="{54439830-9CB3-415A-AF4C-C3C403D36F83}" type="presParOf" srcId="{BBBF04D2-361A-4005-BD9B-75894EC2FE5E}" destId="{8EC582D4-3CAF-469B-A8FD-BA38ECD06200}" srcOrd="3" destOrd="0" presId="urn:microsoft.com/office/officeart/2005/8/layout/hierarchy6"/>
    <dgm:cxn modelId="{B3527F74-8CD6-473A-B910-0F81B56519DA}" type="presParOf" srcId="{8EC582D4-3CAF-469B-A8FD-BA38ECD06200}" destId="{74DC5EF0-EEA9-4BC7-A4F7-0530493ACDA8}" srcOrd="0" destOrd="0" presId="urn:microsoft.com/office/officeart/2005/8/layout/hierarchy6"/>
    <dgm:cxn modelId="{2A7DA19D-CB88-42A6-8CA2-1F4E8F0C62BF}" type="presParOf" srcId="{8EC582D4-3CAF-469B-A8FD-BA38ECD06200}" destId="{10C36F9A-4202-4A06-8C4D-F1CB315C4F19}" srcOrd="1" destOrd="0" presId="urn:microsoft.com/office/officeart/2005/8/layout/hierarchy6"/>
    <dgm:cxn modelId="{1F74FDFB-4326-471B-8E0C-B123536FAC5F}" type="presParOf" srcId="{821BCA14-A4C3-4CD3-A05C-50082D6FAEEA}" destId="{A8BC2829-93D9-4197-BB62-160381B90584}" srcOrd="2" destOrd="0" presId="urn:microsoft.com/office/officeart/2005/8/layout/hierarchy6"/>
    <dgm:cxn modelId="{4E4E01A8-54D2-41A7-927A-D36ADB43BE96}" type="presParOf" srcId="{821BCA14-A4C3-4CD3-A05C-50082D6FAEEA}" destId="{2AA71D9F-056F-4B1A-96E4-A27D9712A013}" srcOrd="3" destOrd="0" presId="urn:microsoft.com/office/officeart/2005/8/layout/hierarchy6"/>
    <dgm:cxn modelId="{EBA52D16-E259-4FA8-8C52-93B06CDF96E9}" type="presParOf" srcId="{2AA71D9F-056F-4B1A-96E4-A27D9712A013}" destId="{A72633B9-0445-4111-8DAF-CB326A3CB36C}" srcOrd="0" destOrd="0" presId="urn:microsoft.com/office/officeart/2005/8/layout/hierarchy6"/>
    <dgm:cxn modelId="{5537A08A-210F-4BFD-A673-E65AD8195775}" type="presParOf" srcId="{2AA71D9F-056F-4B1A-96E4-A27D9712A013}" destId="{3E7D6170-7A68-4516-A4F2-F21B95C3003A}" srcOrd="1" destOrd="0" presId="urn:microsoft.com/office/officeart/2005/8/layout/hierarchy6"/>
    <dgm:cxn modelId="{796F486D-EAB4-44D5-BCA5-C84196A16B77}" type="presParOf" srcId="{3E7D6170-7A68-4516-A4F2-F21B95C3003A}" destId="{20F8BAC7-E48C-45F6-A726-1F47929BE977}" srcOrd="0" destOrd="0" presId="urn:microsoft.com/office/officeart/2005/8/layout/hierarchy6"/>
    <dgm:cxn modelId="{A30BCF72-C262-4554-A69A-702204B36E51}" type="presParOf" srcId="{3E7D6170-7A68-4516-A4F2-F21B95C3003A}" destId="{540C18A6-B109-4877-928B-D4C9F85590A7}" srcOrd="1" destOrd="0" presId="urn:microsoft.com/office/officeart/2005/8/layout/hierarchy6"/>
    <dgm:cxn modelId="{46BBC720-5E03-405B-B004-C638B3E26242}" type="presParOf" srcId="{540C18A6-B109-4877-928B-D4C9F85590A7}" destId="{204508B0-5165-4EAF-AA36-DAE62B4343FE}" srcOrd="0" destOrd="0" presId="urn:microsoft.com/office/officeart/2005/8/layout/hierarchy6"/>
    <dgm:cxn modelId="{1E909380-E98D-41B3-8CA6-EFFEFC8A584A}" type="presParOf" srcId="{540C18A6-B109-4877-928B-D4C9F85590A7}" destId="{09CE8BA2-8B64-4A8B-B945-49A1E089466D}" srcOrd="1" destOrd="0" presId="urn:microsoft.com/office/officeart/2005/8/layout/hierarchy6"/>
    <dgm:cxn modelId="{810DF15D-7EB3-4A78-B21D-0968F70F0876}" type="presParOf" srcId="{3E7D6170-7A68-4516-A4F2-F21B95C3003A}" destId="{E65D968D-CC6B-4026-92AD-D6262ACF30A7}" srcOrd="2" destOrd="0" presId="urn:microsoft.com/office/officeart/2005/8/layout/hierarchy6"/>
    <dgm:cxn modelId="{C9285A56-3FF5-488C-A4E4-0D8BAF02332E}" type="presParOf" srcId="{3E7D6170-7A68-4516-A4F2-F21B95C3003A}" destId="{B893F523-1C9B-4EF6-915B-2B110592D8E8}" srcOrd="3" destOrd="0" presId="urn:microsoft.com/office/officeart/2005/8/layout/hierarchy6"/>
    <dgm:cxn modelId="{26051156-392D-460C-AB56-DBBC2CB8A42F}" type="presParOf" srcId="{B893F523-1C9B-4EF6-915B-2B110592D8E8}" destId="{09147848-BDE6-4D83-AD7B-8260C17FB2AC}" srcOrd="0" destOrd="0" presId="urn:microsoft.com/office/officeart/2005/8/layout/hierarchy6"/>
    <dgm:cxn modelId="{6E842060-A65F-467B-84BA-C4116C99234B}" type="presParOf" srcId="{B893F523-1C9B-4EF6-915B-2B110592D8E8}" destId="{2E3BBCB4-F233-4682-9AB6-A9A99305EAC4}" srcOrd="1" destOrd="0" presId="urn:microsoft.com/office/officeart/2005/8/layout/hierarchy6"/>
    <dgm:cxn modelId="{2DA0EA4D-B66D-42D3-A3E0-BEB944F55E0E}" type="presParOf" srcId="{7CD15915-BD80-4F43-8F3A-46C791030519}" destId="{786EF10F-4036-4D79-B5CF-22262ACC8260}" srcOrd="4" destOrd="0" presId="urn:microsoft.com/office/officeart/2005/8/layout/hierarchy6"/>
    <dgm:cxn modelId="{15C0585C-34F4-4526-8AF9-8705EA77879D}" type="presParOf" srcId="{7CD15915-BD80-4F43-8F3A-46C791030519}" destId="{3B82E0C2-4A88-482C-BDF9-1D6848FF0190}" srcOrd="5" destOrd="0" presId="urn:microsoft.com/office/officeart/2005/8/layout/hierarchy6"/>
    <dgm:cxn modelId="{5AA98ED0-8800-4D12-A917-B13305E04BAD}" type="presParOf" srcId="{3B82E0C2-4A88-482C-BDF9-1D6848FF0190}" destId="{C6BFC645-421B-4E3C-8523-E7F6189101DF}" srcOrd="0" destOrd="0" presId="urn:microsoft.com/office/officeart/2005/8/layout/hierarchy6"/>
    <dgm:cxn modelId="{41BBBD98-2B5C-4547-9D29-93D57F25B3AD}" type="presParOf" srcId="{3B82E0C2-4A88-482C-BDF9-1D6848FF0190}" destId="{45773E74-4068-400A-8223-FEA08DC70D3D}" srcOrd="1" destOrd="0" presId="urn:microsoft.com/office/officeart/2005/8/layout/hierarchy6"/>
    <dgm:cxn modelId="{80EE9874-F242-454C-B518-1DF63C0ECF40}" type="presParOf" srcId="{45773E74-4068-400A-8223-FEA08DC70D3D}" destId="{3373272C-DC54-4F7C-9762-9C3FFA20CBD6}" srcOrd="0" destOrd="0" presId="urn:microsoft.com/office/officeart/2005/8/layout/hierarchy6"/>
    <dgm:cxn modelId="{2B1CDB2A-0CEB-49A4-8037-E597995A3C8B}" type="presParOf" srcId="{45773E74-4068-400A-8223-FEA08DC70D3D}" destId="{AD346BDF-E939-4306-B333-5D4689FFDFF5}" srcOrd="1" destOrd="0" presId="urn:microsoft.com/office/officeart/2005/8/layout/hierarchy6"/>
    <dgm:cxn modelId="{25E2B7C1-A28A-4030-82E1-4194BA00DD25}" type="presParOf" srcId="{AD346BDF-E939-4306-B333-5D4689FFDFF5}" destId="{AD7D4FBB-72AA-4CE6-A927-FBCF58398291}" srcOrd="0" destOrd="0" presId="urn:microsoft.com/office/officeart/2005/8/layout/hierarchy6"/>
    <dgm:cxn modelId="{36722A1E-F14F-4446-B37E-ADA1A4518876}" type="presParOf" srcId="{AD346BDF-E939-4306-B333-5D4689FFDFF5}" destId="{073C3C2F-9769-43BB-9D12-BD73DA80756E}" srcOrd="1" destOrd="0" presId="urn:microsoft.com/office/officeart/2005/8/layout/hierarchy6"/>
    <dgm:cxn modelId="{DBC1CC60-8D62-4188-BD70-018D0B1F6BD4}" type="presParOf" srcId="{2C57CB8D-88EF-47C8-BAFE-B84CB1657A39}" destId="{6970DD94-AC7C-4018-BBA1-B7AEDF2954FD}"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D99EC1-50E4-4EB8-8943-67C325464A7A}">
      <dsp:nvSpPr>
        <dsp:cNvPr id="0" name=""/>
        <dsp:cNvSpPr/>
      </dsp:nvSpPr>
      <dsp:spPr>
        <a:xfrm>
          <a:off x="4669486" y="2147830"/>
          <a:ext cx="4004610" cy="278006"/>
        </a:xfrm>
        <a:custGeom>
          <a:avLst/>
          <a:gdLst/>
          <a:ahLst/>
          <a:cxnLst/>
          <a:rect l="0" t="0" r="0" b="0"/>
          <a:pathLst>
            <a:path>
              <a:moveTo>
                <a:pt x="0" y="0"/>
              </a:moveTo>
              <a:lnTo>
                <a:pt x="0" y="139003"/>
              </a:lnTo>
              <a:lnTo>
                <a:pt x="4004610" y="139003"/>
              </a:lnTo>
              <a:lnTo>
                <a:pt x="4004610" y="278006"/>
              </a:lnTo>
            </a:path>
          </a:pathLst>
        </a:custGeom>
        <a:noFill/>
        <a:ln w="19050" cap="rnd"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3AD23B1-C275-4CDD-959C-1819F22985C8}">
      <dsp:nvSpPr>
        <dsp:cNvPr id="0" name=""/>
        <dsp:cNvSpPr/>
      </dsp:nvSpPr>
      <dsp:spPr>
        <a:xfrm>
          <a:off x="4669486" y="2147830"/>
          <a:ext cx="2402766" cy="278006"/>
        </a:xfrm>
        <a:custGeom>
          <a:avLst/>
          <a:gdLst/>
          <a:ahLst/>
          <a:cxnLst/>
          <a:rect l="0" t="0" r="0" b="0"/>
          <a:pathLst>
            <a:path>
              <a:moveTo>
                <a:pt x="0" y="0"/>
              </a:moveTo>
              <a:lnTo>
                <a:pt x="0" y="139003"/>
              </a:lnTo>
              <a:lnTo>
                <a:pt x="2402766" y="139003"/>
              </a:lnTo>
              <a:lnTo>
                <a:pt x="2402766" y="278006"/>
              </a:lnTo>
            </a:path>
          </a:pathLst>
        </a:custGeom>
        <a:noFill/>
        <a:ln w="19050" cap="rnd"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2546FB-236C-490C-B4C6-531C2C17D46C}">
      <dsp:nvSpPr>
        <dsp:cNvPr id="0" name=""/>
        <dsp:cNvSpPr/>
      </dsp:nvSpPr>
      <dsp:spPr>
        <a:xfrm>
          <a:off x="4669486" y="2147830"/>
          <a:ext cx="800922" cy="278006"/>
        </a:xfrm>
        <a:custGeom>
          <a:avLst/>
          <a:gdLst/>
          <a:ahLst/>
          <a:cxnLst/>
          <a:rect l="0" t="0" r="0" b="0"/>
          <a:pathLst>
            <a:path>
              <a:moveTo>
                <a:pt x="0" y="0"/>
              </a:moveTo>
              <a:lnTo>
                <a:pt x="0" y="139003"/>
              </a:lnTo>
              <a:lnTo>
                <a:pt x="800922" y="139003"/>
              </a:lnTo>
              <a:lnTo>
                <a:pt x="800922" y="278006"/>
              </a:lnTo>
            </a:path>
          </a:pathLst>
        </a:custGeom>
        <a:noFill/>
        <a:ln w="19050" cap="rnd"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7EF984-4376-4DE1-A7AA-DFC3871FC0EC}">
      <dsp:nvSpPr>
        <dsp:cNvPr id="0" name=""/>
        <dsp:cNvSpPr/>
      </dsp:nvSpPr>
      <dsp:spPr>
        <a:xfrm>
          <a:off x="3868564" y="2147830"/>
          <a:ext cx="800922" cy="278006"/>
        </a:xfrm>
        <a:custGeom>
          <a:avLst/>
          <a:gdLst/>
          <a:ahLst/>
          <a:cxnLst/>
          <a:rect l="0" t="0" r="0" b="0"/>
          <a:pathLst>
            <a:path>
              <a:moveTo>
                <a:pt x="800922" y="0"/>
              </a:moveTo>
              <a:lnTo>
                <a:pt x="800922" y="139003"/>
              </a:lnTo>
              <a:lnTo>
                <a:pt x="0" y="139003"/>
              </a:lnTo>
              <a:lnTo>
                <a:pt x="0" y="278006"/>
              </a:lnTo>
            </a:path>
          </a:pathLst>
        </a:custGeom>
        <a:noFill/>
        <a:ln w="19050" cap="rnd"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602E91-8AAD-4BEF-B754-EBBDBC368C41}">
      <dsp:nvSpPr>
        <dsp:cNvPr id="0" name=""/>
        <dsp:cNvSpPr/>
      </dsp:nvSpPr>
      <dsp:spPr>
        <a:xfrm>
          <a:off x="2266720" y="2147830"/>
          <a:ext cx="2402766" cy="278006"/>
        </a:xfrm>
        <a:custGeom>
          <a:avLst/>
          <a:gdLst/>
          <a:ahLst/>
          <a:cxnLst/>
          <a:rect l="0" t="0" r="0" b="0"/>
          <a:pathLst>
            <a:path>
              <a:moveTo>
                <a:pt x="2402766" y="0"/>
              </a:moveTo>
              <a:lnTo>
                <a:pt x="2402766" y="139003"/>
              </a:lnTo>
              <a:lnTo>
                <a:pt x="0" y="139003"/>
              </a:lnTo>
              <a:lnTo>
                <a:pt x="0" y="278006"/>
              </a:lnTo>
            </a:path>
          </a:pathLst>
        </a:custGeom>
        <a:noFill/>
        <a:ln w="19050" cap="rnd"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21DCD0-A0E7-422F-BBBC-55789837559F}">
      <dsp:nvSpPr>
        <dsp:cNvPr id="0" name=""/>
        <dsp:cNvSpPr/>
      </dsp:nvSpPr>
      <dsp:spPr>
        <a:xfrm>
          <a:off x="664875" y="2147830"/>
          <a:ext cx="4004610" cy="278006"/>
        </a:xfrm>
        <a:custGeom>
          <a:avLst/>
          <a:gdLst/>
          <a:ahLst/>
          <a:cxnLst/>
          <a:rect l="0" t="0" r="0" b="0"/>
          <a:pathLst>
            <a:path>
              <a:moveTo>
                <a:pt x="4004610" y="0"/>
              </a:moveTo>
              <a:lnTo>
                <a:pt x="4004610" y="139003"/>
              </a:lnTo>
              <a:lnTo>
                <a:pt x="0" y="139003"/>
              </a:lnTo>
              <a:lnTo>
                <a:pt x="0" y="278006"/>
              </a:lnTo>
            </a:path>
          </a:pathLst>
        </a:custGeom>
        <a:noFill/>
        <a:ln w="19050" cap="rnd"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9080AF4-C02C-4794-AB70-FFE7716DB04F}">
      <dsp:nvSpPr>
        <dsp:cNvPr id="0" name=""/>
        <dsp:cNvSpPr/>
      </dsp:nvSpPr>
      <dsp:spPr>
        <a:xfrm>
          <a:off x="4007567" y="1027062"/>
          <a:ext cx="1323838" cy="1120768"/>
        </a:xfrm>
        <a:prstGeom prst="rect">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IN" sz="1700" b="1" kern="1200" dirty="0"/>
            <a:t>Financial Management </a:t>
          </a:r>
          <a:endParaRPr lang="en-US" sz="1700" kern="1200" dirty="0"/>
        </a:p>
      </dsp:txBody>
      <dsp:txXfrm>
        <a:off x="4007567" y="1027062"/>
        <a:ext cx="1323838" cy="1120768"/>
      </dsp:txXfrm>
    </dsp:sp>
    <dsp:sp modelId="{70778852-AC56-4BF3-985C-FF15E8AF5456}">
      <dsp:nvSpPr>
        <dsp:cNvPr id="0" name=""/>
        <dsp:cNvSpPr/>
      </dsp:nvSpPr>
      <dsp:spPr>
        <a:xfrm>
          <a:off x="2956" y="2425836"/>
          <a:ext cx="1323838" cy="976456"/>
        </a:xfrm>
        <a:prstGeom prst="rect">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t>Purchase function</a:t>
          </a:r>
        </a:p>
      </dsp:txBody>
      <dsp:txXfrm>
        <a:off x="2956" y="2425836"/>
        <a:ext cx="1323838" cy="976456"/>
      </dsp:txXfrm>
    </dsp:sp>
    <dsp:sp modelId="{1D884F9D-5C39-44D6-8C45-AFD46C83554B}">
      <dsp:nvSpPr>
        <dsp:cNvPr id="0" name=""/>
        <dsp:cNvSpPr/>
      </dsp:nvSpPr>
      <dsp:spPr>
        <a:xfrm>
          <a:off x="1604801" y="2425836"/>
          <a:ext cx="1323838" cy="976456"/>
        </a:xfrm>
        <a:prstGeom prst="rect">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t>Production Function</a:t>
          </a:r>
        </a:p>
      </dsp:txBody>
      <dsp:txXfrm>
        <a:off x="1604801" y="2425836"/>
        <a:ext cx="1323838" cy="976456"/>
      </dsp:txXfrm>
    </dsp:sp>
    <dsp:sp modelId="{422C1623-64BB-49B8-8CE5-3D2957AE01D2}">
      <dsp:nvSpPr>
        <dsp:cNvPr id="0" name=""/>
        <dsp:cNvSpPr/>
      </dsp:nvSpPr>
      <dsp:spPr>
        <a:xfrm>
          <a:off x="3206645" y="2425836"/>
          <a:ext cx="1323838" cy="976456"/>
        </a:xfrm>
        <a:prstGeom prst="rect">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t>Marketing/ Distribution function</a:t>
          </a:r>
        </a:p>
      </dsp:txBody>
      <dsp:txXfrm>
        <a:off x="3206645" y="2425836"/>
        <a:ext cx="1323838" cy="976456"/>
      </dsp:txXfrm>
    </dsp:sp>
    <dsp:sp modelId="{CFEC6131-D6A1-4569-9229-778A0B25D88C}">
      <dsp:nvSpPr>
        <dsp:cNvPr id="0" name=""/>
        <dsp:cNvSpPr/>
      </dsp:nvSpPr>
      <dsp:spPr>
        <a:xfrm>
          <a:off x="4808489" y="2425836"/>
          <a:ext cx="1323838" cy="976456"/>
        </a:xfrm>
        <a:prstGeom prst="rect">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t>Accounting Function</a:t>
          </a:r>
        </a:p>
      </dsp:txBody>
      <dsp:txXfrm>
        <a:off x="4808489" y="2425836"/>
        <a:ext cx="1323838" cy="976456"/>
      </dsp:txXfrm>
    </dsp:sp>
    <dsp:sp modelId="{B830D524-C0CF-476F-AA7F-BFA014296381}">
      <dsp:nvSpPr>
        <dsp:cNvPr id="0" name=""/>
        <dsp:cNvSpPr/>
      </dsp:nvSpPr>
      <dsp:spPr>
        <a:xfrm>
          <a:off x="6410333" y="2425836"/>
          <a:ext cx="1323838" cy="976456"/>
        </a:xfrm>
        <a:prstGeom prst="rect">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t>Personnel Function</a:t>
          </a:r>
        </a:p>
      </dsp:txBody>
      <dsp:txXfrm>
        <a:off x="6410333" y="2425836"/>
        <a:ext cx="1323838" cy="976456"/>
      </dsp:txXfrm>
    </dsp:sp>
    <dsp:sp modelId="{89A3E049-DA2F-47B9-82C9-1BD061708447}">
      <dsp:nvSpPr>
        <dsp:cNvPr id="0" name=""/>
        <dsp:cNvSpPr/>
      </dsp:nvSpPr>
      <dsp:spPr>
        <a:xfrm>
          <a:off x="8012177" y="2425836"/>
          <a:ext cx="1323838" cy="976456"/>
        </a:xfrm>
        <a:prstGeom prst="rect">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t>Research and Development Function</a:t>
          </a:r>
        </a:p>
      </dsp:txBody>
      <dsp:txXfrm>
        <a:off x="8012177" y="2425836"/>
        <a:ext cx="1323838" cy="9764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C7FDA9-D690-4D15-84B1-99E52759CD96}">
      <dsp:nvSpPr>
        <dsp:cNvPr id="0" name=""/>
        <dsp:cNvSpPr/>
      </dsp:nvSpPr>
      <dsp:spPr>
        <a:xfrm>
          <a:off x="4800255" y="0"/>
          <a:ext cx="1165178" cy="776785"/>
        </a:xfrm>
        <a:prstGeom prst="roundRect">
          <a:avLst>
            <a:gd name="adj" fmla="val 10000"/>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FINANCIAL INSTITUTIONS</a:t>
          </a:r>
        </a:p>
      </dsp:txBody>
      <dsp:txXfrm>
        <a:off x="4823006" y="22751"/>
        <a:ext cx="1119676" cy="731283"/>
      </dsp:txXfrm>
    </dsp:sp>
    <dsp:sp modelId="{7ADE3263-2EC5-4DD3-AE03-1749B60D26FB}">
      <dsp:nvSpPr>
        <dsp:cNvPr id="0" name=""/>
        <dsp:cNvSpPr/>
      </dsp:nvSpPr>
      <dsp:spPr>
        <a:xfrm>
          <a:off x="1961629" y="776785"/>
          <a:ext cx="3421215" cy="301121"/>
        </a:xfrm>
        <a:custGeom>
          <a:avLst/>
          <a:gdLst/>
          <a:ahLst/>
          <a:cxnLst/>
          <a:rect l="0" t="0" r="0" b="0"/>
          <a:pathLst>
            <a:path>
              <a:moveTo>
                <a:pt x="3421215" y="0"/>
              </a:moveTo>
              <a:lnTo>
                <a:pt x="3421215" y="150560"/>
              </a:lnTo>
              <a:lnTo>
                <a:pt x="0" y="150560"/>
              </a:lnTo>
              <a:lnTo>
                <a:pt x="0" y="301121"/>
              </a:lnTo>
            </a:path>
          </a:pathLst>
        </a:custGeom>
        <a:noFill/>
        <a:ln w="19050" cap="rnd"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F57AA1-8536-4DE3-ACDA-2C26900BF3FE}">
      <dsp:nvSpPr>
        <dsp:cNvPr id="0" name=""/>
        <dsp:cNvSpPr/>
      </dsp:nvSpPr>
      <dsp:spPr>
        <a:xfrm>
          <a:off x="1379039" y="1077907"/>
          <a:ext cx="1165178" cy="776785"/>
        </a:xfrm>
        <a:prstGeom prst="roundRect">
          <a:avLst>
            <a:gd name="adj" fmla="val 10000"/>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Regulators</a:t>
          </a:r>
        </a:p>
      </dsp:txBody>
      <dsp:txXfrm>
        <a:off x="1401790" y="1100658"/>
        <a:ext cx="1119676" cy="731283"/>
      </dsp:txXfrm>
    </dsp:sp>
    <dsp:sp modelId="{B3D42942-0B3E-41E6-B950-76EC9ED95B3A}">
      <dsp:nvSpPr>
        <dsp:cNvPr id="0" name=""/>
        <dsp:cNvSpPr/>
      </dsp:nvSpPr>
      <dsp:spPr>
        <a:xfrm>
          <a:off x="1915909" y="1854693"/>
          <a:ext cx="91440" cy="320602"/>
        </a:xfrm>
        <a:custGeom>
          <a:avLst/>
          <a:gdLst/>
          <a:ahLst/>
          <a:cxnLst/>
          <a:rect l="0" t="0" r="0" b="0"/>
          <a:pathLst>
            <a:path>
              <a:moveTo>
                <a:pt x="45720" y="0"/>
              </a:moveTo>
              <a:lnTo>
                <a:pt x="45720" y="160301"/>
              </a:lnTo>
              <a:lnTo>
                <a:pt x="55612" y="160301"/>
              </a:lnTo>
              <a:lnTo>
                <a:pt x="55612" y="320602"/>
              </a:lnTo>
            </a:path>
          </a:pathLst>
        </a:custGeom>
        <a:noFill/>
        <a:ln w="19050" cap="rnd"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82F12D-BF80-4EA3-AE6F-1BFED48D2A71}">
      <dsp:nvSpPr>
        <dsp:cNvPr id="0" name=""/>
        <dsp:cNvSpPr/>
      </dsp:nvSpPr>
      <dsp:spPr>
        <a:xfrm>
          <a:off x="1388932" y="2175296"/>
          <a:ext cx="1165178" cy="776785"/>
        </a:xfrm>
        <a:prstGeom prst="roundRect">
          <a:avLst>
            <a:gd name="adj" fmla="val 10000"/>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kern="1200"/>
            <a:t>RBI</a:t>
          </a:r>
        </a:p>
        <a:p>
          <a:pPr marL="0" lvl="0" indent="0" algn="ctr" defTabSz="466725">
            <a:lnSpc>
              <a:spcPct val="90000"/>
            </a:lnSpc>
            <a:spcBef>
              <a:spcPct val="0"/>
            </a:spcBef>
            <a:spcAft>
              <a:spcPct val="35000"/>
            </a:spcAft>
            <a:buNone/>
          </a:pPr>
          <a:r>
            <a:rPr lang="en-US" sz="1050" kern="1200"/>
            <a:t>SEBI</a:t>
          </a:r>
        </a:p>
        <a:p>
          <a:pPr marL="0" lvl="0" indent="0" algn="ctr" defTabSz="466725">
            <a:lnSpc>
              <a:spcPct val="90000"/>
            </a:lnSpc>
            <a:spcBef>
              <a:spcPct val="0"/>
            </a:spcBef>
            <a:spcAft>
              <a:spcPct val="35000"/>
            </a:spcAft>
            <a:buNone/>
          </a:pPr>
          <a:r>
            <a:rPr lang="en-US" sz="1050" kern="1200"/>
            <a:t>IRDA</a:t>
          </a:r>
        </a:p>
      </dsp:txBody>
      <dsp:txXfrm>
        <a:off x="1411683" y="2198047"/>
        <a:ext cx="1119676" cy="731283"/>
      </dsp:txXfrm>
    </dsp:sp>
    <dsp:sp modelId="{4A8B5D38-668A-4682-AB0F-F61DC679B946}">
      <dsp:nvSpPr>
        <dsp:cNvPr id="0" name=""/>
        <dsp:cNvSpPr/>
      </dsp:nvSpPr>
      <dsp:spPr>
        <a:xfrm>
          <a:off x="5134067" y="776785"/>
          <a:ext cx="248777" cy="298985"/>
        </a:xfrm>
        <a:custGeom>
          <a:avLst/>
          <a:gdLst/>
          <a:ahLst/>
          <a:cxnLst/>
          <a:rect l="0" t="0" r="0" b="0"/>
          <a:pathLst>
            <a:path>
              <a:moveTo>
                <a:pt x="248777" y="0"/>
              </a:moveTo>
              <a:lnTo>
                <a:pt x="248777" y="149492"/>
              </a:lnTo>
              <a:lnTo>
                <a:pt x="0" y="149492"/>
              </a:lnTo>
              <a:lnTo>
                <a:pt x="0" y="298985"/>
              </a:lnTo>
            </a:path>
          </a:pathLst>
        </a:custGeom>
        <a:noFill/>
        <a:ln w="19050" cap="rnd"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9A9311-B593-4CD0-A34F-5C3206284C32}">
      <dsp:nvSpPr>
        <dsp:cNvPr id="0" name=""/>
        <dsp:cNvSpPr/>
      </dsp:nvSpPr>
      <dsp:spPr>
        <a:xfrm>
          <a:off x="4551478" y="1075771"/>
          <a:ext cx="1165178" cy="776785"/>
        </a:xfrm>
        <a:prstGeom prst="roundRect">
          <a:avLst>
            <a:gd name="adj" fmla="val 10000"/>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Intermediary</a:t>
          </a:r>
        </a:p>
      </dsp:txBody>
      <dsp:txXfrm>
        <a:off x="4574229" y="1098522"/>
        <a:ext cx="1119676" cy="731283"/>
      </dsp:txXfrm>
    </dsp:sp>
    <dsp:sp modelId="{AE0CF335-57FA-4FC0-84B2-EB42930147C6}">
      <dsp:nvSpPr>
        <dsp:cNvPr id="0" name=""/>
        <dsp:cNvSpPr/>
      </dsp:nvSpPr>
      <dsp:spPr>
        <a:xfrm>
          <a:off x="3558157" y="1852557"/>
          <a:ext cx="1575910" cy="334763"/>
        </a:xfrm>
        <a:custGeom>
          <a:avLst/>
          <a:gdLst/>
          <a:ahLst/>
          <a:cxnLst/>
          <a:rect l="0" t="0" r="0" b="0"/>
          <a:pathLst>
            <a:path>
              <a:moveTo>
                <a:pt x="1575910" y="0"/>
              </a:moveTo>
              <a:lnTo>
                <a:pt x="1575910" y="167381"/>
              </a:lnTo>
              <a:lnTo>
                <a:pt x="0" y="167381"/>
              </a:lnTo>
              <a:lnTo>
                <a:pt x="0" y="334763"/>
              </a:lnTo>
            </a:path>
          </a:pathLst>
        </a:custGeom>
        <a:noFill/>
        <a:ln w="19050" cap="rnd"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9C3C27-50FA-4C69-BA99-B1ADC2E83231}">
      <dsp:nvSpPr>
        <dsp:cNvPr id="0" name=""/>
        <dsp:cNvSpPr/>
      </dsp:nvSpPr>
      <dsp:spPr>
        <a:xfrm>
          <a:off x="2975568" y="2187320"/>
          <a:ext cx="1165178" cy="776785"/>
        </a:xfrm>
        <a:prstGeom prst="roundRect">
          <a:avLst>
            <a:gd name="adj" fmla="val 10000"/>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kern="1200"/>
            <a:t>BANKING INSTITIUTIONS</a:t>
          </a:r>
        </a:p>
      </dsp:txBody>
      <dsp:txXfrm>
        <a:off x="2998319" y="2210071"/>
        <a:ext cx="1119676" cy="731283"/>
      </dsp:txXfrm>
    </dsp:sp>
    <dsp:sp modelId="{1DFCF52C-A57E-438D-8F6F-2705279A34D0}">
      <dsp:nvSpPr>
        <dsp:cNvPr id="0" name=""/>
        <dsp:cNvSpPr/>
      </dsp:nvSpPr>
      <dsp:spPr>
        <a:xfrm>
          <a:off x="2644459" y="2964106"/>
          <a:ext cx="913698" cy="334763"/>
        </a:xfrm>
        <a:custGeom>
          <a:avLst/>
          <a:gdLst/>
          <a:ahLst/>
          <a:cxnLst/>
          <a:rect l="0" t="0" r="0" b="0"/>
          <a:pathLst>
            <a:path>
              <a:moveTo>
                <a:pt x="913698" y="0"/>
              </a:moveTo>
              <a:lnTo>
                <a:pt x="913698" y="167381"/>
              </a:lnTo>
              <a:lnTo>
                <a:pt x="0" y="167381"/>
              </a:lnTo>
              <a:lnTo>
                <a:pt x="0" y="334763"/>
              </a:lnTo>
            </a:path>
          </a:pathLst>
        </a:custGeom>
        <a:noFill/>
        <a:ln w="19050" cap="rnd"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0468A1-5ED4-4471-9672-52A7583775C6}">
      <dsp:nvSpPr>
        <dsp:cNvPr id="0" name=""/>
        <dsp:cNvSpPr/>
      </dsp:nvSpPr>
      <dsp:spPr>
        <a:xfrm>
          <a:off x="2061869" y="3298870"/>
          <a:ext cx="1165178" cy="776785"/>
        </a:xfrm>
        <a:prstGeom prst="roundRect">
          <a:avLst>
            <a:gd name="adj" fmla="val 10000"/>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kern="1200"/>
            <a:t>COMMERCIAL BANKS</a:t>
          </a:r>
        </a:p>
      </dsp:txBody>
      <dsp:txXfrm>
        <a:off x="2084620" y="3321621"/>
        <a:ext cx="1119676" cy="731283"/>
      </dsp:txXfrm>
    </dsp:sp>
    <dsp:sp modelId="{9BC8CE71-CA50-4160-A3B4-C6AD2CFAC94C}">
      <dsp:nvSpPr>
        <dsp:cNvPr id="0" name=""/>
        <dsp:cNvSpPr/>
      </dsp:nvSpPr>
      <dsp:spPr>
        <a:xfrm>
          <a:off x="2570774" y="4075656"/>
          <a:ext cx="91440" cy="259384"/>
        </a:xfrm>
        <a:custGeom>
          <a:avLst/>
          <a:gdLst/>
          <a:ahLst/>
          <a:cxnLst/>
          <a:rect l="0" t="0" r="0" b="0"/>
          <a:pathLst>
            <a:path>
              <a:moveTo>
                <a:pt x="73684" y="0"/>
              </a:moveTo>
              <a:lnTo>
                <a:pt x="73684" y="129692"/>
              </a:lnTo>
              <a:lnTo>
                <a:pt x="45720" y="129692"/>
              </a:lnTo>
              <a:lnTo>
                <a:pt x="45720" y="259384"/>
              </a:lnTo>
            </a:path>
          </a:pathLst>
        </a:custGeom>
        <a:noFill/>
        <a:ln w="19050" cap="rnd"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336FAB3-CA70-45BD-A3AC-38A4D74A8062}">
      <dsp:nvSpPr>
        <dsp:cNvPr id="0" name=""/>
        <dsp:cNvSpPr/>
      </dsp:nvSpPr>
      <dsp:spPr>
        <a:xfrm>
          <a:off x="2033905" y="4335040"/>
          <a:ext cx="1165178" cy="1012571"/>
        </a:xfrm>
        <a:prstGeom prst="roundRect">
          <a:avLst>
            <a:gd name="adj" fmla="val 10000"/>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Public Sector</a:t>
          </a:r>
        </a:p>
        <a:p>
          <a:pPr marL="0" lvl="0" indent="0" algn="ctr" defTabSz="488950">
            <a:lnSpc>
              <a:spcPct val="90000"/>
            </a:lnSpc>
            <a:spcBef>
              <a:spcPct val="0"/>
            </a:spcBef>
            <a:spcAft>
              <a:spcPct val="35000"/>
            </a:spcAft>
            <a:buNone/>
          </a:pPr>
          <a:r>
            <a:rPr lang="en-US" sz="1100" kern="1200"/>
            <a:t>Private Sector</a:t>
          </a:r>
        </a:p>
        <a:p>
          <a:pPr marL="0" lvl="0" indent="0" algn="ctr" defTabSz="488950">
            <a:lnSpc>
              <a:spcPct val="90000"/>
            </a:lnSpc>
            <a:spcBef>
              <a:spcPct val="0"/>
            </a:spcBef>
            <a:spcAft>
              <a:spcPct val="35000"/>
            </a:spcAft>
            <a:buNone/>
          </a:pPr>
          <a:r>
            <a:rPr lang="en-US" sz="1100" kern="1200"/>
            <a:t>RRBs</a:t>
          </a:r>
        </a:p>
        <a:p>
          <a:pPr marL="0" lvl="0" indent="0" algn="ctr" defTabSz="488950">
            <a:lnSpc>
              <a:spcPct val="90000"/>
            </a:lnSpc>
            <a:spcBef>
              <a:spcPct val="0"/>
            </a:spcBef>
            <a:spcAft>
              <a:spcPct val="35000"/>
            </a:spcAft>
            <a:buNone/>
          </a:pPr>
          <a:r>
            <a:rPr lang="en-US" sz="1100" kern="1200"/>
            <a:t>Foreign Banks</a:t>
          </a:r>
        </a:p>
      </dsp:txBody>
      <dsp:txXfrm>
        <a:off x="2063562" y="4364697"/>
        <a:ext cx="1105864" cy="953257"/>
      </dsp:txXfrm>
    </dsp:sp>
    <dsp:sp modelId="{75F2CBA7-C44C-4814-85D9-C089CEE314DC}">
      <dsp:nvSpPr>
        <dsp:cNvPr id="0" name=""/>
        <dsp:cNvSpPr/>
      </dsp:nvSpPr>
      <dsp:spPr>
        <a:xfrm>
          <a:off x="3558157" y="2964106"/>
          <a:ext cx="913698" cy="334763"/>
        </a:xfrm>
        <a:custGeom>
          <a:avLst/>
          <a:gdLst/>
          <a:ahLst/>
          <a:cxnLst/>
          <a:rect l="0" t="0" r="0" b="0"/>
          <a:pathLst>
            <a:path>
              <a:moveTo>
                <a:pt x="0" y="0"/>
              </a:moveTo>
              <a:lnTo>
                <a:pt x="0" y="167381"/>
              </a:lnTo>
              <a:lnTo>
                <a:pt x="913698" y="167381"/>
              </a:lnTo>
              <a:lnTo>
                <a:pt x="913698" y="334763"/>
              </a:lnTo>
            </a:path>
          </a:pathLst>
        </a:custGeom>
        <a:noFill/>
        <a:ln w="19050" cap="rnd"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DC5EF0-EEA9-4BC7-A4F7-0530493ACDA8}">
      <dsp:nvSpPr>
        <dsp:cNvPr id="0" name=""/>
        <dsp:cNvSpPr/>
      </dsp:nvSpPr>
      <dsp:spPr>
        <a:xfrm>
          <a:off x="3889266" y="3298870"/>
          <a:ext cx="1165178" cy="776785"/>
        </a:xfrm>
        <a:prstGeom prst="roundRect">
          <a:avLst>
            <a:gd name="adj" fmla="val 10000"/>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kern="1200"/>
            <a:t>COOPERATYIVE BANKS</a:t>
          </a:r>
        </a:p>
      </dsp:txBody>
      <dsp:txXfrm>
        <a:off x="3912017" y="3321621"/>
        <a:ext cx="1119676" cy="731283"/>
      </dsp:txXfrm>
    </dsp:sp>
    <dsp:sp modelId="{A8BC2829-93D9-4197-BB62-160381B90584}">
      <dsp:nvSpPr>
        <dsp:cNvPr id="0" name=""/>
        <dsp:cNvSpPr/>
      </dsp:nvSpPr>
      <dsp:spPr>
        <a:xfrm>
          <a:off x="5134067" y="1852557"/>
          <a:ext cx="1888562" cy="322739"/>
        </a:xfrm>
        <a:custGeom>
          <a:avLst/>
          <a:gdLst/>
          <a:ahLst/>
          <a:cxnLst/>
          <a:rect l="0" t="0" r="0" b="0"/>
          <a:pathLst>
            <a:path>
              <a:moveTo>
                <a:pt x="0" y="0"/>
              </a:moveTo>
              <a:lnTo>
                <a:pt x="0" y="161369"/>
              </a:lnTo>
              <a:lnTo>
                <a:pt x="1888562" y="161369"/>
              </a:lnTo>
              <a:lnTo>
                <a:pt x="1888562" y="322739"/>
              </a:lnTo>
            </a:path>
          </a:pathLst>
        </a:custGeom>
        <a:noFill/>
        <a:ln w="19050" cap="rnd"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2633B9-0445-4111-8DAF-CB326A3CB36C}">
      <dsp:nvSpPr>
        <dsp:cNvPr id="0" name=""/>
        <dsp:cNvSpPr/>
      </dsp:nvSpPr>
      <dsp:spPr>
        <a:xfrm>
          <a:off x="6440041" y="2175296"/>
          <a:ext cx="1165178" cy="776785"/>
        </a:xfrm>
        <a:prstGeom prst="roundRect">
          <a:avLst>
            <a:gd name="adj" fmla="val 10000"/>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kern="1200"/>
            <a:t>NON BANKING INSTITUTIONS</a:t>
          </a:r>
        </a:p>
      </dsp:txBody>
      <dsp:txXfrm>
        <a:off x="6462792" y="2198047"/>
        <a:ext cx="1119676" cy="731283"/>
      </dsp:txXfrm>
    </dsp:sp>
    <dsp:sp modelId="{20F8BAC7-E48C-45F6-A726-1F47929BE977}">
      <dsp:nvSpPr>
        <dsp:cNvPr id="0" name=""/>
        <dsp:cNvSpPr/>
      </dsp:nvSpPr>
      <dsp:spPr>
        <a:xfrm>
          <a:off x="6515719" y="2952082"/>
          <a:ext cx="506911" cy="310714"/>
        </a:xfrm>
        <a:custGeom>
          <a:avLst/>
          <a:gdLst/>
          <a:ahLst/>
          <a:cxnLst/>
          <a:rect l="0" t="0" r="0" b="0"/>
          <a:pathLst>
            <a:path>
              <a:moveTo>
                <a:pt x="506911" y="0"/>
              </a:moveTo>
              <a:lnTo>
                <a:pt x="506911" y="155357"/>
              </a:lnTo>
              <a:lnTo>
                <a:pt x="0" y="155357"/>
              </a:lnTo>
              <a:lnTo>
                <a:pt x="0" y="310714"/>
              </a:lnTo>
            </a:path>
          </a:pathLst>
        </a:custGeom>
        <a:noFill/>
        <a:ln w="19050" cap="rnd"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4508B0-5165-4EAF-AA36-DAE62B4343FE}">
      <dsp:nvSpPr>
        <dsp:cNvPr id="0" name=""/>
        <dsp:cNvSpPr/>
      </dsp:nvSpPr>
      <dsp:spPr>
        <a:xfrm>
          <a:off x="5933129" y="3262796"/>
          <a:ext cx="1165178" cy="2305857"/>
        </a:xfrm>
        <a:prstGeom prst="roundRect">
          <a:avLst>
            <a:gd name="adj" fmla="val 10000"/>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a:t>DFIs</a:t>
          </a:r>
        </a:p>
        <a:p>
          <a:pPr marL="0" lvl="0" indent="0" algn="ctr" defTabSz="444500">
            <a:lnSpc>
              <a:spcPct val="90000"/>
            </a:lnSpc>
            <a:spcBef>
              <a:spcPct val="0"/>
            </a:spcBef>
            <a:spcAft>
              <a:spcPct val="35000"/>
            </a:spcAft>
            <a:buNone/>
          </a:pPr>
          <a:r>
            <a:rPr lang="en-IN" sz="1000" kern="1200"/>
            <a:t>(A) DEVELOPMENT BANKS</a:t>
          </a:r>
        </a:p>
        <a:p>
          <a:pPr marL="0" lvl="0" indent="0" algn="ctr" defTabSz="444500">
            <a:lnSpc>
              <a:spcPct val="90000"/>
            </a:lnSpc>
            <a:spcBef>
              <a:spcPct val="0"/>
            </a:spcBef>
            <a:spcAft>
              <a:spcPct val="35000"/>
            </a:spcAft>
            <a:buNone/>
          </a:pPr>
          <a:r>
            <a:rPr lang="en-IN" sz="1000" kern="1200"/>
            <a:t>- ALL INDIA</a:t>
          </a:r>
        </a:p>
        <a:p>
          <a:pPr marL="0" lvl="0" indent="0" algn="ctr" defTabSz="444500">
            <a:lnSpc>
              <a:spcPct val="90000"/>
            </a:lnSpc>
            <a:spcBef>
              <a:spcPct val="0"/>
            </a:spcBef>
            <a:spcAft>
              <a:spcPct val="35000"/>
            </a:spcAft>
            <a:buNone/>
          </a:pPr>
          <a:r>
            <a:rPr lang="en-IN" sz="1000" kern="1200"/>
            <a:t>- STATE LEVEL</a:t>
          </a:r>
        </a:p>
        <a:p>
          <a:pPr marL="0" lvl="0" indent="0" algn="ctr" defTabSz="444500">
            <a:lnSpc>
              <a:spcPct val="90000"/>
            </a:lnSpc>
            <a:spcBef>
              <a:spcPct val="0"/>
            </a:spcBef>
            <a:spcAft>
              <a:spcPct val="35000"/>
            </a:spcAft>
            <a:buNone/>
          </a:pPr>
          <a:r>
            <a:rPr lang="en-IN" sz="1000" kern="1200"/>
            <a:t>(B) INVESTMENT INSTITUTIONS</a:t>
          </a:r>
        </a:p>
        <a:p>
          <a:pPr marL="0" lvl="0" indent="0" algn="ctr" defTabSz="444500">
            <a:lnSpc>
              <a:spcPct val="90000"/>
            </a:lnSpc>
            <a:spcBef>
              <a:spcPct val="0"/>
            </a:spcBef>
            <a:spcAft>
              <a:spcPct val="35000"/>
            </a:spcAft>
            <a:buNone/>
          </a:pPr>
          <a:r>
            <a:rPr lang="en-IN" sz="1000" kern="1200"/>
            <a:t>(LIC,GIC,UTI)</a:t>
          </a:r>
        </a:p>
        <a:p>
          <a:pPr marL="0" lvl="0" indent="0" algn="ctr" defTabSz="444500">
            <a:lnSpc>
              <a:spcPct val="90000"/>
            </a:lnSpc>
            <a:spcBef>
              <a:spcPct val="0"/>
            </a:spcBef>
            <a:spcAft>
              <a:spcPct val="35000"/>
            </a:spcAft>
            <a:buNone/>
          </a:pPr>
          <a:r>
            <a:rPr lang="en-IN" sz="1000" kern="1200"/>
            <a:t>(C) SPECIALISED INSTITUTIONS</a:t>
          </a:r>
          <a:endParaRPr lang="en-US" sz="1000" kern="1200"/>
        </a:p>
      </dsp:txBody>
      <dsp:txXfrm>
        <a:off x="5967256" y="3296923"/>
        <a:ext cx="1096924" cy="2237603"/>
      </dsp:txXfrm>
    </dsp:sp>
    <dsp:sp modelId="{E65D968D-CC6B-4026-92AD-D6262ACF30A7}">
      <dsp:nvSpPr>
        <dsp:cNvPr id="0" name=""/>
        <dsp:cNvSpPr/>
      </dsp:nvSpPr>
      <dsp:spPr>
        <a:xfrm>
          <a:off x="7022630" y="2952082"/>
          <a:ext cx="1033956" cy="310714"/>
        </a:xfrm>
        <a:custGeom>
          <a:avLst/>
          <a:gdLst/>
          <a:ahLst/>
          <a:cxnLst/>
          <a:rect l="0" t="0" r="0" b="0"/>
          <a:pathLst>
            <a:path>
              <a:moveTo>
                <a:pt x="0" y="0"/>
              </a:moveTo>
              <a:lnTo>
                <a:pt x="0" y="155357"/>
              </a:lnTo>
              <a:lnTo>
                <a:pt x="1033956" y="155357"/>
              </a:lnTo>
              <a:lnTo>
                <a:pt x="1033956" y="310714"/>
              </a:lnTo>
            </a:path>
          </a:pathLst>
        </a:custGeom>
        <a:noFill/>
        <a:ln w="19050" cap="rnd"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147848-BDE6-4D83-AD7B-8260C17FB2AC}">
      <dsp:nvSpPr>
        <dsp:cNvPr id="0" name=""/>
        <dsp:cNvSpPr/>
      </dsp:nvSpPr>
      <dsp:spPr>
        <a:xfrm>
          <a:off x="7447862" y="3262796"/>
          <a:ext cx="1217448" cy="2289242"/>
        </a:xfrm>
        <a:prstGeom prst="roundRect">
          <a:avLst>
            <a:gd name="adj" fmla="val 10000"/>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l</a:t>
          </a:r>
          <a:r>
            <a:rPr lang="en-IN" sz="1000" kern="1200"/>
            <a:t>NON-BANKING:</a:t>
          </a:r>
        </a:p>
        <a:p>
          <a:pPr marL="0" lvl="0" indent="0" algn="ctr" defTabSz="444500">
            <a:lnSpc>
              <a:spcPct val="90000"/>
            </a:lnSpc>
            <a:spcBef>
              <a:spcPct val="0"/>
            </a:spcBef>
            <a:spcAft>
              <a:spcPct val="35000"/>
            </a:spcAft>
            <a:buNone/>
          </a:pPr>
          <a:r>
            <a:rPr lang="en-IN" sz="1000" kern="1200"/>
            <a:t>FINANCIAL ENTITIES</a:t>
          </a:r>
        </a:p>
        <a:p>
          <a:pPr marL="0" lvl="0" indent="0" algn="ctr" defTabSz="444500">
            <a:lnSpc>
              <a:spcPct val="90000"/>
            </a:lnSpc>
            <a:spcBef>
              <a:spcPct val="0"/>
            </a:spcBef>
            <a:spcAft>
              <a:spcPct val="35000"/>
            </a:spcAft>
            <a:buNone/>
          </a:pPr>
          <a:r>
            <a:rPr lang="en-IN" sz="1000" kern="1200"/>
            <a:t>(A) NBFCs</a:t>
          </a:r>
        </a:p>
        <a:p>
          <a:pPr marL="0" lvl="0" indent="0" algn="ctr" defTabSz="444500">
            <a:lnSpc>
              <a:spcPct val="90000"/>
            </a:lnSpc>
            <a:spcBef>
              <a:spcPct val="0"/>
            </a:spcBef>
            <a:spcAft>
              <a:spcPct val="35000"/>
            </a:spcAft>
            <a:buNone/>
          </a:pPr>
          <a:r>
            <a:rPr lang="en-IN" sz="1000" kern="1200"/>
            <a:t>- EQIUPMENT</a:t>
          </a:r>
        </a:p>
        <a:p>
          <a:pPr marL="0" lvl="0" indent="0" algn="ctr" defTabSz="444500">
            <a:lnSpc>
              <a:spcPct val="90000"/>
            </a:lnSpc>
            <a:spcBef>
              <a:spcPct val="0"/>
            </a:spcBef>
            <a:spcAft>
              <a:spcPct val="35000"/>
            </a:spcAft>
            <a:buNone/>
          </a:pPr>
          <a:r>
            <a:rPr lang="en-IN" sz="1000" kern="1200"/>
            <a:t>LEASING</a:t>
          </a:r>
        </a:p>
        <a:p>
          <a:pPr marL="0" lvl="0" indent="0" algn="ctr" defTabSz="444500">
            <a:lnSpc>
              <a:spcPct val="90000"/>
            </a:lnSpc>
            <a:spcBef>
              <a:spcPct val="0"/>
            </a:spcBef>
            <a:spcAft>
              <a:spcPct val="35000"/>
            </a:spcAft>
            <a:buNone/>
          </a:pPr>
          <a:r>
            <a:rPr lang="en-IN" sz="1000" kern="1200"/>
            <a:t>- HIRE</a:t>
          </a:r>
        </a:p>
        <a:p>
          <a:pPr marL="0" lvl="0" indent="0" algn="ctr" defTabSz="444500">
            <a:lnSpc>
              <a:spcPct val="90000"/>
            </a:lnSpc>
            <a:spcBef>
              <a:spcPct val="0"/>
            </a:spcBef>
            <a:spcAft>
              <a:spcPct val="35000"/>
            </a:spcAft>
            <a:buNone/>
          </a:pPr>
          <a:r>
            <a:rPr lang="en-IN" sz="1000" kern="1200"/>
            <a:t>PURCHASE</a:t>
          </a:r>
        </a:p>
        <a:p>
          <a:pPr marL="0" lvl="0" indent="0" algn="ctr" defTabSz="444500">
            <a:lnSpc>
              <a:spcPct val="90000"/>
            </a:lnSpc>
            <a:spcBef>
              <a:spcPct val="0"/>
            </a:spcBef>
            <a:spcAft>
              <a:spcPct val="35000"/>
            </a:spcAft>
            <a:buNone/>
          </a:pPr>
          <a:r>
            <a:rPr lang="en-IN" sz="1000" kern="1200"/>
            <a:t>-INVESTMENT</a:t>
          </a:r>
        </a:p>
        <a:p>
          <a:pPr marL="0" lvl="0" indent="0" algn="ctr" defTabSz="444500">
            <a:lnSpc>
              <a:spcPct val="90000"/>
            </a:lnSpc>
            <a:spcBef>
              <a:spcPct val="0"/>
            </a:spcBef>
            <a:spcAft>
              <a:spcPct val="35000"/>
            </a:spcAft>
            <a:buNone/>
          </a:pPr>
          <a:r>
            <a:rPr lang="en-IN" sz="1000" kern="1200"/>
            <a:t>- LOAN RNBCS</a:t>
          </a:r>
        </a:p>
        <a:p>
          <a:pPr marL="0" lvl="0" indent="0" algn="ctr" defTabSz="444500">
            <a:lnSpc>
              <a:spcPct val="90000"/>
            </a:lnSpc>
            <a:spcBef>
              <a:spcPct val="0"/>
            </a:spcBef>
            <a:spcAft>
              <a:spcPct val="35000"/>
            </a:spcAft>
            <a:buNone/>
          </a:pPr>
          <a:r>
            <a:rPr lang="en-IN" sz="1000" kern="1200"/>
            <a:t>(B) MBFC's</a:t>
          </a:r>
        </a:p>
        <a:p>
          <a:pPr marL="0" lvl="0" indent="0" algn="ctr" defTabSz="444500">
            <a:lnSpc>
              <a:spcPct val="90000"/>
            </a:lnSpc>
            <a:spcBef>
              <a:spcPct val="0"/>
            </a:spcBef>
            <a:spcAft>
              <a:spcPct val="35000"/>
            </a:spcAft>
            <a:buNone/>
          </a:pPr>
          <a:r>
            <a:rPr lang="en-IN" sz="1000" kern="1200"/>
            <a:t>(C) MNBCS</a:t>
          </a:r>
          <a:endParaRPr lang="en-US" sz="1000" kern="1200"/>
        </a:p>
      </dsp:txBody>
      <dsp:txXfrm>
        <a:off x="7483520" y="3298454"/>
        <a:ext cx="1146132" cy="2217926"/>
      </dsp:txXfrm>
    </dsp:sp>
    <dsp:sp modelId="{786EF10F-4036-4D79-B5CF-22262ACC8260}">
      <dsp:nvSpPr>
        <dsp:cNvPr id="0" name=""/>
        <dsp:cNvSpPr/>
      </dsp:nvSpPr>
      <dsp:spPr>
        <a:xfrm>
          <a:off x="5382845" y="776785"/>
          <a:ext cx="3431108" cy="311009"/>
        </a:xfrm>
        <a:custGeom>
          <a:avLst/>
          <a:gdLst/>
          <a:ahLst/>
          <a:cxnLst/>
          <a:rect l="0" t="0" r="0" b="0"/>
          <a:pathLst>
            <a:path>
              <a:moveTo>
                <a:pt x="0" y="0"/>
              </a:moveTo>
              <a:lnTo>
                <a:pt x="0" y="155504"/>
              </a:lnTo>
              <a:lnTo>
                <a:pt x="3431108" y="155504"/>
              </a:lnTo>
              <a:lnTo>
                <a:pt x="3431108" y="311009"/>
              </a:lnTo>
            </a:path>
          </a:pathLst>
        </a:custGeom>
        <a:noFill/>
        <a:ln w="19050" cap="rnd"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BFC645-421B-4E3C-8523-E7F6189101DF}">
      <dsp:nvSpPr>
        <dsp:cNvPr id="0" name=""/>
        <dsp:cNvSpPr/>
      </dsp:nvSpPr>
      <dsp:spPr>
        <a:xfrm>
          <a:off x="8231363" y="1087795"/>
          <a:ext cx="1165178" cy="776785"/>
        </a:xfrm>
        <a:prstGeom prst="roundRect">
          <a:avLst>
            <a:gd name="adj" fmla="val 10000"/>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NON INTERMEDIARY</a:t>
          </a:r>
        </a:p>
      </dsp:txBody>
      <dsp:txXfrm>
        <a:off x="8254114" y="1110546"/>
        <a:ext cx="1119676" cy="731283"/>
      </dsp:txXfrm>
    </dsp:sp>
    <dsp:sp modelId="{3373272C-DC54-4F7C-9762-9C3FFA20CBD6}">
      <dsp:nvSpPr>
        <dsp:cNvPr id="0" name=""/>
        <dsp:cNvSpPr/>
      </dsp:nvSpPr>
      <dsp:spPr>
        <a:xfrm>
          <a:off x="8768233" y="1864581"/>
          <a:ext cx="91440" cy="310714"/>
        </a:xfrm>
        <a:custGeom>
          <a:avLst/>
          <a:gdLst/>
          <a:ahLst/>
          <a:cxnLst/>
          <a:rect l="0" t="0" r="0" b="0"/>
          <a:pathLst>
            <a:path>
              <a:moveTo>
                <a:pt x="45720" y="0"/>
              </a:moveTo>
              <a:lnTo>
                <a:pt x="45720" y="310714"/>
              </a:lnTo>
            </a:path>
          </a:pathLst>
        </a:custGeom>
        <a:noFill/>
        <a:ln w="19050" cap="rnd"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D7D4FBB-72AA-4CE6-A927-FBCF58398291}">
      <dsp:nvSpPr>
        <dsp:cNvPr id="0" name=""/>
        <dsp:cNvSpPr/>
      </dsp:nvSpPr>
      <dsp:spPr>
        <a:xfrm>
          <a:off x="8231363" y="2175296"/>
          <a:ext cx="1165178" cy="776785"/>
        </a:xfrm>
        <a:prstGeom prst="roundRect">
          <a:avLst>
            <a:gd name="adj" fmla="val 10000"/>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kern="1200"/>
            <a:t>NABARD</a:t>
          </a:r>
        </a:p>
      </dsp:txBody>
      <dsp:txXfrm>
        <a:off x="8254114" y="2198047"/>
        <a:ext cx="1119676" cy="731283"/>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4/13/2026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hyperlink" Target="https://mbaknol.com/business-finance/sources-of-long-term-finance/" TargetMode="Externa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microsoft.com/office/2007/relationships/hdphoto" Target="../media/hdphoto1.wdp"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2.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89215" y="2404534"/>
            <a:ext cx="8578734" cy="1344506"/>
          </a:xfrm>
        </p:spPr>
        <p:txBody>
          <a:bodyPr/>
          <a:lstStyle/>
          <a:p>
            <a:r>
              <a:rPr lang="en-IN" b="1" dirty="0">
                <a:solidFill>
                  <a:srgbClr val="002060"/>
                </a:solidFill>
                <a:latin typeface="Algerian" panose="04020705040A02060702" pitchFamily="82" charset="0"/>
              </a:rPr>
              <a:t>FINANCIAL MANAGEMENT</a:t>
            </a:r>
          </a:p>
        </p:txBody>
      </p:sp>
      <p:sp>
        <p:nvSpPr>
          <p:cNvPr id="3" name="Subtitle 2"/>
          <p:cNvSpPr>
            <a:spLocks noGrp="1"/>
          </p:cNvSpPr>
          <p:nvPr>
            <p:ph type="subTitle" idx="1"/>
          </p:nvPr>
        </p:nvSpPr>
        <p:spPr>
          <a:xfrm>
            <a:off x="5311832" y="4655127"/>
            <a:ext cx="5361710" cy="1313411"/>
          </a:xfrm>
        </p:spPr>
        <p:txBody>
          <a:bodyPr>
            <a:normAutofit fontScale="92500" lnSpcReduction="20000"/>
          </a:bodyPr>
          <a:lstStyle/>
          <a:p>
            <a:pPr algn="ctr"/>
            <a:r>
              <a:rPr lang="en-US" b="1" dirty="0">
                <a:solidFill>
                  <a:schemeClr val="tx1"/>
                </a:solidFill>
                <a:latin typeface="Arial" panose="020B0604020202020204" pitchFamily="34" charset="0"/>
                <a:cs typeface="Arial" panose="020B0604020202020204" pitchFamily="34" charset="0"/>
              </a:rPr>
              <a:t>Presenting by,</a:t>
            </a:r>
          </a:p>
          <a:p>
            <a:pPr algn="ctr"/>
            <a:r>
              <a:rPr lang="en-US" b="1" dirty="0">
                <a:solidFill>
                  <a:schemeClr val="tx1"/>
                </a:solidFill>
                <a:latin typeface="Arial" panose="020B0604020202020204" pitchFamily="34" charset="0"/>
                <a:cs typeface="Arial" panose="020B0604020202020204" pitchFamily="34" charset="0"/>
              </a:rPr>
              <a:t>Mr. LAXMAN GANGARAM APPUGOL</a:t>
            </a:r>
          </a:p>
          <a:p>
            <a:pPr algn="ctr"/>
            <a:r>
              <a:rPr lang="en-US" b="1" dirty="0">
                <a:solidFill>
                  <a:schemeClr val="tx1"/>
                </a:solidFill>
                <a:latin typeface="Arial" panose="020B0604020202020204" pitchFamily="34" charset="0"/>
                <a:cs typeface="Arial" panose="020B0604020202020204" pitchFamily="34" charset="0"/>
              </a:rPr>
              <a:t>(RESEARCH SCHOLAR)</a:t>
            </a:r>
          </a:p>
          <a:p>
            <a:pPr algn="ctr"/>
            <a:r>
              <a:rPr lang="en-US" b="1" dirty="0">
                <a:solidFill>
                  <a:schemeClr val="tx1"/>
                </a:solidFill>
                <a:latin typeface="Arial" panose="020B0604020202020204" pitchFamily="34" charset="0"/>
                <a:cs typeface="Arial" panose="020B0604020202020204" pitchFamily="34" charset="0"/>
              </a:rPr>
              <a:t>UGC </a:t>
            </a:r>
            <a:r>
              <a:rPr lang="en-US" sz="1700" b="1" dirty="0">
                <a:solidFill>
                  <a:schemeClr val="tx1"/>
                </a:solidFill>
                <a:latin typeface="Arial" panose="020B0604020202020204" pitchFamily="34" charset="0"/>
                <a:cs typeface="Arial" panose="020B0604020202020204" pitchFamily="34" charset="0"/>
              </a:rPr>
              <a:t>NET</a:t>
            </a:r>
            <a:r>
              <a:rPr lang="en-US" sz="1300" b="1" dirty="0">
                <a:solidFill>
                  <a:schemeClr val="tx1"/>
                </a:solidFill>
                <a:latin typeface="Arial" panose="020B0604020202020204" pitchFamily="34" charset="0"/>
                <a:cs typeface="Arial" panose="020B0604020202020204" pitchFamily="34" charset="0"/>
              </a:rPr>
              <a:t>(Qualified for Assistant Prof.) </a:t>
            </a:r>
            <a:r>
              <a:rPr lang="en-US" b="1" dirty="0">
                <a:solidFill>
                  <a:schemeClr val="tx1"/>
                </a:solidFill>
                <a:latin typeface="Arial" panose="020B0604020202020204" pitchFamily="34" charset="0"/>
                <a:cs typeface="Arial" panose="020B0604020202020204" pitchFamily="34" charset="0"/>
              </a:rPr>
              <a:t>AND SET</a:t>
            </a:r>
            <a:endParaRPr lang="en-IN"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638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358601" cy="5516880"/>
          </a:xfrm>
        </p:spPr>
        <p:txBody>
          <a:bodyPr>
            <a:noAutofit/>
          </a:bodyPr>
          <a:lstStyle/>
          <a:p>
            <a:pPr algn="just"/>
            <a:r>
              <a:rPr lang="en-IN" sz="2400" dirty="0">
                <a:solidFill>
                  <a:srgbClr val="002060"/>
                </a:solidFill>
                <a:latin typeface="Arial" panose="020B0604020202020204" pitchFamily="34" charset="0"/>
                <a:cs typeface="Arial" panose="020B0604020202020204" pitchFamily="34" charset="0"/>
              </a:rPr>
              <a:t>Introduction </a:t>
            </a:r>
            <a:br>
              <a:rPr lang="en-IN" sz="2400" dirty="0">
                <a:solidFill>
                  <a:srgbClr val="002060"/>
                </a:solidFill>
                <a:latin typeface="Arial" panose="020B0604020202020204" pitchFamily="34" charset="0"/>
                <a:cs typeface="Arial" panose="020B0604020202020204" pitchFamily="34" charset="0"/>
              </a:rPr>
            </a:br>
            <a:br>
              <a:rPr lang="en-IN" sz="2400" dirty="0">
                <a:solidFill>
                  <a:srgbClr val="002060"/>
                </a:solidFill>
                <a:latin typeface="Arial" panose="020B0604020202020204" pitchFamily="34" charset="0"/>
                <a:cs typeface="Arial" panose="020B0604020202020204" pitchFamily="34" charset="0"/>
              </a:rPr>
            </a:br>
            <a:r>
              <a:rPr lang="en-IN" sz="2400" dirty="0">
                <a:solidFill>
                  <a:srgbClr val="002060"/>
                </a:solidFill>
                <a:latin typeface="Arial" panose="020B0604020202020204" pitchFamily="34" charset="0"/>
                <a:cs typeface="Arial" panose="020B0604020202020204" pitchFamily="34" charset="0"/>
              </a:rPr>
              <a:t>								Financial Management: Meaning and scope- objectives of Financial Management-role and functions of finance managers. Interface of Financial Management with other functional areas. </a:t>
            </a:r>
            <a:br>
              <a:rPr lang="en-IN" sz="2400" dirty="0">
                <a:solidFill>
                  <a:srgbClr val="002060"/>
                </a:solidFill>
                <a:latin typeface="Arial" panose="020B0604020202020204" pitchFamily="34" charset="0"/>
                <a:cs typeface="Arial" panose="020B0604020202020204" pitchFamily="34" charset="0"/>
              </a:rPr>
            </a:br>
            <a:br>
              <a:rPr lang="en-IN" sz="2400" dirty="0">
                <a:solidFill>
                  <a:srgbClr val="002060"/>
                </a:solidFill>
                <a:latin typeface="Arial" panose="020B0604020202020204" pitchFamily="34" charset="0"/>
                <a:cs typeface="Arial" panose="020B0604020202020204" pitchFamily="34" charset="0"/>
              </a:rPr>
            </a:br>
            <a:r>
              <a:rPr lang="en-IN" sz="2400" dirty="0">
                <a:solidFill>
                  <a:srgbClr val="002060"/>
                </a:solidFill>
                <a:latin typeface="Arial" panose="020B0604020202020204" pitchFamily="34" charset="0"/>
                <a:cs typeface="Arial" panose="020B0604020202020204" pitchFamily="34" charset="0"/>
              </a:rPr>
              <a:t>Indian Financial System: Structure-types-Financial markets- Financial Instruments -Financial institutions and financial services- Non-Banking Financial Companies (NBFCs). </a:t>
            </a:r>
            <a:br>
              <a:rPr lang="en-IN" sz="2400" dirty="0">
                <a:solidFill>
                  <a:srgbClr val="002060"/>
                </a:solidFill>
                <a:latin typeface="Arial" panose="020B0604020202020204" pitchFamily="34" charset="0"/>
                <a:cs typeface="Arial" panose="020B0604020202020204" pitchFamily="34" charset="0"/>
              </a:rPr>
            </a:br>
            <a:br>
              <a:rPr lang="en-IN" sz="2400" dirty="0">
                <a:solidFill>
                  <a:srgbClr val="002060"/>
                </a:solidFill>
                <a:latin typeface="Arial" panose="020B0604020202020204" pitchFamily="34" charset="0"/>
                <a:cs typeface="Arial" panose="020B0604020202020204" pitchFamily="34" charset="0"/>
              </a:rPr>
            </a:br>
            <a:r>
              <a:rPr lang="en-IN" sz="2400" dirty="0">
                <a:solidFill>
                  <a:srgbClr val="002060"/>
                </a:solidFill>
                <a:latin typeface="Arial" panose="020B0604020202020204" pitchFamily="34" charset="0"/>
                <a:cs typeface="Arial" panose="020B0604020202020204" pitchFamily="34" charset="0"/>
              </a:rPr>
              <a:t>Emerging areas in Financial Management: Risk Management- Behavioural Finance- Financial Engineering- Derivatives (Theory).</a:t>
            </a:r>
          </a:p>
        </p:txBody>
      </p:sp>
    </p:spTree>
    <p:extLst>
      <p:ext uri="{BB962C8B-B14F-4D97-AF65-F5344CB8AC3E}">
        <p14:creationId xmlns:p14="http://schemas.microsoft.com/office/powerpoint/2010/main" val="3414849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20436"/>
          </a:xfrm>
        </p:spPr>
        <p:txBody>
          <a:bodyPr/>
          <a:lstStyle/>
          <a:p>
            <a:r>
              <a:rPr lang="en-US" b="1" dirty="0">
                <a:solidFill>
                  <a:srgbClr val="002060"/>
                </a:solidFill>
                <a:latin typeface="Arial" panose="020B0604020202020204" pitchFamily="34" charset="0"/>
                <a:cs typeface="Arial" panose="020B0604020202020204" pitchFamily="34" charset="0"/>
              </a:rPr>
              <a:t>MEANING AND DEFINITION : </a:t>
            </a:r>
            <a:endParaRPr lang="en-IN" b="1" dirty="0">
              <a:solidFill>
                <a:srgbClr val="00206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620983"/>
            <a:ext cx="9331190" cy="4420380"/>
          </a:xfrm>
        </p:spPr>
        <p:txBody>
          <a:bodyPr/>
          <a:lstStyle/>
          <a:p>
            <a:r>
              <a:rPr lang="en-IN" b="1" dirty="0">
                <a:solidFill>
                  <a:schemeClr val="tx1"/>
                </a:solidFill>
                <a:latin typeface="Arial" panose="020B0604020202020204" pitchFamily="34" charset="0"/>
                <a:cs typeface="Arial" panose="020B0604020202020204" pitchFamily="34" charset="0"/>
              </a:rPr>
              <a:t>Meaning :</a:t>
            </a:r>
            <a:r>
              <a:rPr lang="en-IN" dirty="0">
                <a:solidFill>
                  <a:schemeClr val="tx1"/>
                </a:solidFill>
                <a:latin typeface="Arial" panose="020B0604020202020204" pitchFamily="34" charset="0"/>
                <a:cs typeface="Arial" panose="020B0604020202020204" pitchFamily="34" charset="0"/>
              </a:rPr>
              <a:t> Financial management is the operational activity of a business that is responsible for obtaining and effectively utilizing the funds necessary for efficient business operations. It usually deals with financial planning, acquisition of funds, use and allocation of funds and financial controls.</a:t>
            </a:r>
          </a:p>
          <a:p>
            <a:pPr marL="0" indent="0">
              <a:buNone/>
            </a:pPr>
            <a:r>
              <a:rPr lang="en-IN" dirty="0">
                <a:solidFill>
                  <a:schemeClr val="tx1"/>
                </a:solidFill>
                <a:latin typeface="Arial" panose="020B0604020202020204" pitchFamily="34" charset="0"/>
                <a:cs typeface="Arial" panose="020B0604020202020204" pitchFamily="34" charset="0"/>
              </a:rPr>
              <a:t>Financial management I a specialized branch of management which is concerned with planning, obtaining and effectively utilizing the firm’s financial resources.</a:t>
            </a:r>
          </a:p>
          <a:p>
            <a:r>
              <a:rPr lang="en-IN" dirty="0">
                <a:latin typeface="Arial" panose="020B0604020202020204" pitchFamily="34" charset="0"/>
                <a:cs typeface="Arial" panose="020B0604020202020204" pitchFamily="34" charset="0"/>
              </a:rPr>
              <a:t>According to</a:t>
            </a:r>
            <a:r>
              <a:rPr lang="en-IN" b="1" dirty="0">
                <a:latin typeface="Arial" panose="020B0604020202020204" pitchFamily="34" charset="0"/>
                <a:cs typeface="Arial" panose="020B0604020202020204" pitchFamily="34" charset="0"/>
              </a:rPr>
              <a:t> J. F. Bradley</a:t>
            </a:r>
            <a:r>
              <a:rPr lang="en-IN" dirty="0">
                <a:latin typeface="Arial" panose="020B0604020202020204" pitchFamily="34" charset="0"/>
                <a:cs typeface="Arial" panose="020B0604020202020204" pitchFamily="34" charset="0"/>
              </a:rPr>
              <a:t>, “Financial management is the area of business management devoted to the judicious use of capital &amp; careful selection of </a:t>
            </a:r>
            <a:r>
              <a:rPr lang="en-IN" dirty="0">
                <a:latin typeface="Arial" panose="020B0604020202020204" pitchFamily="34" charset="0"/>
                <a:cs typeface="Arial" panose="020B0604020202020204" pitchFamily="34" charset="0"/>
                <a:hlinkClick r:id="rId2"/>
              </a:rPr>
              <a:t>sources of capital</a:t>
            </a:r>
            <a:r>
              <a:rPr lang="en-IN" dirty="0">
                <a:latin typeface="Arial" panose="020B0604020202020204" pitchFamily="34" charset="0"/>
                <a:cs typeface="Arial" panose="020B0604020202020204" pitchFamily="34" charset="0"/>
              </a:rPr>
              <a:t> in order to enable a spending unit to move in the direction of reaching its goals.”</a:t>
            </a:r>
          </a:p>
          <a:p>
            <a:r>
              <a:rPr lang="en-IN" dirty="0">
                <a:latin typeface="Arial" panose="020B0604020202020204" pitchFamily="34" charset="0"/>
                <a:cs typeface="Arial" panose="020B0604020202020204" pitchFamily="34" charset="0"/>
              </a:rPr>
              <a:t>According to </a:t>
            </a:r>
            <a:r>
              <a:rPr lang="en-IN" b="1" dirty="0">
                <a:latin typeface="Arial" panose="020B0604020202020204" pitchFamily="34" charset="0"/>
                <a:cs typeface="Arial" panose="020B0604020202020204" pitchFamily="34" charset="0"/>
              </a:rPr>
              <a:t>J.L. Massie, “</a:t>
            </a:r>
            <a:r>
              <a:rPr lang="en-IN" dirty="0">
                <a:latin typeface="Arial" panose="020B0604020202020204" pitchFamily="34" charset="0"/>
                <a:cs typeface="Arial" panose="020B0604020202020204" pitchFamily="34" charset="0"/>
              </a:rPr>
              <a:t>financial management is the operational activity of a business that is responsible for obtaining and effectively utilizing the funds necessary for efficient business operations.”</a:t>
            </a:r>
          </a:p>
          <a:p>
            <a:endParaRPr lang="en-IN"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4133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077884"/>
          </a:xfrm>
        </p:spPr>
        <p:txBody>
          <a:bodyPr>
            <a:noAutofit/>
          </a:bodyPr>
          <a:lstStyle/>
          <a:p>
            <a:r>
              <a:rPr lang="en-IN" sz="2400" b="1" dirty="0">
                <a:solidFill>
                  <a:srgbClr val="002060"/>
                </a:solidFill>
                <a:latin typeface="Arial" panose="020B0604020202020204" pitchFamily="34" charset="0"/>
                <a:cs typeface="Arial" panose="020B0604020202020204" pitchFamily="34" charset="0"/>
              </a:rPr>
              <a:t>SCOPE OR CONTENT OF FINANCE FUNCTION/FINANCIAL MANAGEMENT :</a:t>
            </a:r>
            <a:br>
              <a:rPr lang="en-IN" sz="2400" b="1" dirty="0">
                <a:solidFill>
                  <a:srgbClr val="002060"/>
                </a:solidFill>
                <a:latin typeface="Arial" panose="020B0604020202020204" pitchFamily="34" charset="0"/>
                <a:cs typeface="Arial" panose="020B0604020202020204" pitchFamily="34" charset="0"/>
              </a:rPr>
            </a:br>
            <a:endParaRPr lang="en-IN" sz="2400" b="1" dirty="0">
              <a:solidFill>
                <a:srgbClr val="002060"/>
              </a:solidFill>
              <a:latin typeface="Arial" panose="020B0604020202020204" pitchFamily="34" charset="0"/>
              <a:cs typeface="Arial" panose="020B06040202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60491459"/>
              </p:ext>
            </p:extLst>
          </p:nvPr>
        </p:nvGraphicFramePr>
        <p:xfrm>
          <a:off x="814647" y="1895303"/>
          <a:ext cx="6966065" cy="3940233"/>
        </p:xfrm>
        <a:graphic>
          <a:graphicData uri="http://schemas.openxmlformats.org/drawingml/2006/table">
            <a:tbl>
              <a:tblPr firstRow="1" firstCol="1" bandRow="1">
                <a:tableStyleId>{5C22544A-7EE6-4342-B048-85BDC9FD1C3A}</a:tableStyleId>
              </a:tblPr>
              <a:tblGrid>
                <a:gridCol w="6966065">
                  <a:extLst>
                    <a:ext uri="{9D8B030D-6E8A-4147-A177-3AD203B41FA5}">
                      <a16:colId xmlns:a16="http://schemas.microsoft.com/office/drawing/2014/main" val="2548355655"/>
                    </a:ext>
                  </a:extLst>
                </a:gridCol>
              </a:tblGrid>
              <a:tr h="567777">
                <a:tc>
                  <a:txBody>
                    <a:bodyPr/>
                    <a:lstStyle/>
                    <a:p>
                      <a:pPr>
                        <a:lnSpc>
                          <a:spcPct val="107000"/>
                        </a:lnSpc>
                        <a:spcAft>
                          <a:spcPts val="0"/>
                        </a:spcAft>
                      </a:pPr>
                      <a:r>
                        <a:rPr lang="en-IN" sz="2000" b="0" dirty="0">
                          <a:solidFill>
                            <a:srgbClr val="002060"/>
                          </a:solidFill>
                          <a:effectLst/>
                          <a:latin typeface="Arial" panose="020B0604020202020204" pitchFamily="34" charset="0"/>
                          <a:cs typeface="Arial" panose="020B0604020202020204" pitchFamily="34" charset="0"/>
                        </a:rPr>
                        <a:t>1. Estimating Financial Requirements</a:t>
                      </a:r>
                      <a:endParaRPr lang="en-IN" sz="1800" b="0" dirty="0">
                        <a:solidFill>
                          <a:srgbClr val="00206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747865114"/>
                  </a:ext>
                </a:extLst>
              </a:tr>
              <a:tr h="550674">
                <a:tc>
                  <a:txBody>
                    <a:bodyPr/>
                    <a:lstStyle/>
                    <a:p>
                      <a:pPr>
                        <a:lnSpc>
                          <a:spcPct val="107000"/>
                        </a:lnSpc>
                        <a:spcAft>
                          <a:spcPts val="0"/>
                        </a:spcAft>
                      </a:pPr>
                      <a:r>
                        <a:rPr lang="en-IN" sz="2000" b="0" dirty="0">
                          <a:solidFill>
                            <a:srgbClr val="002060"/>
                          </a:solidFill>
                          <a:effectLst/>
                          <a:latin typeface="Arial" panose="020B0604020202020204" pitchFamily="34" charset="0"/>
                          <a:cs typeface="Arial" panose="020B0604020202020204" pitchFamily="34" charset="0"/>
                        </a:rPr>
                        <a:t>2. Deciding Capital Structure</a:t>
                      </a:r>
                      <a:endParaRPr lang="en-IN" sz="1800" b="0" dirty="0">
                        <a:solidFill>
                          <a:srgbClr val="00206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280573199"/>
                  </a:ext>
                </a:extLst>
              </a:tr>
              <a:tr h="567777">
                <a:tc>
                  <a:txBody>
                    <a:bodyPr/>
                    <a:lstStyle/>
                    <a:p>
                      <a:pPr>
                        <a:lnSpc>
                          <a:spcPct val="107000"/>
                        </a:lnSpc>
                        <a:spcAft>
                          <a:spcPts val="0"/>
                        </a:spcAft>
                      </a:pPr>
                      <a:r>
                        <a:rPr lang="en-IN" sz="2000" b="0" dirty="0">
                          <a:solidFill>
                            <a:srgbClr val="002060"/>
                          </a:solidFill>
                          <a:effectLst/>
                          <a:latin typeface="Arial" panose="020B0604020202020204" pitchFamily="34" charset="0"/>
                          <a:cs typeface="Arial" panose="020B0604020202020204" pitchFamily="34" charset="0"/>
                        </a:rPr>
                        <a:t>3. Selecting Source of Finance</a:t>
                      </a:r>
                      <a:endParaRPr lang="en-IN" sz="1800" b="0" dirty="0">
                        <a:solidFill>
                          <a:srgbClr val="00206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090469942"/>
                  </a:ext>
                </a:extLst>
              </a:tr>
              <a:tr h="567777">
                <a:tc>
                  <a:txBody>
                    <a:bodyPr/>
                    <a:lstStyle/>
                    <a:p>
                      <a:pPr>
                        <a:lnSpc>
                          <a:spcPct val="107000"/>
                        </a:lnSpc>
                        <a:spcAft>
                          <a:spcPts val="0"/>
                        </a:spcAft>
                      </a:pPr>
                      <a:r>
                        <a:rPr lang="en-IN" sz="2000" b="0" dirty="0">
                          <a:solidFill>
                            <a:srgbClr val="002060"/>
                          </a:solidFill>
                          <a:effectLst/>
                          <a:latin typeface="Arial" panose="020B0604020202020204" pitchFamily="34" charset="0"/>
                          <a:cs typeface="Arial" panose="020B0604020202020204" pitchFamily="34" charset="0"/>
                        </a:rPr>
                        <a:t>4. Selecting Pattern of Investment</a:t>
                      </a:r>
                      <a:endParaRPr lang="en-IN" sz="1800" b="0" dirty="0">
                        <a:solidFill>
                          <a:srgbClr val="00206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40303230"/>
                  </a:ext>
                </a:extLst>
              </a:tr>
              <a:tr h="567777">
                <a:tc>
                  <a:txBody>
                    <a:bodyPr/>
                    <a:lstStyle/>
                    <a:p>
                      <a:pPr>
                        <a:lnSpc>
                          <a:spcPct val="107000"/>
                        </a:lnSpc>
                        <a:spcAft>
                          <a:spcPts val="0"/>
                        </a:spcAft>
                      </a:pPr>
                      <a:r>
                        <a:rPr lang="en-IN" sz="2000" b="0" dirty="0">
                          <a:solidFill>
                            <a:srgbClr val="002060"/>
                          </a:solidFill>
                          <a:effectLst/>
                          <a:latin typeface="Arial" panose="020B0604020202020204" pitchFamily="34" charset="0"/>
                          <a:cs typeface="Arial" panose="020B0604020202020204" pitchFamily="34" charset="0"/>
                        </a:rPr>
                        <a:t>5. Proper Cash Management</a:t>
                      </a:r>
                      <a:endParaRPr lang="en-IN" sz="1800" b="0" dirty="0">
                        <a:solidFill>
                          <a:srgbClr val="00206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8683019"/>
                  </a:ext>
                </a:extLst>
              </a:tr>
              <a:tr h="550674">
                <a:tc>
                  <a:txBody>
                    <a:bodyPr/>
                    <a:lstStyle/>
                    <a:p>
                      <a:pPr>
                        <a:lnSpc>
                          <a:spcPct val="107000"/>
                        </a:lnSpc>
                        <a:spcAft>
                          <a:spcPts val="0"/>
                        </a:spcAft>
                      </a:pPr>
                      <a:r>
                        <a:rPr lang="en-IN" sz="2000" b="0" dirty="0">
                          <a:solidFill>
                            <a:srgbClr val="002060"/>
                          </a:solidFill>
                          <a:effectLst/>
                          <a:latin typeface="Arial" panose="020B0604020202020204" pitchFamily="34" charset="0"/>
                          <a:cs typeface="Arial" panose="020B0604020202020204" pitchFamily="34" charset="0"/>
                        </a:rPr>
                        <a:t>6. Implementing Financial Controls</a:t>
                      </a:r>
                      <a:endParaRPr lang="en-IN" sz="1800" b="0" dirty="0">
                        <a:solidFill>
                          <a:srgbClr val="00206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610996696"/>
                  </a:ext>
                </a:extLst>
              </a:tr>
              <a:tr h="567777">
                <a:tc>
                  <a:txBody>
                    <a:bodyPr/>
                    <a:lstStyle/>
                    <a:p>
                      <a:pPr>
                        <a:lnSpc>
                          <a:spcPct val="107000"/>
                        </a:lnSpc>
                        <a:spcAft>
                          <a:spcPts val="0"/>
                        </a:spcAft>
                      </a:pPr>
                      <a:r>
                        <a:rPr lang="en-IN" sz="2000" b="0" dirty="0">
                          <a:solidFill>
                            <a:srgbClr val="002060"/>
                          </a:solidFill>
                          <a:effectLst/>
                          <a:latin typeface="Arial" panose="020B0604020202020204" pitchFamily="34" charset="0"/>
                          <a:cs typeface="Arial" panose="020B0604020202020204" pitchFamily="34" charset="0"/>
                        </a:rPr>
                        <a:t>7. Proper Use of Surpluses</a:t>
                      </a:r>
                      <a:endParaRPr lang="en-IN" sz="1800" b="0" dirty="0">
                        <a:solidFill>
                          <a:srgbClr val="00206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684344039"/>
                  </a:ext>
                </a:extLst>
              </a:tr>
            </a:tbl>
          </a:graphicData>
        </a:graphic>
      </p:graphicFrame>
    </p:spTree>
    <p:extLst>
      <p:ext uri="{BB962C8B-B14F-4D97-AF65-F5344CB8AC3E}">
        <p14:creationId xmlns:p14="http://schemas.microsoft.com/office/powerpoint/2010/main" val="2607536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rgbClr val="002060"/>
                </a:solidFill>
                <a:latin typeface="Arial" panose="020B0604020202020204" pitchFamily="34" charset="0"/>
                <a:cs typeface="Arial" panose="020B0604020202020204" pitchFamily="34" charset="0"/>
              </a:rPr>
              <a:t>NATURE OF FINANCIAL MANAGEMENT :</a:t>
            </a:r>
            <a:br>
              <a:rPr lang="en-IN" b="1" dirty="0">
                <a:solidFill>
                  <a:srgbClr val="002060"/>
                </a:solidFill>
                <a:latin typeface="Arial" panose="020B0604020202020204" pitchFamily="34" charset="0"/>
                <a:cs typeface="Arial" panose="020B0604020202020204" pitchFamily="34" charset="0"/>
              </a:rPr>
            </a:br>
            <a:endParaRPr lang="en-IN" b="1" dirty="0">
              <a:solidFill>
                <a:srgbClr val="00206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529543"/>
            <a:ext cx="8596668" cy="4511820"/>
          </a:xfrm>
        </p:spPr>
        <p:txBody>
          <a:bodyPr/>
          <a:lstStyle/>
          <a:p>
            <a:pPr marL="0" indent="0">
              <a:buNone/>
            </a:pPr>
            <a:r>
              <a:rPr lang="en-IN" b="1" dirty="0">
                <a:solidFill>
                  <a:schemeClr val="tx1"/>
                </a:solidFill>
                <a:latin typeface="Arial" panose="020B0604020202020204" pitchFamily="34" charset="0"/>
                <a:cs typeface="Arial" panose="020B0604020202020204" pitchFamily="34" charset="0"/>
              </a:rPr>
              <a:t>1. Specialised Branch of General Management</a:t>
            </a:r>
            <a:r>
              <a:rPr lang="en-IN" dirty="0">
                <a:solidFill>
                  <a:schemeClr val="tx1"/>
                </a:solidFill>
                <a:latin typeface="Arial" panose="020B0604020202020204" pitchFamily="34" charset="0"/>
                <a:cs typeface="Arial" panose="020B0604020202020204" pitchFamily="34" charset="0"/>
              </a:rPr>
              <a:t> </a:t>
            </a:r>
          </a:p>
          <a:p>
            <a:pPr marL="0" indent="0">
              <a:buNone/>
            </a:pPr>
            <a:r>
              <a:rPr lang="en-IN" b="1" dirty="0">
                <a:solidFill>
                  <a:schemeClr val="tx1"/>
                </a:solidFill>
                <a:latin typeface="Arial" panose="020B0604020202020204" pitchFamily="34" charset="0"/>
                <a:cs typeface="Arial" panose="020B0604020202020204" pitchFamily="34" charset="0"/>
              </a:rPr>
              <a:t>2. Integral Part of Management</a:t>
            </a:r>
            <a:r>
              <a:rPr lang="en-IN" dirty="0">
                <a:solidFill>
                  <a:schemeClr val="tx1"/>
                </a:solidFill>
                <a:latin typeface="Arial" panose="020B0604020202020204" pitchFamily="34" charset="0"/>
                <a:cs typeface="Arial" panose="020B0604020202020204" pitchFamily="34" charset="0"/>
              </a:rPr>
              <a:t> </a:t>
            </a:r>
          </a:p>
          <a:p>
            <a:pPr marL="0" indent="0">
              <a:buNone/>
            </a:pPr>
            <a:r>
              <a:rPr lang="en-IN" b="1" dirty="0">
                <a:solidFill>
                  <a:schemeClr val="tx1"/>
                </a:solidFill>
                <a:latin typeface="Arial" panose="020B0604020202020204" pitchFamily="34" charset="0"/>
                <a:cs typeface="Arial" panose="020B0604020202020204" pitchFamily="34" charset="0"/>
              </a:rPr>
              <a:t>3. Both an Art as well as a Science</a:t>
            </a:r>
            <a:r>
              <a:rPr lang="en-IN" dirty="0">
                <a:solidFill>
                  <a:schemeClr val="tx1"/>
                </a:solidFill>
                <a:latin typeface="Arial" panose="020B0604020202020204" pitchFamily="34" charset="0"/>
                <a:cs typeface="Arial" panose="020B0604020202020204" pitchFamily="34" charset="0"/>
              </a:rPr>
              <a:t> </a:t>
            </a:r>
          </a:p>
          <a:p>
            <a:pPr marL="0" indent="0">
              <a:buNone/>
            </a:pPr>
            <a:r>
              <a:rPr lang="en-IN" b="1" dirty="0">
                <a:solidFill>
                  <a:schemeClr val="tx1"/>
                </a:solidFill>
                <a:latin typeface="Arial" panose="020B0604020202020204" pitchFamily="34" charset="0"/>
                <a:cs typeface="Arial" panose="020B0604020202020204" pitchFamily="34" charset="0"/>
              </a:rPr>
              <a:t>4. Growing as a Profession</a:t>
            </a:r>
            <a:r>
              <a:rPr lang="en-IN" dirty="0">
                <a:solidFill>
                  <a:schemeClr val="tx1"/>
                </a:solidFill>
                <a:latin typeface="Arial" panose="020B0604020202020204" pitchFamily="34" charset="0"/>
                <a:cs typeface="Arial" panose="020B0604020202020204" pitchFamily="34" charset="0"/>
              </a:rPr>
              <a:t> </a:t>
            </a:r>
          </a:p>
          <a:p>
            <a:pPr marL="0" indent="0">
              <a:buNone/>
            </a:pPr>
            <a:r>
              <a:rPr lang="en-IN" b="1" dirty="0">
                <a:solidFill>
                  <a:schemeClr val="tx1"/>
                </a:solidFill>
                <a:latin typeface="Arial" panose="020B0604020202020204" pitchFamily="34" charset="0"/>
                <a:cs typeface="Arial" panose="020B0604020202020204" pitchFamily="34" charset="0"/>
              </a:rPr>
              <a:t>5. Multidisciplinary Approach</a:t>
            </a:r>
            <a:r>
              <a:rPr lang="en-IN" dirty="0">
                <a:solidFill>
                  <a:schemeClr val="tx1"/>
                </a:solidFill>
                <a:latin typeface="Arial" panose="020B0604020202020204" pitchFamily="34" charset="0"/>
                <a:cs typeface="Arial" panose="020B0604020202020204" pitchFamily="34" charset="0"/>
              </a:rPr>
              <a:t> </a:t>
            </a:r>
          </a:p>
          <a:p>
            <a:pPr marL="0" indent="0">
              <a:buNone/>
            </a:pPr>
            <a:r>
              <a:rPr lang="en-IN" b="1" dirty="0">
                <a:solidFill>
                  <a:schemeClr val="tx1"/>
                </a:solidFill>
                <a:latin typeface="Arial" panose="020B0604020202020204" pitchFamily="34" charset="0"/>
                <a:cs typeface="Arial" panose="020B0604020202020204" pitchFamily="34" charset="0"/>
              </a:rPr>
              <a:t>6. Involves Risk-Return Trade off</a:t>
            </a:r>
            <a:r>
              <a:rPr lang="en-IN" dirty="0">
                <a:solidFill>
                  <a:schemeClr val="tx1"/>
                </a:solidFill>
                <a:latin typeface="Arial" panose="020B0604020202020204" pitchFamily="34" charset="0"/>
                <a:cs typeface="Arial" panose="020B0604020202020204" pitchFamily="34" charset="0"/>
              </a:rPr>
              <a:t> </a:t>
            </a:r>
          </a:p>
          <a:p>
            <a:pPr marL="0" indent="0">
              <a:buNone/>
            </a:pPr>
            <a:r>
              <a:rPr lang="en-IN" b="1" dirty="0">
                <a:solidFill>
                  <a:schemeClr val="tx1"/>
                </a:solidFill>
                <a:latin typeface="Arial" panose="020B0604020202020204" pitchFamily="34" charset="0"/>
                <a:cs typeface="Arial" panose="020B0604020202020204" pitchFamily="34" charset="0"/>
              </a:rPr>
              <a:t>7. Focus on Valuation of the Firm</a:t>
            </a:r>
            <a:r>
              <a:rPr lang="en-IN" dirty="0">
                <a:solidFill>
                  <a:schemeClr val="tx1"/>
                </a:solidFill>
                <a:latin typeface="Arial" panose="020B0604020202020204" pitchFamily="34" charset="0"/>
                <a:cs typeface="Arial" panose="020B0604020202020204" pitchFamily="34" charset="0"/>
              </a:rPr>
              <a:t> </a:t>
            </a:r>
          </a:p>
          <a:p>
            <a:pPr marL="0" indent="0">
              <a:buNone/>
            </a:pPr>
            <a:r>
              <a:rPr lang="en-IN" b="1" dirty="0">
                <a:solidFill>
                  <a:schemeClr val="tx1"/>
                </a:solidFill>
                <a:latin typeface="Arial" panose="020B0604020202020204" pitchFamily="34" charset="0"/>
                <a:cs typeface="Arial" panose="020B0604020202020204" pitchFamily="34" charset="0"/>
              </a:rPr>
              <a:t>8. Organic Function</a:t>
            </a:r>
            <a:endParaRPr lang="en-IN" dirty="0">
              <a:solidFill>
                <a:schemeClr val="tx1"/>
              </a:solidFill>
              <a:latin typeface="Arial" panose="020B0604020202020204" pitchFamily="34" charset="0"/>
              <a:cs typeface="Arial" panose="020B0604020202020204" pitchFamily="34" charset="0"/>
            </a:endParaRPr>
          </a:p>
          <a:p>
            <a:pPr marL="0" indent="0">
              <a:buNone/>
            </a:pPr>
            <a:r>
              <a:rPr lang="en-IN" b="1" dirty="0">
                <a:solidFill>
                  <a:schemeClr val="tx1"/>
                </a:solidFill>
                <a:latin typeface="Arial" panose="020B0604020202020204" pitchFamily="34" charset="0"/>
                <a:cs typeface="Arial" panose="020B0604020202020204" pitchFamily="34" charset="0"/>
              </a:rPr>
              <a:t>9. Attainment of Common Objectives of a Firm</a:t>
            </a:r>
            <a:r>
              <a:rPr lang="en-IN" dirty="0">
                <a:solidFill>
                  <a:schemeClr val="tx1"/>
                </a:solidFill>
                <a:latin typeface="Arial" panose="020B0604020202020204" pitchFamily="34" charset="0"/>
                <a:cs typeface="Arial" panose="020B0604020202020204" pitchFamily="34" charset="0"/>
              </a:rPr>
              <a:t> </a:t>
            </a:r>
          </a:p>
          <a:p>
            <a:pPr marL="0" indent="0">
              <a:buNone/>
            </a:pPr>
            <a:r>
              <a:rPr lang="en-IN" b="1" dirty="0">
                <a:solidFill>
                  <a:schemeClr val="tx1"/>
                </a:solidFill>
                <a:latin typeface="Arial" panose="020B0604020202020204" pitchFamily="34" charset="0"/>
                <a:cs typeface="Arial" panose="020B0604020202020204" pitchFamily="34" charset="0"/>
              </a:rPr>
              <a:t>10. Backbone of Commerce and Industry</a:t>
            </a:r>
            <a:endParaRPr lang="en-IN"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0358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390698"/>
            <a:ext cx="10328717" cy="6159731"/>
          </a:xfrm>
        </p:spPr>
        <p:txBody>
          <a:bodyPr/>
          <a:lstStyle/>
          <a:p>
            <a:endParaRPr lang="en-IN" dirty="0"/>
          </a:p>
        </p:txBody>
      </p:sp>
      <p:pic>
        <p:nvPicPr>
          <p:cNvPr id="4" name="Content Placeholder 3"/>
          <p:cNvPicPr>
            <a:picLocks noGrp="1"/>
          </p:cNvPicPr>
          <p:nvPr>
            <p:ph idx="1"/>
          </p:nvPr>
        </p:nvPicPr>
        <p:blipFill rotWithShape="1">
          <a:blip r:embed="rId2">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l="5440" t="7209" r="37272" b="7529"/>
          <a:stretch/>
        </p:blipFill>
        <p:spPr bwMode="auto">
          <a:xfrm rot="16200000">
            <a:off x="3089578" y="-1341138"/>
            <a:ext cx="5616603" cy="951807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8348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252451"/>
          </a:xfrm>
        </p:spPr>
        <p:txBody>
          <a:bodyPr>
            <a:normAutofit fontScale="90000"/>
          </a:bodyPr>
          <a:lstStyle/>
          <a:p>
            <a:r>
              <a:rPr lang="en-IN" b="1" dirty="0">
                <a:solidFill>
                  <a:srgbClr val="002060"/>
                </a:solidFill>
                <a:latin typeface="Arial" panose="020B0604020202020204" pitchFamily="34" charset="0"/>
                <a:cs typeface="Arial" panose="020B0604020202020204" pitchFamily="34" charset="0"/>
              </a:rPr>
              <a:t>ROLE OR FUNCTIONS OF FINANCE MANAGER :</a:t>
            </a:r>
            <a:br>
              <a:rPr lang="en-IN" b="1" dirty="0">
                <a:solidFill>
                  <a:srgbClr val="002060"/>
                </a:solidFill>
                <a:latin typeface="Arial" panose="020B0604020202020204" pitchFamily="34" charset="0"/>
                <a:cs typeface="Arial" panose="020B0604020202020204" pitchFamily="34" charset="0"/>
              </a:rPr>
            </a:br>
            <a:endParaRPr lang="en-IN" b="1" dirty="0">
              <a:solidFill>
                <a:srgbClr val="00206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marL="0" indent="0">
              <a:buNone/>
            </a:pPr>
            <a:r>
              <a:rPr lang="en-IN" dirty="0">
                <a:solidFill>
                  <a:schemeClr val="tx1"/>
                </a:solidFill>
                <a:latin typeface="Arial" panose="020B0604020202020204" pitchFamily="34" charset="0"/>
                <a:cs typeface="Arial" panose="020B0604020202020204" pitchFamily="34" charset="0"/>
              </a:rPr>
              <a:t>1. Financial Forecasting and Planning. </a:t>
            </a:r>
          </a:p>
          <a:p>
            <a:pPr marL="0" indent="0">
              <a:buNone/>
            </a:pPr>
            <a:r>
              <a:rPr lang="en-IN" dirty="0">
                <a:solidFill>
                  <a:schemeClr val="tx1"/>
                </a:solidFill>
                <a:latin typeface="Arial" panose="020B0604020202020204" pitchFamily="34" charset="0"/>
                <a:cs typeface="Arial" panose="020B0604020202020204" pitchFamily="34" charset="0"/>
              </a:rPr>
              <a:t>2. Acquisition of Funds.</a:t>
            </a:r>
          </a:p>
          <a:p>
            <a:pPr marL="0" indent="0">
              <a:buNone/>
            </a:pPr>
            <a:r>
              <a:rPr lang="en-IN" dirty="0">
                <a:solidFill>
                  <a:schemeClr val="tx1"/>
                </a:solidFill>
                <a:latin typeface="Arial" panose="020B0604020202020204" pitchFamily="34" charset="0"/>
                <a:cs typeface="Arial" panose="020B0604020202020204" pitchFamily="34" charset="0"/>
              </a:rPr>
              <a:t>3. Investment of Funds. </a:t>
            </a:r>
          </a:p>
          <a:p>
            <a:pPr marL="0" indent="0">
              <a:buNone/>
            </a:pPr>
            <a:r>
              <a:rPr lang="en-IN" dirty="0">
                <a:solidFill>
                  <a:schemeClr val="tx1"/>
                </a:solidFill>
                <a:latin typeface="Arial" panose="020B0604020202020204" pitchFamily="34" charset="0"/>
                <a:cs typeface="Arial" panose="020B0604020202020204" pitchFamily="34" charset="0"/>
              </a:rPr>
              <a:t>4. Helping in Valuation Decisions. </a:t>
            </a:r>
          </a:p>
          <a:p>
            <a:pPr marL="0" indent="0">
              <a:buNone/>
            </a:pPr>
            <a:r>
              <a:rPr lang="en-IN" dirty="0">
                <a:solidFill>
                  <a:schemeClr val="tx1"/>
                </a:solidFill>
                <a:latin typeface="Arial" panose="020B0604020202020204" pitchFamily="34" charset="0"/>
                <a:cs typeface="Arial" panose="020B0604020202020204" pitchFamily="34" charset="0"/>
              </a:rPr>
              <a:t>5. Maintain Proper Liquidity. </a:t>
            </a:r>
          </a:p>
          <a:p>
            <a:pPr marL="0" indent="0">
              <a:buNone/>
            </a:pPr>
            <a:r>
              <a:rPr lang="en-IN" dirty="0">
                <a:solidFill>
                  <a:schemeClr val="tx1"/>
                </a:solidFill>
                <a:latin typeface="Arial" panose="020B0604020202020204" pitchFamily="34" charset="0"/>
                <a:cs typeface="Arial" panose="020B0604020202020204" pitchFamily="34" charset="0"/>
              </a:rPr>
              <a:t>6. Management of Cash, Receivables and Inventory. </a:t>
            </a:r>
          </a:p>
          <a:p>
            <a:pPr marL="0" indent="0">
              <a:buNone/>
            </a:pPr>
            <a:r>
              <a:rPr lang="en-IN" dirty="0">
                <a:solidFill>
                  <a:schemeClr val="tx1"/>
                </a:solidFill>
                <a:latin typeface="Arial" panose="020B0604020202020204" pitchFamily="34" charset="0"/>
                <a:cs typeface="Arial" panose="020B0604020202020204" pitchFamily="34" charset="0"/>
              </a:rPr>
              <a:t>7. Disposal of Surplus. </a:t>
            </a:r>
          </a:p>
          <a:p>
            <a:pPr marL="0" indent="0">
              <a:buNone/>
            </a:pPr>
            <a:r>
              <a:rPr lang="en-IN" dirty="0">
                <a:solidFill>
                  <a:schemeClr val="tx1"/>
                </a:solidFill>
                <a:latin typeface="Arial" panose="020B0604020202020204" pitchFamily="34" charset="0"/>
                <a:cs typeface="Arial" panose="020B0604020202020204" pitchFamily="34" charset="0"/>
              </a:rPr>
              <a:t>8. Performance Evaluation and Financial Control. </a:t>
            </a:r>
          </a:p>
          <a:p>
            <a:pPr marL="0" indent="0">
              <a:buNone/>
            </a:pPr>
            <a:r>
              <a:rPr lang="en-IN" dirty="0">
                <a:solidFill>
                  <a:schemeClr val="tx1"/>
                </a:solidFill>
                <a:latin typeface="Arial" panose="020B0604020202020204" pitchFamily="34" charset="0"/>
                <a:cs typeface="Arial" panose="020B0604020202020204" pitchFamily="34" charset="0"/>
              </a:rPr>
              <a:t>9. Tax Planning. </a:t>
            </a:r>
          </a:p>
        </p:txBody>
      </p:sp>
    </p:spTree>
    <p:extLst>
      <p:ext uri="{BB962C8B-B14F-4D97-AF65-F5344CB8AC3E}">
        <p14:creationId xmlns:p14="http://schemas.microsoft.com/office/powerpoint/2010/main" val="3035401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002060"/>
                </a:solidFill>
                <a:latin typeface="Arial" panose="020B0604020202020204" pitchFamily="34" charset="0"/>
                <a:cs typeface="Arial" panose="020B0604020202020204" pitchFamily="34" charset="0"/>
              </a:rPr>
              <a:t>Interface of Financial Management with other functional areas :</a:t>
            </a:r>
            <a:endParaRPr lang="en-IN" dirty="0">
              <a:solidFill>
                <a:srgbClr val="002060"/>
              </a:solidFill>
              <a:latin typeface="Arial" panose="020B0604020202020204" pitchFamily="34" charset="0"/>
              <a:cs typeface="Arial" panose="020B0604020202020204"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577508775"/>
              </p:ext>
            </p:extLst>
          </p:nvPr>
        </p:nvGraphicFramePr>
        <p:xfrm>
          <a:off x="677862" y="1612670"/>
          <a:ext cx="9338973" cy="44293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0979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rot="16200000">
            <a:off x="2926080" y="-2103120"/>
            <a:ext cx="6101542" cy="1090629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244287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677863" y="473075"/>
          <a:ext cx="10785475" cy="5568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9120053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32</TotalTime>
  <Words>391</Words>
  <Application>Microsoft Office PowerPoint</Application>
  <PresentationFormat>Widescreen</PresentationFormat>
  <Paragraphs>82</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Facet</vt:lpstr>
      <vt:lpstr>FINANCIAL MANAGEMENT</vt:lpstr>
      <vt:lpstr>Introduction           Financial Management: Meaning and scope- objectives of Financial Management-role and functions of finance managers. Interface of Financial Management with other functional areas.   Indian Financial System: Structure-types-Financial markets- Financial Instruments -Financial institutions and financial services- Non-Banking Financial Companies (NBFCs).   Emerging areas in Financial Management: Risk Management- Behavioural Finance- Financial Engineering- Derivatives (Theory).</vt:lpstr>
      <vt:lpstr>MEANING AND DEFINITION : </vt:lpstr>
      <vt:lpstr>SCOPE OR CONTENT OF FINANCE FUNCTION/FINANCIAL MANAGEMENT : </vt:lpstr>
      <vt:lpstr>NATURE OF FINANCIAL MANAGEMENT : </vt:lpstr>
      <vt:lpstr>PowerPoint Presentation</vt:lpstr>
      <vt:lpstr>ROLE OR FUNCTIONS OF FINANCE MANAGER : </vt:lpstr>
      <vt:lpstr>Interface of Financial Management with other functional areas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MANAGEMENT</dc:title>
  <dc:creator>Admin</dc:creator>
  <cp:lastModifiedBy>LAXMAN APPUGOL</cp:lastModifiedBy>
  <cp:revision>5</cp:revision>
  <dcterms:created xsi:type="dcterms:W3CDTF">2026-04-12T16:20:22Z</dcterms:created>
  <dcterms:modified xsi:type="dcterms:W3CDTF">2026-04-13T03:37:50Z</dcterms:modified>
</cp:coreProperties>
</file>