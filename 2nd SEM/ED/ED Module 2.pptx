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46"/>
  </p:notesMasterIdLst>
  <p:sldIdLst>
    <p:sldId id="314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  <p:sldId id="337" r:id="rId22"/>
    <p:sldId id="339" r:id="rId23"/>
    <p:sldId id="340" r:id="rId24"/>
    <p:sldId id="341" r:id="rId25"/>
    <p:sldId id="256" r:id="rId26"/>
    <p:sldId id="354" r:id="rId27"/>
    <p:sldId id="355" r:id="rId28"/>
    <p:sldId id="356" r:id="rId29"/>
    <p:sldId id="357" r:id="rId30"/>
    <p:sldId id="358" r:id="rId31"/>
    <p:sldId id="26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63" r:id="rId40"/>
    <p:sldId id="264" r:id="rId41"/>
    <p:sldId id="313" r:id="rId42"/>
    <p:sldId id="312" r:id="rId43"/>
    <p:sldId id="350" r:id="rId44"/>
    <p:sldId id="286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2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F6004F-C93F-494C-93F1-6FD2E81A4691}" type="doc">
      <dgm:prSet loTypeId="urn:microsoft.com/office/officeart/2005/8/layout/list1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7778C71-9D34-45E4-8A40-67E4DB92443C}">
      <dgm:prSet phldrT="[Text]" custT="1"/>
      <dgm:spPr/>
      <dgm:t>
        <a:bodyPr/>
        <a:lstStyle/>
        <a:p>
          <a:r>
            <a:rPr lang="en-US" sz="2800" dirty="0" smtClean="0">
              <a:latin typeface="Times New Roman" pitchFamily="18" charset="0"/>
              <a:cs typeface="Times New Roman" pitchFamily="18" charset="0"/>
            </a:rPr>
            <a:t>Getting an integrated view of business</a:t>
          </a:r>
          <a:r>
            <a:rPr lang="en-US" sz="32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en-US" sz="3200" dirty="0">
            <a:latin typeface="Times New Roman" pitchFamily="18" charset="0"/>
            <a:cs typeface="Times New Roman" pitchFamily="18" charset="0"/>
          </a:endParaRPr>
        </a:p>
      </dgm:t>
    </dgm:pt>
    <dgm:pt modelId="{0CC446D2-DEBB-48AD-A46D-0444B6C1F902}" type="parTrans" cxnId="{1BC75EE6-9A34-4110-9B89-E62097230D50}">
      <dgm:prSet/>
      <dgm:spPr/>
      <dgm:t>
        <a:bodyPr/>
        <a:lstStyle/>
        <a:p>
          <a:endParaRPr lang="en-US"/>
        </a:p>
      </dgm:t>
    </dgm:pt>
    <dgm:pt modelId="{D4BD6B47-A48D-4CDF-ADAB-07E0441FF799}" type="sibTrans" cxnId="{1BC75EE6-9A34-4110-9B89-E62097230D50}">
      <dgm:prSet/>
      <dgm:spPr/>
      <dgm:t>
        <a:bodyPr/>
        <a:lstStyle/>
        <a:p>
          <a:endParaRPr lang="en-US"/>
        </a:p>
      </dgm:t>
    </dgm:pt>
    <dgm:pt modelId="{48DE7992-0450-4EA3-AE57-EA70C4D2FBBD}">
      <dgm:prSet phldrT="[Text]" custT="1"/>
      <dgm:spPr/>
      <dgm:t>
        <a:bodyPr/>
        <a:lstStyle/>
        <a:p>
          <a:r>
            <a:rPr lang="en-US" sz="2400" dirty="0" smtClean="0">
              <a:latin typeface="Times New Roman" pitchFamily="18" charset="0"/>
              <a:cs typeface="Times New Roman" pitchFamily="18" charset="0"/>
            </a:rPr>
            <a:t>Mutual understanding within the management team.</a:t>
          </a:r>
          <a:endParaRPr lang="en-US" sz="2400" dirty="0">
            <a:latin typeface="Times New Roman" pitchFamily="18" charset="0"/>
            <a:cs typeface="Times New Roman" pitchFamily="18" charset="0"/>
          </a:endParaRPr>
        </a:p>
      </dgm:t>
    </dgm:pt>
    <dgm:pt modelId="{3A2ED9AF-612C-46CE-B422-9FDD7A2D217A}" type="parTrans" cxnId="{062E2D98-AD3C-488C-9AE3-F5D238CABAEE}">
      <dgm:prSet/>
      <dgm:spPr/>
      <dgm:t>
        <a:bodyPr/>
        <a:lstStyle/>
        <a:p>
          <a:endParaRPr lang="en-US"/>
        </a:p>
      </dgm:t>
    </dgm:pt>
    <dgm:pt modelId="{70527570-58B5-4E65-8834-C6924D8054C2}" type="sibTrans" cxnId="{062E2D98-AD3C-488C-9AE3-F5D238CABAEE}">
      <dgm:prSet/>
      <dgm:spPr/>
      <dgm:t>
        <a:bodyPr/>
        <a:lstStyle/>
        <a:p>
          <a:endParaRPr lang="en-US"/>
        </a:p>
      </dgm:t>
    </dgm:pt>
    <dgm:pt modelId="{2A1FEEA4-0AB2-47BF-BFCD-8603D1ADD2FF}">
      <dgm:prSet phldrT="[Text]" custT="1"/>
      <dgm:spPr/>
      <dgm:t>
        <a:bodyPr/>
        <a:lstStyle/>
        <a:p>
          <a:r>
            <a:rPr lang="en-US" sz="2800" dirty="0" smtClean="0">
              <a:latin typeface="Times New Roman" pitchFamily="18" charset="0"/>
              <a:cs typeface="Times New Roman" pitchFamily="18" charset="0"/>
            </a:rPr>
            <a:t>Determining financial needs and applying for fund.</a:t>
          </a:r>
          <a:endParaRPr lang="en-US" sz="2800" dirty="0">
            <a:latin typeface="Times New Roman" pitchFamily="18" charset="0"/>
            <a:cs typeface="Times New Roman" pitchFamily="18" charset="0"/>
          </a:endParaRPr>
        </a:p>
      </dgm:t>
    </dgm:pt>
    <dgm:pt modelId="{D4E1310D-F85C-4381-9631-ACAB2C5065A1}" type="parTrans" cxnId="{6A068C37-C289-47EC-853D-4BCDA7FBD03E}">
      <dgm:prSet/>
      <dgm:spPr/>
      <dgm:t>
        <a:bodyPr/>
        <a:lstStyle/>
        <a:p>
          <a:endParaRPr lang="en-US"/>
        </a:p>
      </dgm:t>
    </dgm:pt>
    <dgm:pt modelId="{5B33876B-254B-4C1F-ACDF-1BA1F18C5709}" type="sibTrans" cxnId="{6A068C37-C289-47EC-853D-4BCDA7FBD03E}">
      <dgm:prSet/>
      <dgm:spPr/>
      <dgm:t>
        <a:bodyPr/>
        <a:lstStyle/>
        <a:p>
          <a:endParaRPr lang="en-US"/>
        </a:p>
      </dgm:t>
    </dgm:pt>
    <dgm:pt modelId="{B3811F5E-8C5E-41F1-862B-E4A55B3683BB}" type="pres">
      <dgm:prSet presAssocID="{27F6004F-C93F-494C-93F1-6FD2E81A469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C029BDF-5D25-437C-BF1F-85C88C7CAE16}" type="pres">
      <dgm:prSet presAssocID="{F7778C71-9D34-45E4-8A40-67E4DB92443C}" presName="parentLin" presStyleCnt="0"/>
      <dgm:spPr/>
    </dgm:pt>
    <dgm:pt modelId="{D140C22B-1F3F-420E-97D8-1B2168C603B7}" type="pres">
      <dgm:prSet presAssocID="{F7778C71-9D34-45E4-8A40-67E4DB92443C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3393D0A6-BB2A-4E84-A796-A8BA0386B2E4}" type="pres">
      <dgm:prSet presAssocID="{F7778C71-9D34-45E4-8A40-67E4DB92443C}" presName="parentText" presStyleLbl="node1" presStyleIdx="0" presStyleCnt="3" custScaleX="12769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7E7F334-E0EE-4CBA-86B1-8D3A696880F6}" type="pres">
      <dgm:prSet presAssocID="{F7778C71-9D34-45E4-8A40-67E4DB92443C}" presName="negativeSpace" presStyleCnt="0"/>
      <dgm:spPr/>
    </dgm:pt>
    <dgm:pt modelId="{B0B70D40-803D-40B5-A5B4-BB23C562D411}" type="pres">
      <dgm:prSet presAssocID="{F7778C71-9D34-45E4-8A40-67E4DB92443C}" presName="childText" presStyleLbl="conFgAcc1" presStyleIdx="0" presStyleCnt="3">
        <dgm:presLayoutVars>
          <dgm:bulletEnabled val="1"/>
        </dgm:presLayoutVars>
      </dgm:prSet>
      <dgm:spPr/>
    </dgm:pt>
    <dgm:pt modelId="{0EBE12E8-9308-4383-80DE-AFA9AF502D78}" type="pres">
      <dgm:prSet presAssocID="{D4BD6B47-A48D-4CDF-ADAB-07E0441FF799}" presName="spaceBetweenRectangles" presStyleCnt="0"/>
      <dgm:spPr/>
    </dgm:pt>
    <dgm:pt modelId="{919B0DAC-D3E4-46BD-8A39-58142FDCB2D2}" type="pres">
      <dgm:prSet presAssocID="{48DE7992-0450-4EA3-AE57-EA70C4D2FBBD}" presName="parentLin" presStyleCnt="0"/>
      <dgm:spPr/>
    </dgm:pt>
    <dgm:pt modelId="{97E0D084-F72C-4926-8B7C-F3BBE44A4B86}" type="pres">
      <dgm:prSet presAssocID="{48DE7992-0450-4EA3-AE57-EA70C4D2FBB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A39E7C08-4434-4316-ACB6-744A4CC4DD8E}" type="pres">
      <dgm:prSet presAssocID="{48DE7992-0450-4EA3-AE57-EA70C4D2FBBD}" presName="parentText" presStyleLbl="node1" presStyleIdx="1" presStyleCnt="3" custScaleX="12937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9557C5-0F71-47D0-9C5A-125E5241036A}" type="pres">
      <dgm:prSet presAssocID="{48DE7992-0450-4EA3-AE57-EA70C4D2FBBD}" presName="negativeSpace" presStyleCnt="0"/>
      <dgm:spPr/>
    </dgm:pt>
    <dgm:pt modelId="{143CEA0B-48D6-40DC-B092-FEBF6BE2FA70}" type="pres">
      <dgm:prSet presAssocID="{48DE7992-0450-4EA3-AE57-EA70C4D2FBBD}" presName="childText" presStyleLbl="conFgAcc1" presStyleIdx="1" presStyleCnt="3">
        <dgm:presLayoutVars>
          <dgm:bulletEnabled val="1"/>
        </dgm:presLayoutVars>
      </dgm:prSet>
      <dgm:spPr/>
    </dgm:pt>
    <dgm:pt modelId="{EF68423E-9058-43C6-A1DC-4A001A133211}" type="pres">
      <dgm:prSet presAssocID="{70527570-58B5-4E65-8834-C6924D8054C2}" presName="spaceBetweenRectangles" presStyleCnt="0"/>
      <dgm:spPr/>
    </dgm:pt>
    <dgm:pt modelId="{DC33B7E5-6FA3-4AEB-BE91-32571233D9B0}" type="pres">
      <dgm:prSet presAssocID="{2A1FEEA4-0AB2-47BF-BFCD-8603D1ADD2FF}" presName="parentLin" presStyleCnt="0"/>
      <dgm:spPr/>
    </dgm:pt>
    <dgm:pt modelId="{95BC28A7-9957-466E-989F-D2496A75F677}" type="pres">
      <dgm:prSet presAssocID="{2A1FEEA4-0AB2-47BF-BFCD-8603D1ADD2FF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805C7CD1-D4D2-4C70-818D-F0C8565092A3}" type="pres">
      <dgm:prSet presAssocID="{2A1FEEA4-0AB2-47BF-BFCD-8603D1ADD2FF}" presName="parentText" presStyleLbl="node1" presStyleIdx="2" presStyleCnt="3" custScaleX="12455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26CF80-E611-4838-864C-78FC2FD2FFE3}" type="pres">
      <dgm:prSet presAssocID="{2A1FEEA4-0AB2-47BF-BFCD-8603D1ADD2FF}" presName="negativeSpace" presStyleCnt="0"/>
      <dgm:spPr/>
    </dgm:pt>
    <dgm:pt modelId="{196CECBE-214D-472B-9122-A865D0CF3E82}" type="pres">
      <dgm:prSet presAssocID="{2A1FEEA4-0AB2-47BF-BFCD-8603D1ADD2F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8E61961-829B-448F-A2E6-BEC8EA858721}" type="presOf" srcId="{2A1FEEA4-0AB2-47BF-BFCD-8603D1ADD2FF}" destId="{805C7CD1-D4D2-4C70-818D-F0C8565092A3}" srcOrd="1" destOrd="0" presId="urn:microsoft.com/office/officeart/2005/8/layout/list1"/>
    <dgm:cxn modelId="{52EA7C3C-161A-4DCB-B6DF-6EB65EB53669}" type="presOf" srcId="{2A1FEEA4-0AB2-47BF-BFCD-8603D1ADD2FF}" destId="{95BC28A7-9957-466E-989F-D2496A75F677}" srcOrd="0" destOrd="0" presId="urn:microsoft.com/office/officeart/2005/8/layout/list1"/>
    <dgm:cxn modelId="{9878F675-A733-4199-9A1C-2B2D70B9D7DC}" type="presOf" srcId="{48DE7992-0450-4EA3-AE57-EA70C4D2FBBD}" destId="{A39E7C08-4434-4316-ACB6-744A4CC4DD8E}" srcOrd="1" destOrd="0" presId="urn:microsoft.com/office/officeart/2005/8/layout/list1"/>
    <dgm:cxn modelId="{1BC75EE6-9A34-4110-9B89-E62097230D50}" srcId="{27F6004F-C93F-494C-93F1-6FD2E81A4691}" destId="{F7778C71-9D34-45E4-8A40-67E4DB92443C}" srcOrd="0" destOrd="0" parTransId="{0CC446D2-DEBB-48AD-A46D-0444B6C1F902}" sibTransId="{D4BD6B47-A48D-4CDF-ADAB-07E0441FF799}"/>
    <dgm:cxn modelId="{21EF607B-A9F3-4B06-ADC3-65461DED06F3}" type="presOf" srcId="{F7778C71-9D34-45E4-8A40-67E4DB92443C}" destId="{3393D0A6-BB2A-4E84-A796-A8BA0386B2E4}" srcOrd="1" destOrd="0" presId="urn:microsoft.com/office/officeart/2005/8/layout/list1"/>
    <dgm:cxn modelId="{64C0AE93-B242-4DFD-83EB-070E6A03BF93}" type="presOf" srcId="{27F6004F-C93F-494C-93F1-6FD2E81A4691}" destId="{B3811F5E-8C5E-41F1-862B-E4A55B3683BB}" srcOrd="0" destOrd="0" presId="urn:microsoft.com/office/officeart/2005/8/layout/list1"/>
    <dgm:cxn modelId="{6A068C37-C289-47EC-853D-4BCDA7FBD03E}" srcId="{27F6004F-C93F-494C-93F1-6FD2E81A4691}" destId="{2A1FEEA4-0AB2-47BF-BFCD-8603D1ADD2FF}" srcOrd="2" destOrd="0" parTransId="{D4E1310D-F85C-4381-9631-ACAB2C5065A1}" sibTransId="{5B33876B-254B-4C1F-ACDF-1BA1F18C5709}"/>
    <dgm:cxn modelId="{062E2D98-AD3C-488C-9AE3-F5D238CABAEE}" srcId="{27F6004F-C93F-494C-93F1-6FD2E81A4691}" destId="{48DE7992-0450-4EA3-AE57-EA70C4D2FBBD}" srcOrd="1" destOrd="0" parTransId="{3A2ED9AF-612C-46CE-B422-9FDD7A2D217A}" sibTransId="{70527570-58B5-4E65-8834-C6924D8054C2}"/>
    <dgm:cxn modelId="{68FA8AE7-6E7C-480F-B29D-87BE033F5A01}" type="presOf" srcId="{F7778C71-9D34-45E4-8A40-67E4DB92443C}" destId="{D140C22B-1F3F-420E-97D8-1B2168C603B7}" srcOrd="0" destOrd="0" presId="urn:microsoft.com/office/officeart/2005/8/layout/list1"/>
    <dgm:cxn modelId="{6C4AAF0A-7465-4873-936B-405548C06E38}" type="presOf" srcId="{48DE7992-0450-4EA3-AE57-EA70C4D2FBBD}" destId="{97E0D084-F72C-4926-8B7C-F3BBE44A4B86}" srcOrd="0" destOrd="0" presId="urn:microsoft.com/office/officeart/2005/8/layout/list1"/>
    <dgm:cxn modelId="{374EC9A4-62A9-4492-B958-3FDA9C2AFCDD}" type="presParOf" srcId="{B3811F5E-8C5E-41F1-862B-E4A55B3683BB}" destId="{EC029BDF-5D25-437C-BF1F-85C88C7CAE16}" srcOrd="0" destOrd="0" presId="urn:microsoft.com/office/officeart/2005/8/layout/list1"/>
    <dgm:cxn modelId="{CE183F17-44A2-4FB5-BABF-B5075A0F4517}" type="presParOf" srcId="{EC029BDF-5D25-437C-BF1F-85C88C7CAE16}" destId="{D140C22B-1F3F-420E-97D8-1B2168C603B7}" srcOrd="0" destOrd="0" presId="urn:microsoft.com/office/officeart/2005/8/layout/list1"/>
    <dgm:cxn modelId="{0B6AC5A3-41EC-4FBD-AADA-75C587A7AE5B}" type="presParOf" srcId="{EC029BDF-5D25-437C-BF1F-85C88C7CAE16}" destId="{3393D0A6-BB2A-4E84-A796-A8BA0386B2E4}" srcOrd="1" destOrd="0" presId="urn:microsoft.com/office/officeart/2005/8/layout/list1"/>
    <dgm:cxn modelId="{3018AFD5-FF6D-4F68-A23F-069DAE22B317}" type="presParOf" srcId="{B3811F5E-8C5E-41F1-862B-E4A55B3683BB}" destId="{B7E7F334-E0EE-4CBA-86B1-8D3A696880F6}" srcOrd="1" destOrd="0" presId="urn:microsoft.com/office/officeart/2005/8/layout/list1"/>
    <dgm:cxn modelId="{47F42341-E932-4320-B387-7D0F7BB2D18C}" type="presParOf" srcId="{B3811F5E-8C5E-41F1-862B-E4A55B3683BB}" destId="{B0B70D40-803D-40B5-A5B4-BB23C562D411}" srcOrd="2" destOrd="0" presId="urn:microsoft.com/office/officeart/2005/8/layout/list1"/>
    <dgm:cxn modelId="{8805E217-6D9F-42BB-BA2A-30C6E8C99FD4}" type="presParOf" srcId="{B3811F5E-8C5E-41F1-862B-E4A55B3683BB}" destId="{0EBE12E8-9308-4383-80DE-AFA9AF502D78}" srcOrd="3" destOrd="0" presId="urn:microsoft.com/office/officeart/2005/8/layout/list1"/>
    <dgm:cxn modelId="{39474936-ADD1-4A1E-9FBE-B1D11855DB85}" type="presParOf" srcId="{B3811F5E-8C5E-41F1-862B-E4A55B3683BB}" destId="{919B0DAC-D3E4-46BD-8A39-58142FDCB2D2}" srcOrd="4" destOrd="0" presId="urn:microsoft.com/office/officeart/2005/8/layout/list1"/>
    <dgm:cxn modelId="{33B0EA7F-68A7-4E44-9A94-ACC6E0D36D9B}" type="presParOf" srcId="{919B0DAC-D3E4-46BD-8A39-58142FDCB2D2}" destId="{97E0D084-F72C-4926-8B7C-F3BBE44A4B86}" srcOrd="0" destOrd="0" presId="urn:microsoft.com/office/officeart/2005/8/layout/list1"/>
    <dgm:cxn modelId="{C023BF17-B0EE-43AD-A794-79594D0AB5FC}" type="presParOf" srcId="{919B0DAC-D3E4-46BD-8A39-58142FDCB2D2}" destId="{A39E7C08-4434-4316-ACB6-744A4CC4DD8E}" srcOrd="1" destOrd="0" presId="urn:microsoft.com/office/officeart/2005/8/layout/list1"/>
    <dgm:cxn modelId="{D46D5DE6-5528-4774-9AB1-01B389E413B1}" type="presParOf" srcId="{B3811F5E-8C5E-41F1-862B-E4A55B3683BB}" destId="{929557C5-0F71-47D0-9C5A-125E5241036A}" srcOrd="5" destOrd="0" presId="urn:microsoft.com/office/officeart/2005/8/layout/list1"/>
    <dgm:cxn modelId="{F4DD4839-E6E3-434F-82C5-5A97B86936D5}" type="presParOf" srcId="{B3811F5E-8C5E-41F1-862B-E4A55B3683BB}" destId="{143CEA0B-48D6-40DC-B092-FEBF6BE2FA70}" srcOrd="6" destOrd="0" presId="urn:microsoft.com/office/officeart/2005/8/layout/list1"/>
    <dgm:cxn modelId="{268BE0B8-3B44-4576-BDC6-1223D8A30813}" type="presParOf" srcId="{B3811F5E-8C5E-41F1-862B-E4A55B3683BB}" destId="{EF68423E-9058-43C6-A1DC-4A001A133211}" srcOrd="7" destOrd="0" presId="urn:microsoft.com/office/officeart/2005/8/layout/list1"/>
    <dgm:cxn modelId="{613A4621-263D-429A-AD55-8A5EA9B5085E}" type="presParOf" srcId="{B3811F5E-8C5E-41F1-862B-E4A55B3683BB}" destId="{DC33B7E5-6FA3-4AEB-BE91-32571233D9B0}" srcOrd="8" destOrd="0" presId="urn:microsoft.com/office/officeart/2005/8/layout/list1"/>
    <dgm:cxn modelId="{265C644F-7559-4BF2-8A59-DEA3B18C5BDF}" type="presParOf" srcId="{DC33B7E5-6FA3-4AEB-BE91-32571233D9B0}" destId="{95BC28A7-9957-466E-989F-D2496A75F677}" srcOrd="0" destOrd="0" presId="urn:microsoft.com/office/officeart/2005/8/layout/list1"/>
    <dgm:cxn modelId="{208D4DAA-3DD3-4C61-9A69-217D27AF99AC}" type="presParOf" srcId="{DC33B7E5-6FA3-4AEB-BE91-32571233D9B0}" destId="{805C7CD1-D4D2-4C70-818D-F0C8565092A3}" srcOrd="1" destOrd="0" presId="urn:microsoft.com/office/officeart/2005/8/layout/list1"/>
    <dgm:cxn modelId="{B866CA9B-DFF4-49B9-9B86-2A80B81A89D8}" type="presParOf" srcId="{B3811F5E-8C5E-41F1-862B-E4A55B3683BB}" destId="{5726CF80-E611-4838-864C-78FC2FD2FFE3}" srcOrd="9" destOrd="0" presId="urn:microsoft.com/office/officeart/2005/8/layout/list1"/>
    <dgm:cxn modelId="{048663C3-7C35-449C-917F-F7C2AE7B175A}" type="presParOf" srcId="{B3811F5E-8C5E-41F1-862B-E4A55B3683BB}" destId="{196CECBE-214D-472B-9122-A865D0CF3E8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14B191-31E5-4D34-A954-56FDD3BDC404}" type="doc">
      <dgm:prSet loTypeId="urn:microsoft.com/office/officeart/2005/8/layout/list1" loCatId="list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70F451F6-8BCF-402A-9071-F2866678C6DF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Approval from board of director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C5669C53-5528-475D-B151-423D74F3F9E5}" type="parTrans" cxnId="{D87FD103-1549-4858-A9CF-15020ED8DF98}">
      <dgm:prSet/>
      <dgm:spPr/>
      <dgm:t>
        <a:bodyPr/>
        <a:lstStyle/>
        <a:p>
          <a:endParaRPr lang="en-US"/>
        </a:p>
      </dgm:t>
    </dgm:pt>
    <dgm:pt modelId="{A199C1CC-8D22-4A39-86B6-9341E98F8B79}" type="sibTrans" cxnId="{D87FD103-1549-4858-A9CF-15020ED8DF98}">
      <dgm:prSet/>
      <dgm:spPr/>
      <dgm:t>
        <a:bodyPr/>
        <a:lstStyle/>
        <a:p>
          <a:endParaRPr lang="en-US"/>
        </a:p>
      </dgm:t>
    </dgm:pt>
    <dgm:pt modelId="{4BCF8BA0-873C-4B29-8149-B55907F5D976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Informing lender 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A5C5E566-8757-4A1E-9AC2-831648D1A36B}" type="parTrans" cxnId="{2EC7D732-2DEC-4196-8D59-1E8B88C8C4E0}">
      <dgm:prSet/>
      <dgm:spPr/>
      <dgm:t>
        <a:bodyPr/>
        <a:lstStyle/>
        <a:p>
          <a:endParaRPr lang="en-US"/>
        </a:p>
      </dgm:t>
    </dgm:pt>
    <dgm:pt modelId="{BDA856F6-BA81-4E1F-B850-3C8A4F459AEF}" type="sibTrans" cxnId="{2EC7D732-2DEC-4196-8D59-1E8B88C8C4E0}">
      <dgm:prSet/>
      <dgm:spPr/>
      <dgm:t>
        <a:bodyPr/>
        <a:lstStyle/>
        <a:p>
          <a:endParaRPr lang="en-US"/>
        </a:p>
      </dgm:t>
    </dgm:pt>
    <dgm:pt modelId="{B5B8B329-14B1-4ABD-A6F7-E6F14B353BEA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Informing partner</a:t>
          </a:r>
          <a:endParaRPr lang="en-US" dirty="0">
            <a:latin typeface="Times New Roman" pitchFamily="18" charset="0"/>
            <a:cs typeface="Times New Roman" pitchFamily="18" charset="0"/>
          </a:endParaRPr>
        </a:p>
      </dgm:t>
    </dgm:pt>
    <dgm:pt modelId="{0BF20E98-598A-43E8-B1D4-CBFB0CD795EE}" type="parTrans" cxnId="{E03833C1-B7E4-4CF3-90F7-65ABEF176732}">
      <dgm:prSet/>
      <dgm:spPr/>
      <dgm:t>
        <a:bodyPr/>
        <a:lstStyle/>
        <a:p>
          <a:endParaRPr lang="en-US"/>
        </a:p>
      </dgm:t>
    </dgm:pt>
    <dgm:pt modelId="{C6DF4F9E-004C-4D4E-A744-0E8A41DA8C5B}" type="sibTrans" cxnId="{E03833C1-B7E4-4CF3-90F7-65ABEF176732}">
      <dgm:prSet/>
      <dgm:spPr/>
      <dgm:t>
        <a:bodyPr/>
        <a:lstStyle/>
        <a:p>
          <a:endParaRPr lang="en-US"/>
        </a:p>
      </dgm:t>
    </dgm:pt>
    <dgm:pt modelId="{2C852ABD-F22E-434F-BB36-8FBDEC64E5D4}">
      <dgm:prSet/>
      <dgm:spPr/>
      <dgm:t>
        <a:bodyPr/>
        <a:lstStyle/>
        <a:p>
          <a:endParaRPr lang="en-US" dirty="0"/>
        </a:p>
      </dgm:t>
    </dgm:pt>
    <dgm:pt modelId="{F54B163C-0D33-42B6-823C-829BC3E0C139}" type="parTrans" cxnId="{B55EFE47-7817-4985-A1DC-EE4B18AA427B}">
      <dgm:prSet/>
      <dgm:spPr/>
    </dgm:pt>
    <dgm:pt modelId="{BF847BF1-4B65-4DF2-B3E9-E229263A29EB}" type="sibTrans" cxnId="{B55EFE47-7817-4985-A1DC-EE4B18AA427B}">
      <dgm:prSet/>
      <dgm:spPr/>
    </dgm:pt>
    <dgm:pt modelId="{86B874C5-2BFB-48C0-8654-E229E30AEE19}" type="pres">
      <dgm:prSet presAssocID="{E314B191-31E5-4D34-A954-56FDD3BDC404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78B2DA3-C1F9-46EF-A5E6-737A52664F4F}" type="pres">
      <dgm:prSet presAssocID="{70F451F6-8BCF-402A-9071-F2866678C6DF}" presName="parentLin" presStyleCnt="0"/>
      <dgm:spPr/>
    </dgm:pt>
    <dgm:pt modelId="{AAA29BE2-4387-406A-8811-A9A51EFF638F}" type="pres">
      <dgm:prSet presAssocID="{70F451F6-8BCF-402A-9071-F2866678C6DF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3A8AF2F-ACF2-450E-9FA7-1FCF6C802EBA}" type="pres">
      <dgm:prSet presAssocID="{70F451F6-8BCF-402A-9071-F2866678C6DF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A02842-CC91-4736-88BA-7DE8ABB83924}" type="pres">
      <dgm:prSet presAssocID="{70F451F6-8BCF-402A-9071-F2866678C6DF}" presName="negativeSpace" presStyleCnt="0"/>
      <dgm:spPr/>
    </dgm:pt>
    <dgm:pt modelId="{40378B12-CC8E-4652-B827-6755A0ADF9E1}" type="pres">
      <dgm:prSet presAssocID="{70F451F6-8BCF-402A-9071-F2866678C6DF}" presName="childText" presStyleLbl="conFgAcc1" presStyleIdx="0" presStyleCnt="3">
        <dgm:presLayoutVars>
          <dgm:bulletEnabled val="1"/>
        </dgm:presLayoutVars>
      </dgm:prSet>
      <dgm:spPr/>
    </dgm:pt>
    <dgm:pt modelId="{DF09B1CD-E4AB-42A0-8930-227905AA51F5}" type="pres">
      <dgm:prSet presAssocID="{A199C1CC-8D22-4A39-86B6-9341E98F8B79}" presName="spaceBetweenRectangles" presStyleCnt="0"/>
      <dgm:spPr/>
    </dgm:pt>
    <dgm:pt modelId="{AB011A96-6E94-4F3D-B89E-BAA194ABA34A}" type="pres">
      <dgm:prSet presAssocID="{4BCF8BA0-873C-4B29-8149-B55907F5D976}" presName="parentLin" presStyleCnt="0"/>
      <dgm:spPr/>
    </dgm:pt>
    <dgm:pt modelId="{CC3DB433-D4B9-4F14-B67C-EB6181DA0D9C}" type="pres">
      <dgm:prSet presAssocID="{4BCF8BA0-873C-4B29-8149-B55907F5D976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B813CF8-DDEE-420D-B831-73F6D1CA6F21}" type="pres">
      <dgm:prSet presAssocID="{4BCF8BA0-873C-4B29-8149-B55907F5D976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E1898B-7771-4FDC-809A-5362F1DAC3B5}" type="pres">
      <dgm:prSet presAssocID="{4BCF8BA0-873C-4B29-8149-B55907F5D976}" presName="negativeSpace" presStyleCnt="0"/>
      <dgm:spPr/>
    </dgm:pt>
    <dgm:pt modelId="{BEAE2E04-5BE8-40DC-8935-820767301A7F}" type="pres">
      <dgm:prSet presAssocID="{4BCF8BA0-873C-4B29-8149-B55907F5D976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763D4F3-1493-4B9E-A01E-E9D8F88D912C}" type="pres">
      <dgm:prSet presAssocID="{BDA856F6-BA81-4E1F-B850-3C8A4F459AEF}" presName="spaceBetweenRectangles" presStyleCnt="0"/>
      <dgm:spPr/>
    </dgm:pt>
    <dgm:pt modelId="{E689A3A0-0644-423A-B8A7-3FCEF8FE00C5}" type="pres">
      <dgm:prSet presAssocID="{B5B8B329-14B1-4ABD-A6F7-E6F14B353BEA}" presName="parentLin" presStyleCnt="0"/>
      <dgm:spPr/>
    </dgm:pt>
    <dgm:pt modelId="{39028128-14E5-47F4-AEFD-912A50736702}" type="pres">
      <dgm:prSet presAssocID="{B5B8B329-14B1-4ABD-A6F7-E6F14B353BEA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0125D55A-463C-4D6E-9AE3-DEDCD5F6DFE5}" type="pres">
      <dgm:prSet presAssocID="{B5B8B329-14B1-4ABD-A6F7-E6F14B353BE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F2B5C8-E2A6-45BD-852F-889824791E2F}" type="pres">
      <dgm:prSet presAssocID="{B5B8B329-14B1-4ABD-A6F7-E6F14B353BEA}" presName="negativeSpace" presStyleCnt="0"/>
      <dgm:spPr/>
    </dgm:pt>
    <dgm:pt modelId="{AE02F34D-85A3-489B-AAB9-087588DE7202}" type="pres">
      <dgm:prSet presAssocID="{B5B8B329-14B1-4ABD-A6F7-E6F14B353BE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B767041A-20B9-46B2-806D-3CFEF68164BB}" type="presOf" srcId="{B5B8B329-14B1-4ABD-A6F7-E6F14B353BEA}" destId="{39028128-14E5-47F4-AEFD-912A50736702}" srcOrd="0" destOrd="0" presId="urn:microsoft.com/office/officeart/2005/8/layout/list1"/>
    <dgm:cxn modelId="{0E20F801-5E1C-40BA-8325-690E52F903DE}" type="presOf" srcId="{70F451F6-8BCF-402A-9071-F2866678C6DF}" destId="{AAA29BE2-4387-406A-8811-A9A51EFF638F}" srcOrd="0" destOrd="0" presId="urn:microsoft.com/office/officeart/2005/8/layout/list1"/>
    <dgm:cxn modelId="{B55EFE47-7817-4985-A1DC-EE4B18AA427B}" srcId="{4BCF8BA0-873C-4B29-8149-B55907F5D976}" destId="{2C852ABD-F22E-434F-BB36-8FBDEC64E5D4}" srcOrd="0" destOrd="0" parTransId="{F54B163C-0D33-42B6-823C-829BC3E0C139}" sibTransId="{BF847BF1-4B65-4DF2-B3E9-E229263A29EB}"/>
    <dgm:cxn modelId="{BB27DB07-CBAC-4820-8532-C7B0D44297C0}" type="presOf" srcId="{E314B191-31E5-4D34-A954-56FDD3BDC404}" destId="{86B874C5-2BFB-48C0-8654-E229E30AEE19}" srcOrd="0" destOrd="0" presId="urn:microsoft.com/office/officeart/2005/8/layout/list1"/>
    <dgm:cxn modelId="{6FCBE598-011A-4ADA-89A4-1F36F53E1542}" type="presOf" srcId="{4BCF8BA0-873C-4B29-8149-B55907F5D976}" destId="{9B813CF8-DDEE-420D-B831-73F6D1CA6F21}" srcOrd="1" destOrd="0" presId="urn:microsoft.com/office/officeart/2005/8/layout/list1"/>
    <dgm:cxn modelId="{A0D2152D-0FB5-4B08-9FDB-2042E741732A}" type="presOf" srcId="{2C852ABD-F22E-434F-BB36-8FBDEC64E5D4}" destId="{BEAE2E04-5BE8-40DC-8935-820767301A7F}" srcOrd="0" destOrd="0" presId="urn:microsoft.com/office/officeart/2005/8/layout/list1"/>
    <dgm:cxn modelId="{E03833C1-B7E4-4CF3-90F7-65ABEF176732}" srcId="{E314B191-31E5-4D34-A954-56FDD3BDC404}" destId="{B5B8B329-14B1-4ABD-A6F7-E6F14B353BEA}" srcOrd="2" destOrd="0" parTransId="{0BF20E98-598A-43E8-B1D4-CBFB0CD795EE}" sibTransId="{C6DF4F9E-004C-4D4E-A744-0E8A41DA8C5B}"/>
    <dgm:cxn modelId="{E6B75CA8-F91C-4745-B7CF-CE10B2E8A936}" type="presOf" srcId="{B5B8B329-14B1-4ABD-A6F7-E6F14B353BEA}" destId="{0125D55A-463C-4D6E-9AE3-DEDCD5F6DFE5}" srcOrd="1" destOrd="0" presId="urn:microsoft.com/office/officeart/2005/8/layout/list1"/>
    <dgm:cxn modelId="{D87FD103-1549-4858-A9CF-15020ED8DF98}" srcId="{E314B191-31E5-4D34-A954-56FDD3BDC404}" destId="{70F451F6-8BCF-402A-9071-F2866678C6DF}" srcOrd="0" destOrd="0" parTransId="{C5669C53-5528-475D-B151-423D74F3F9E5}" sibTransId="{A199C1CC-8D22-4A39-86B6-9341E98F8B79}"/>
    <dgm:cxn modelId="{89A1C589-9BE8-44B8-ACCF-0B99EDED9CBE}" type="presOf" srcId="{70F451F6-8BCF-402A-9071-F2866678C6DF}" destId="{23A8AF2F-ACF2-450E-9FA7-1FCF6C802EBA}" srcOrd="1" destOrd="0" presId="urn:microsoft.com/office/officeart/2005/8/layout/list1"/>
    <dgm:cxn modelId="{2EC7D732-2DEC-4196-8D59-1E8B88C8C4E0}" srcId="{E314B191-31E5-4D34-A954-56FDD3BDC404}" destId="{4BCF8BA0-873C-4B29-8149-B55907F5D976}" srcOrd="1" destOrd="0" parTransId="{A5C5E566-8757-4A1E-9AC2-831648D1A36B}" sibTransId="{BDA856F6-BA81-4E1F-B850-3C8A4F459AEF}"/>
    <dgm:cxn modelId="{68990267-BE23-429C-88BD-FB96061534F7}" type="presOf" srcId="{4BCF8BA0-873C-4B29-8149-B55907F5D976}" destId="{CC3DB433-D4B9-4F14-B67C-EB6181DA0D9C}" srcOrd="0" destOrd="0" presId="urn:microsoft.com/office/officeart/2005/8/layout/list1"/>
    <dgm:cxn modelId="{14CF28CF-240A-4AFB-8A51-5E14C39261E6}" type="presParOf" srcId="{86B874C5-2BFB-48C0-8654-E229E30AEE19}" destId="{378B2DA3-C1F9-46EF-A5E6-737A52664F4F}" srcOrd="0" destOrd="0" presId="urn:microsoft.com/office/officeart/2005/8/layout/list1"/>
    <dgm:cxn modelId="{F2C1F95E-B4DD-4B82-BE0C-8E12E81E6BBE}" type="presParOf" srcId="{378B2DA3-C1F9-46EF-A5E6-737A52664F4F}" destId="{AAA29BE2-4387-406A-8811-A9A51EFF638F}" srcOrd="0" destOrd="0" presId="urn:microsoft.com/office/officeart/2005/8/layout/list1"/>
    <dgm:cxn modelId="{C9A76057-29EB-47C5-8EB1-CFDBD0659DB3}" type="presParOf" srcId="{378B2DA3-C1F9-46EF-A5E6-737A52664F4F}" destId="{23A8AF2F-ACF2-450E-9FA7-1FCF6C802EBA}" srcOrd="1" destOrd="0" presId="urn:microsoft.com/office/officeart/2005/8/layout/list1"/>
    <dgm:cxn modelId="{CD9EC140-EDA1-44D4-BAC0-AD6AEF7CC4AA}" type="presParOf" srcId="{86B874C5-2BFB-48C0-8654-E229E30AEE19}" destId="{62A02842-CC91-4736-88BA-7DE8ABB83924}" srcOrd="1" destOrd="0" presId="urn:microsoft.com/office/officeart/2005/8/layout/list1"/>
    <dgm:cxn modelId="{99C94F31-7817-439E-8006-F8C82F0B435A}" type="presParOf" srcId="{86B874C5-2BFB-48C0-8654-E229E30AEE19}" destId="{40378B12-CC8E-4652-B827-6755A0ADF9E1}" srcOrd="2" destOrd="0" presId="urn:microsoft.com/office/officeart/2005/8/layout/list1"/>
    <dgm:cxn modelId="{EF6880F5-595C-414D-99D2-FF9DF9A3D056}" type="presParOf" srcId="{86B874C5-2BFB-48C0-8654-E229E30AEE19}" destId="{DF09B1CD-E4AB-42A0-8930-227905AA51F5}" srcOrd="3" destOrd="0" presId="urn:microsoft.com/office/officeart/2005/8/layout/list1"/>
    <dgm:cxn modelId="{491CB0E7-9CC3-4550-870F-93F32907D8F1}" type="presParOf" srcId="{86B874C5-2BFB-48C0-8654-E229E30AEE19}" destId="{AB011A96-6E94-4F3D-B89E-BAA194ABA34A}" srcOrd="4" destOrd="0" presId="urn:microsoft.com/office/officeart/2005/8/layout/list1"/>
    <dgm:cxn modelId="{A1A196E0-BBE6-4A0B-AB7D-42BB8CA5F119}" type="presParOf" srcId="{AB011A96-6E94-4F3D-B89E-BAA194ABA34A}" destId="{CC3DB433-D4B9-4F14-B67C-EB6181DA0D9C}" srcOrd="0" destOrd="0" presId="urn:microsoft.com/office/officeart/2005/8/layout/list1"/>
    <dgm:cxn modelId="{9E28C199-B1F8-46C1-989D-D86697054C18}" type="presParOf" srcId="{AB011A96-6E94-4F3D-B89E-BAA194ABA34A}" destId="{9B813CF8-DDEE-420D-B831-73F6D1CA6F21}" srcOrd="1" destOrd="0" presId="urn:microsoft.com/office/officeart/2005/8/layout/list1"/>
    <dgm:cxn modelId="{4F26658C-AE2F-4563-A24F-ADE81164868C}" type="presParOf" srcId="{86B874C5-2BFB-48C0-8654-E229E30AEE19}" destId="{16E1898B-7771-4FDC-809A-5362F1DAC3B5}" srcOrd="5" destOrd="0" presId="urn:microsoft.com/office/officeart/2005/8/layout/list1"/>
    <dgm:cxn modelId="{5ACA9137-4365-4CD6-B20C-00BCA0CDB53D}" type="presParOf" srcId="{86B874C5-2BFB-48C0-8654-E229E30AEE19}" destId="{BEAE2E04-5BE8-40DC-8935-820767301A7F}" srcOrd="6" destOrd="0" presId="urn:microsoft.com/office/officeart/2005/8/layout/list1"/>
    <dgm:cxn modelId="{28EA1242-9193-49FD-B1A1-75A08EF0E3C7}" type="presParOf" srcId="{86B874C5-2BFB-48C0-8654-E229E30AEE19}" destId="{D763D4F3-1493-4B9E-A01E-E9D8F88D912C}" srcOrd="7" destOrd="0" presId="urn:microsoft.com/office/officeart/2005/8/layout/list1"/>
    <dgm:cxn modelId="{0554CB3F-5549-4EDC-A559-BE42F23A8A8C}" type="presParOf" srcId="{86B874C5-2BFB-48C0-8654-E229E30AEE19}" destId="{E689A3A0-0644-423A-B8A7-3FCEF8FE00C5}" srcOrd="8" destOrd="0" presId="urn:microsoft.com/office/officeart/2005/8/layout/list1"/>
    <dgm:cxn modelId="{181510B4-0212-4EE9-9E35-46D7FBE6C380}" type="presParOf" srcId="{E689A3A0-0644-423A-B8A7-3FCEF8FE00C5}" destId="{39028128-14E5-47F4-AEFD-912A50736702}" srcOrd="0" destOrd="0" presId="urn:microsoft.com/office/officeart/2005/8/layout/list1"/>
    <dgm:cxn modelId="{A089054D-7A1B-4DBE-9F66-C8EC1AA04C17}" type="presParOf" srcId="{E689A3A0-0644-423A-B8A7-3FCEF8FE00C5}" destId="{0125D55A-463C-4D6E-9AE3-DEDCD5F6DFE5}" srcOrd="1" destOrd="0" presId="urn:microsoft.com/office/officeart/2005/8/layout/list1"/>
    <dgm:cxn modelId="{FB85E9A5-F930-4DD3-A277-0B87757937EC}" type="presParOf" srcId="{86B874C5-2BFB-48C0-8654-E229E30AEE19}" destId="{A7F2B5C8-E2A6-45BD-852F-889824791E2F}" srcOrd="9" destOrd="0" presId="urn:microsoft.com/office/officeart/2005/8/layout/list1"/>
    <dgm:cxn modelId="{9CA7C8FE-9CEC-4C42-97CA-FDE16C013D1B}" type="presParOf" srcId="{86B874C5-2BFB-48C0-8654-E229E30AEE19}" destId="{AE02F34D-85A3-489B-AAB9-087588DE720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02A80A-178C-4A45-AE89-A5D139593E41}" type="doc">
      <dgm:prSet loTypeId="urn:microsoft.com/office/officeart/2005/8/layout/matrix3" loCatId="matrix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2DAF77AA-401C-4A6A-B040-13C007284EDE}">
      <dgm:prSet phldrT="[Text]"/>
      <dgm:spPr/>
      <dgm:t>
        <a:bodyPr/>
        <a:lstStyle/>
        <a:p>
          <a:r>
            <a:rPr lang="en-US" dirty="0" smtClean="0"/>
            <a:t>Commercial Banks</a:t>
          </a:r>
          <a:endParaRPr lang="en-US" dirty="0"/>
        </a:p>
      </dgm:t>
    </dgm:pt>
    <dgm:pt modelId="{1558D65F-9E74-4BB2-88B1-E3DB0B5BD3F8}" type="parTrans" cxnId="{6DAFBFB6-49A8-456B-9EEF-B5C91C5235CC}">
      <dgm:prSet/>
      <dgm:spPr/>
      <dgm:t>
        <a:bodyPr/>
        <a:lstStyle/>
        <a:p>
          <a:endParaRPr lang="en-US"/>
        </a:p>
      </dgm:t>
    </dgm:pt>
    <dgm:pt modelId="{8CECB82E-AB52-47E6-A824-6ECB819CAFFE}" type="sibTrans" cxnId="{6DAFBFB6-49A8-456B-9EEF-B5C91C5235CC}">
      <dgm:prSet/>
      <dgm:spPr/>
      <dgm:t>
        <a:bodyPr/>
        <a:lstStyle/>
        <a:p>
          <a:endParaRPr lang="en-US"/>
        </a:p>
      </dgm:t>
    </dgm:pt>
    <dgm:pt modelId="{5CBDD8F2-1972-4160-944F-963F5E9F63DF}">
      <dgm:prSet phldrT="[Text]"/>
      <dgm:spPr/>
      <dgm:t>
        <a:bodyPr/>
        <a:lstStyle/>
        <a:p>
          <a:r>
            <a:rPr lang="en-US" dirty="0" smtClean="0"/>
            <a:t>Private  investment fund</a:t>
          </a:r>
          <a:endParaRPr lang="en-US" dirty="0"/>
        </a:p>
      </dgm:t>
    </dgm:pt>
    <dgm:pt modelId="{447ABC86-5119-4EEB-BC69-C3B42BBD1776}" type="parTrans" cxnId="{FF9F5345-12CA-4317-A88C-AB0A2398036F}">
      <dgm:prSet/>
      <dgm:spPr/>
      <dgm:t>
        <a:bodyPr/>
        <a:lstStyle/>
        <a:p>
          <a:endParaRPr lang="en-US"/>
        </a:p>
      </dgm:t>
    </dgm:pt>
    <dgm:pt modelId="{DCFEAD13-0106-4A0A-AEA0-65EEA374BAD2}" type="sibTrans" cxnId="{FF9F5345-12CA-4317-A88C-AB0A2398036F}">
      <dgm:prSet/>
      <dgm:spPr/>
      <dgm:t>
        <a:bodyPr/>
        <a:lstStyle/>
        <a:p>
          <a:endParaRPr lang="en-US"/>
        </a:p>
      </dgm:t>
    </dgm:pt>
    <dgm:pt modelId="{E4E8EB8E-802E-4BAC-A619-4113015B2970}">
      <dgm:prSet phldrT="[Text]"/>
      <dgm:spPr/>
      <dgm:t>
        <a:bodyPr/>
        <a:lstStyle/>
        <a:p>
          <a:r>
            <a:rPr lang="en-US" dirty="0" smtClean="0"/>
            <a:t>Development        fund</a:t>
          </a:r>
          <a:endParaRPr lang="en-US" dirty="0"/>
        </a:p>
      </dgm:t>
    </dgm:pt>
    <dgm:pt modelId="{78D20784-99DD-4C9C-829F-CB3F4471915E}" type="parTrans" cxnId="{E7E4C8E6-A72E-4F21-90B7-11B99079052E}">
      <dgm:prSet/>
      <dgm:spPr/>
      <dgm:t>
        <a:bodyPr/>
        <a:lstStyle/>
        <a:p>
          <a:endParaRPr lang="en-US"/>
        </a:p>
      </dgm:t>
    </dgm:pt>
    <dgm:pt modelId="{A6F07192-1B6E-468E-B774-04257AD70002}" type="sibTrans" cxnId="{E7E4C8E6-A72E-4F21-90B7-11B99079052E}">
      <dgm:prSet/>
      <dgm:spPr/>
      <dgm:t>
        <a:bodyPr/>
        <a:lstStyle/>
        <a:p>
          <a:endParaRPr lang="en-US"/>
        </a:p>
      </dgm:t>
    </dgm:pt>
    <dgm:pt modelId="{0EFA2D5D-39D8-4C3C-9B19-83A5A7D87B0F}">
      <dgm:prSet phldrT="[Text]"/>
      <dgm:spPr/>
      <dgm:t>
        <a:bodyPr/>
        <a:lstStyle/>
        <a:p>
          <a:r>
            <a:rPr lang="en-US" dirty="0" smtClean="0"/>
            <a:t>Multilateral development channel</a:t>
          </a:r>
          <a:endParaRPr lang="en-US" dirty="0"/>
        </a:p>
      </dgm:t>
    </dgm:pt>
    <dgm:pt modelId="{CB5840D7-1486-4A7B-841C-91F90DA103A5}" type="parTrans" cxnId="{61D97B69-9B8B-4D91-A294-0752864AF058}">
      <dgm:prSet/>
      <dgm:spPr/>
      <dgm:t>
        <a:bodyPr/>
        <a:lstStyle/>
        <a:p>
          <a:endParaRPr lang="en-US"/>
        </a:p>
      </dgm:t>
    </dgm:pt>
    <dgm:pt modelId="{13C1D6DC-AA2B-4EC0-B492-3BC1278B59FA}" type="sibTrans" cxnId="{61D97B69-9B8B-4D91-A294-0752864AF058}">
      <dgm:prSet/>
      <dgm:spPr/>
      <dgm:t>
        <a:bodyPr/>
        <a:lstStyle/>
        <a:p>
          <a:endParaRPr lang="en-US"/>
        </a:p>
      </dgm:t>
    </dgm:pt>
    <dgm:pt modelId="{E85795DA-6940-453F-BADA-2F92DFF7D918}" type="pres">
      <dgm:prSet presAssocID="{DF02A80A-178C-4A45-AE89-A5D139593E41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61F74A0-5514-4295-87C8-D7E2B5A3C34A}" type="pres">
      <dgm:prSet presAssocID="{DF02A80A-178C-4A45-AE89-A5D139593E41}" presName="diamond" presStyleLbl="bgShp" presStyleIdx="0" presStyleCnt="1"/>
      <dgm:spPr/>
    </dgm:pt>
    <dgm:pt modelId="{81FE7907-3A47-4C30-94CE-DF70BDCA0E0F}" type="pres">
      <dgm:prSet presAssocID="{DF02A80A-178C-4A45-AE89-A5D139593E41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040691-EB14-4DB5-B4F4-5107A60AEF94}" type="pres">
      <dgm:prSet presAssocID="{DF02A80A-178C-4A45-AE89-A5D139593E41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F6179F-42AF-4CC6-8E03-A04962D976CA}" type="pres">
      <dgm:prSet presAssocID="{DF02A80A-178C-4A45-AE89-A5D139593E41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4FCF3A-751D-47D8-B6E6-87E3DE4538E8}" type="pres">
      <dgm:prSet presAssocID="{DF02A80A-178C-4A45-AE89-A5D139593E41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F9F5345-12CA-4317-A88C-AB0A2398036F}" srcId="{DF02A80A-178C-4A45-AE89-A5D139593E41}" destId="{5CBDD8F2-1972-4160-944F-963F5E9F63DF}" srcOrd="1" destOrd="0" parTransId="{447ABC86-5119-4EEB-BC69-C3B42BBD1776}" sibTransId="{DCFEAD13-0106-4A0A-AEA0-65EEA374BAD2}"/>
    <dgm:cxn modelId="{B2B6E52C-CE2E-40D4-B3EB-FE73EAC4A1C5}" type="presOf" srcId="{5CBDD8F2-1972-4160-944F-963F5E9F63DF}" destId="{7B040691-EB14-4DB5-B4F4-5107A60AEF94}" srcOrd="0" destOrd="0" presId="urn:microsoft.com/office/officeart/2005/8/layout/matrix3"/>
    <dgm:cxn modelId="{E7E4C8E6-A72E-4F21-90B7-11B99079052E}" srcId="{DF02A80A-178C-4A45-AE89-A5D139593E41}" destId="{E4E8EB8E-802E-4BAC-A619-4113015B2970}" srcOrd="2" destOrd="0" parTransId="{78D20784-99DD-4C9C-829F-CB3F4471915E}" sibTransId="{A6F07192-1B6E-468E-B774-04257AD70002}"/>
    <dgm:cxn modelId="{5B7D034C-BD96-4F7C-803A-0CE64B594FB0}" type="presOf" srcId="{DF02A80A-178C-4A45-AE89-A5D139593E41}" destId="{E85795DA-6940-453F-BADA-2F92DFF7D918}" srcOrd="0" destOrd="0" presId="urn:microsoft.com/office/officeart/2005/8/layout/matrix3"/>
    <dgm:cxn modelId="{6DAFBFB6-49A8-456B-9EEF-B5C91C5235CC}" srcId="{DF02A80A-178C-4A45-AE89-A5D139593E41}" destId="{2DAF77AA-401C-4A6A-B040-13C007284EDE}" srcOrd="0" destOrd="0" parTransId="{1558D65F-9E74-4BB2-88B1-E3DB0B5BD3F8}" sibTransId="{8CECB82E-AB52-47E6-A824-6ECB819CAFFE}"/>
    <dgm:cxn modelId="{91F1F7C6-D05F-401E-A067-4F4136A88907}" type="presOf" srcId="{2DAF77AA-401C-4A6A-B040-13C007284EDE}" destId="{81FE7907-3A47-4C30-94CE-DF70BDCA0E0F}" srcOrd="0" destOrd="0" presId="urn:microsoft.com/office/officeart/2005/8/layout/matrix3"/>
    <dgm:cxn modelId="{61D97B69-9B8B-4D91-A294-0752864AF058}" srcId="{DF02A80A-178C-4A45-AE89-A5D139593E41}" destId="{0EFA2D5D-39D8-4C3C-9B19-83A5A7D87B0F}" srcOrd="3" destOrd="0" parTransId="{CB5840D7-1486-4A7B-841C-91F90DA103A5}" sibTransId="{13C1D6DC-AA2B-4EC0-B492-3BC1278B59FA}"/>
    <dgm:cxn modelId="{6628086D-985C-4401-870E-99C9CB039843}" type="presOf" srcId="{E4E8EB8E-802E-4BAC-A619-4113015B2970}" destId="{E7F6179F-42AF-4CC6-8E03-A04962D976CA}" srcOrd="0" destOrd="0" presId="urn:microsoft.com/office/officeart/2005/8/layout/matrix3"/>
    <dgm:cxn modelId="{54BCF596-1DEB-4A35-B463-0FB47CCDB08F}" type="presOf" srcId="{0EFA2D5D-39D8-4C3C-9B19-83A5A7D87B0F}" destId="{CF4FCF3A-751D-47D8-B6E6-87E3DE4538E8}" srcOrd="0" destOrd="0" presId="urn:microsoft.com/office/officeart/2005/8/layout/matrix3"/>
    <dgm:cxn modelId="{35F29A0C-2151-49C5-848C-EB938684CD10}" type="presParOf" srcId="{E85795DA-6940-453F-BADA-2F92DFF7D918}" destId="{F61F74A0-5514-4295-87C8-D7E2B5A3C34A}" srcOrd="0" destOrd="0" presId="urn:microsoft.com/office/officeart/2005/8/layout/matrix3"/>
    <dgm:cxn modelId="{AB15810A-5742-417C-A07E-33B752C1DA0A}" type="presParOf" srcId="{E85795DA-6940-453F-BADA-2F92DFF7D918}" destId="{81FE7907-3A47-4C30-94CE-DF70BDCA0E0F}" srcOrd="1" destOrd="0" presId="urn:microsoft.com/office/officeart/2005/8/layout/matrix3"/>
    <dgm:cxn modelId="{E7533E23-9CDB-44C5-B644-818DF33DDA3A}" type="presParOf" srcId="{E85795DA-6940-453F-BADA-2F92DFF7D918}" destId="{7B040691-EB14-4DB5-B4F4-5107A60AEF94}" srcOrd="2" destOrd="0" presId="urn:microsoft.com/office/officeart/2005/8/layout/matrix3"/>
    <dgm:cxn modelId="{EB876C20-425F-4D43-9E2A-3718E2CB5F3B}" type="presParOf" srcId="{E85795DA-6940-453F-BADA-2F92DFF7D918}" destId="{E7F6179F-42AF-4CC6-8E03-A04962D976CA}" srcOrd="3" destOrd="0" presId="urn:microsoft.com/office/officeart/2005/8/layout/matrix3"/>
    <dgm:cxn modelId="{CB4818D8-7B58-4193-832B-1EA3A9849DEC}" type="presParOf" srcId="{E85795DA-6940-453F-BADA-2F92DFF7D918}" destId="{CF4FCF3A-751D-47D8-B6E6-87E3DE4538E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5F71C9-3761-4936-AA9B-8633119C632C}" type="doc">
      <dgm:prSet loTypeId="urn:microsoft.com/office/officeart/2005/8/layout/matrix3" loCatId="matrix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A6B6CB95-1663-4E79-AADF-31A893F5B981}">
      <dgm:prSet phldrT="[Text]"/>
      <dgm:spPr/>
      <dgm:t>
        <a:bodyPr/>
        <a:lstStyle/>
        <a:p>
          <a:r>
            <a:rPr lang="en-US" dirty="0" smtClean="0"/>
            <a:t>CEO</a:t>
          </a:r>
          <a:endParaRPr lang="en-US" dirty="0"/>
        </a:p>
      </dgm:t>
    </dgm:pt>
    <dgm:pt modelId="{E747F001-1233-4D07-AB91-5AB2ED0DDB6F}" type="parTrans" cxnId="{8E62409E-02C0-4F8A-9C08-D6FFE9EF1A6D}">
      <dgm:prSet/>
      <dgm:spPr/>
      <dgm:t>
        <a:bodyPr/>
        <a:lstStyle/>
        <a:p>
          <a:endParaRPr lang="en-US"/>
        </a:p>
      </dgm:t>
    </dgm:pt>
    <dgm:pt modelId="{7BA5AFEC-292E-459A-9FAE-6C6353377E61}" type="sibTrans" cxnId="{8E62409E-02C0-4F8A-9C08-D6FFE9EF1A6D}">
      <dgm:prSet/>
      <dgm:spPr/>
      <dgm:t>
        <a:bodyPr/>
        <a:lstStyle/>
        <a:p>
          <a:endParaRPr lang="en-US"/>
        </a:p>
      </dgm:t>
    </dgm:pt>
    <dgm:pt modelId="{93D94C29-DB0C-4800-8E39-868D40C20454}">
      <dgm:prSet phldrT="[Text]"/>
      <dgm:spPr/>
      <dgm:t>
        <a:bodyPr/>
        <a:lstStyle/>
        <a:p>
          <a:r>
            <a:rPr lang="en-US" dirty="0" smtClean="0"/>
            <a:t>Marketing and sales manager</a:t>
          </a:r>
          <a:endParaRPr lang="en-US" dirty="0"/>
        </a:p>
      </dgm:t>
    </dgm:pt>
    <dgm:pt modelId="{208454CD-A115-4E5D-A4C3-93D3F46AFF81}" type="parTrans" cxnId="{FBED40CB-1F4F-4D37-A3E9-0CC416C8D94A}">
      <dgm:prSet/>
      <dgm:spPr/>
      <dgm:t>
        <a:bodyPr/>
        <a:lstStyle/>
        <a:p>
          <a:endParaRPr lang="en-US"/>
        </a:p>
      </dgm:t>
    </dgm:pt>
    <dgm:pt modelId="{B31F8840-BA16-4FDF-AF36-B74D4D0666A8}" type="sibTrans" cxnId="{FBED40CB-1F4F-4D37-A3E9-0CC416C8D94A}">
      <dgm:prSet/>
      <dgm:spPr/>
      <dgm:t>
        <a:bodyPr/>
        <a:lstStyle/>
        <a:p>
          <a:endParaRPr lang="en-US"/>
        </a:p>
      </dgm:t>
    </dgm:pt>
    <dgm:pt modelId="{63C97426-14B8-418F-9E9C-E8370FB9E073}">
      <dgm:prSet phldrT="[Text]"/>
      <dgm:spPr/>
      <dgm:t>
        <a:bodyPr/>
        <a:lstStyle/>
        <a:p>
          <a:r>
            <a:rPr lang="en-US" dirty="0" smtClean="0"/>
            <a:t>Development and production managers</a:t>
          </a:r>
          <a:endParaRPr lang="en-US" dirty="0"/>
        </a:p>
      </dgm:t>
    </dgm:pt>
    <dgm:pt modelId="{60EE3F33-795F-46A7-B36E-ED4F9C2CB182}" type="parTrans" cxnId="{7B189333-D74E-406E-9528-EE9AE2E5DD58}">
      <dgm:prSet/>
      <dgm:spPr/>
      <dgm:t>
        <a:bodyPr/>
        <a:lstStyle/>
        <a:p>
          <a:endParaRPr lang="en-US"/>
        </a:p>
      </dgm:t>
    </dgm:pt>
    <dgm:pt modelId="{BFB0B2EF-7405-4B56-9A89-AF4A3E1FD76F}" type="sibTrans" cxnId="{7B189333-D74E-406E-9528-EE9AE2E5DD58}">
      <dgm:prSet/>
      <dgm:spPr/>
      <dgm:t>
        <a:bodyPr/>
        <a:lstStyle/>
        <a:p>
          <a:endParaRPr lang="en-US"/>
        </a:p>
      </dgm:t>
    </dgm:pt>
    <dgm:pt modelId="{87F70D2E-E1AD-46FC-9DA7-A67F807D4791}">
      <dgm:prSet phldrT="[Text]"/>
      <dgm:spPr/>
      <dgm:t>
        <a:bodyPr/>
        <a:lstStyle/>
        <a:p>
          <a:r>
            <a:rPr lang="en-US" dirty="0" smtClean="0"/>
            <a:t>Financial manager</a:t>
          </a:r>
          <a:endParaRPr lang="en-US" dirty="0"/>
        </a:p>
      </dgm:t>
    </dgm:pt>
    <dgm:pt modelId="{C88C6AB3-4A85-4B90-ABFF-BE8317DD06F3}" type="parTrans" cxnId="{390DFC32-A171-495A-8F1E-754E0FC2F4BC}">
      <dgm:prSet/>
      <dgm:spPr/>
      <dgm:t>
        <a:bodyPr/>
        <a:lstStyle/>
        <a:p>
          <a:endParaRPr lang="en-US"/>
        </a:p>
      </dgm:t>
    </dgm:pt>
    <dgm:pt modelId="{E20C105A-AC76-4277-902F-7434718E434F}" type="sibTrans" cxnId="{390DFC32-A171-495A-8F1E-754E0FC2F4BC}">
      <dgm:prSet/>
      <dgm:spPr/>
      <dgm:t>
        <a:bodyPr/>
        <a:lstStyle/>
        <a:p>
          <a:endParaRPr lang="en-US"/>
        </a:p>
      </dgm:t>
    </dgm:pt>
    <dgm:pt modelId="{22411F45-788F-4B63-B7C5-409282503672}" type="pres">
      <dgm:prSet presAssocID="{775F71C9-3761-4936-AA9B-8633119C632C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9B6F19-0F9A-4BEA-BCBF-83AC22E03B24}" type="pres">
      <dgm:prSet presAssocID="{775F71C9-3761-4936-AA9B-8633119C632C}" presName="diamond" presStyleLbl="bgShp" presStyleIdx="0" presStyleCnt="1"/>
      <dgm:spPr/>
    </dgm:pt>
    <dgm:pt modelId="{D101426F-3098-4257-8EFF-1C7EFD2425A5}" type="pres">
      <dgm:prSet presAssocID="{775F71C9-3761-4936-AA9B-8633119C632C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EAB7C9-68E4-404B-B658-A15D7534DA8B}" type="pres">
      <dgm:prSet presAssocID="{775F71C9-3761-4936-AA9B-8633119C632C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21E01C-4B32-4188-AD40-50BFBC934DE4}" type="pres">
      <dgm:prSet presAssocID="{775F71C9-3761-4936-AA9B-8633119C632C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CD8507-4BFF-4032-89E3-C3FF365B9B77}" type="pres">
      <dgm:prSet presAssocID="{775F71C9-3761-4936-AA9B-8633119C632C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6E18A8-9012-4594-8CAD-F6A828B81B79}" type="presOf" srcId="{63C97426-14B8-418F-9E9C-E8370FB9E073}" destId="{D921E01C-4B32-4188-AD40-50BFBC934DE4}" srcOrd="0" destOrd="0" presId="urn:microsoft.com/office/officeart/2005/8/layout/matrix3"/>
    <dgm:cxn modelId="{5C1B8FF0-8E10-48D3-8028-C9A5BC23FAE4}" type="presOf" srcId="{A6B6CB95-1663-4E79-AADF-31A893F5B981}" destId="{D101426F-3098-4257-8EFF-1C7EFD2425A5}" srcOrd="0" destOrd="0" presId="urn:microsoft.com/office/officeart/2005/8/layout/matrix3"/>
    <dgm:cxn modelId="{FBED40CB-1F4F-4D37-A3E9-0CC416C8D94A}" srcId="{775F71C9-3761-4936-AA9B-8633119C632C}" destId="{93D94C29-DB0C-4800-8E39-868D40C20454}" srcOrd="1" destOrd="0" parTransId="{208454CD-A115-4E5D-A4C3-93D3F46AFF81}" sibTransId="{B31F8840-BA16-4FDF-AF36-B74D4D0666A8}"/>
    <dgm:cxn modelId="{25CC1A19-74B4-4E0D-91D4-687F559A1ABD}" type="presOf" srcId="{87F70D2E-E1AD-46FC-9DA7-A67F807D4791}" destId="{69CD8507-4BFF-4032-89E3-C3FF365B9B77}" srcOrd="0" destOrd="0" presId="urn:microsoft.com/office/officeart/2005/8/layout/matrix3"/>
    <dgm:cxn modelId="{390DFC32-A171-495A-8F1E-754E0FC2F4BC}" srcId="{775F71C9-3761-4936-AA9B-8633119C632C}" destId="{87F70D2E-E1AD-46FC-9DA7-A67F807D4791}" srcOrd="3" destOrd="0" parTransId="{C88C6AB3-4A85-4B90-ABFF-BE8317DD06F3}" sibTransId="{E20C105A-AC76-4277-902F-7434718E434F}"/>
    <dgm:cxn modelId="{F087660E-F9F6-404D-806D-AC3CB68D9F4A}" type="presOf" srcId="{93D94C29-DB0C-4800-8E39-868D40C20454}" destId="{1EEAB7C9-68E4-404B-B658-A15D7534DA8B}" srcOrd="0" destOrd="0" presId="urn:microsoft.com/office/officeart/2005/8/layout/matrix3"/>
    <dgm:cxn modelId="{8E62409E-02C0-4F8A-9C08-D6FFE9EF1A6D}" srcId="{775F71C9-3761-4936-AA9B-8633119C632C}" destId="{A6B6CB95-1663-4E79-AADF-31A893F5B981}" srcOrd="0" destOrd="0" parTransId="{E747F001-1233-4D07-AB91-5AB2ED0DDB6F}" sibTransId="{7BA5AFEC-292E-459A-9FAE-6C6353377E61}"/>
    <dgm:cxn modelId="{26A614AE-DE0B-4A9A-880D-6E350E0FA775}" type="presOf" srcId="{775F71C9-3761-4936-AA9B-8633119C632C}" destId="{22411F45-788F-4B63-B7C5-409282503672}" srcOrd="0" destOrd="0" presId="urn:microsoft.com/office/officeart/2005/8/layout/matrix3"/>
    <dgm:cxn modelId="{7B189333-D74E-406E-9528-EE9AE2E5DD58}" srcId="{775F71C9-3761-4936-AA9B-8633119C632C}" destId="{63C97426-14B8-418F-9E9C-E8370FB9E073}" srcOrd="2" destOrd="0" parTransId="{60EE3F33-795F-46A7-B36E-ED4F9C2CB182}" sibTransId="{BFB0B2EF-7405-4B56-9A89-AF4A3E1FD76F}"/>
    <dgm:cxn modelId="{6E053141-F81A-4263-B6C2-AF83658F2955}" type="presParOf" srcId="{22411F45-788F-4B63-B7C5-409282503672}" destId="{579B6F19-0F9A-4BEA-BCBF-83AC22E03B24}" srcOrd="0" destOrd="0" presId="urn:microsoft.com/office/officeart/2005/8/layout/matrix3"/>
    <dgm:cxn modelId="{65C1FD85-74B7-4DAD-8C11-E0B0288E5853}" type="presParOf" srcId="{22411F45-788F-4B63-B7C5-409282503672}" destId="{D101426F-3098-4257-8EFF-1C7EFD2425A5}" srcOrd="1" destOrd="0" presId="urn:microsoft.com/office/officeart/2005/8/layout/matrix3"/>
    <dgm:cxn modelId="{64E2029D-07B7-415D-8A6E-591D80F8688A}" type="presParOf" srcId="{22411F45-788F-4B63-B7C5-409282503672}" destId="{1EEAB7C9-68E4-404B-B658-A15D7534DA8B}" srcOrd="2" destOrd="0" presId="urn:microsoft.com/office/officeart/2005/8/layout/matrix3"/>
    <dgm:cxn modelId="{4EA73EEC-CCF3-4A05-B5B2-7EBB99D169FD}" type="presParOf" srcId="{22411F45-788F-4B63-B7C5-409282503672}" destId="{D921E01C-4B32-4188-AD40-50BFBC934DE4}" srcOrd="3" destOrd="0" presId="urn:microsoft.com/office/officeart/2005/8/layout/matrix3"/>
    <dgm:cxn modelId="{73AC2A37-2C9E-4FCD-BE21-7A60553C55AA}" type="presParOf" srcId="{22411F45-788F-4B63-B7C5-409282503672}" destId="{69CD8507-4BFF-4032-89E3-C3FF365B9B7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E95F9B-9AB8-4EC0-9C80-AB79690CAF4B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95B51CA7-32B0-4D2E-87A6-04E379399DD7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Cover Page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EEE3BA56-3077-4663-9929-5F65BBE102B5}" type="parTrans" cxnId="{FA8D6B00-26E5-4A5E-9F0C-9A30B5D00B59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B703A8ED-E9F7-473F-8CFF-4187CD0BDCA6}" type="sibTrans" cxnId="{FA8D6B00-26E5-4A5E-9F0C-9A30B5D00B59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557BD877-A21D-4E38-92F5-3F8FFEFA44F2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Table of Contents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D16151B0-09CB-4BA8-9A14-EF92F999AD54}" type="parTrans" cxnId="{9815985C-B8EC-4587-881F-34F37D347C48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E9808B35-FD82-49E0-ADF9-A3EEAECC4A5C}" type="sibTrans" cxnId="{9815985C-B8EC-4587-881F-34F37D347C48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33C9884-85BF-4FF3-8A4B-7514728BD9D2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Executive Summary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4CF608A9-1055-4219-9169-42A4604C800B}" type="parTrans" cxnId="{5587B5A2-C4CE-4130-8FC4-D35E5A20313F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3A3C2C9E-984A-42A0-A77A-E4AEB3BE5A37}" type="sibTrans" cxnId="{5587B5A2-C4CE-4130-8FC4-D35E5A20313F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3DBE5683-9A62-4CBB-8E58-12F377662BA2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Marketing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16CC920F-6BD4-403B-AA7D-7784B6BDC3F6}" type="parTrans" cxnId="{32EEDC6C-860C-4047-BEE3-8F1C8F6A59D0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142203B-AF8E-40A2-AE58-B6790B6A1447}" type="sibTrans" cxnId="{32EEDC6C-860C-4047-BEE3-8F1C8F6A59D0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7BB4C028-E16E-43BA-A8C4-B08AF4A55436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Technical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A684CF6F-8DC2-4CA2-87FE-8072F7704BEF}" type="parTrans" cxnId="{2384593E-FE0C-49A6-969E-2671D02093B9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AB80C21E-E1D3-434F-B6CC-E9BA41BE58C6}" type="sibTrans" cxnId="{2384593E-FE0C-49A6-969E-2671D02093B9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8D5A0F68-BF4B-4D87-A6D8-091AA88BB136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Company Information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2BF0EFE7-4762-4C3C-AAB4-6D74AFC10AAB}" type="parTrans" cxnId="{247AAECE-AA6D-4624-AB73-232E117FE293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CF5936B5-DDD8-49E7-9D56-2D265E98407A}" type="sibTrans" cxnId="{247AAECE-AA6D-4624-AB73-232E117FE293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BC213EFE-DA80-4F73-8E32-E4EDDBDCB664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Operations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0BDBFA39-6D1A-4581-9AED-1CD4B7342DBF}" type="parTrans" cxnId="{B2D771AA-33C0-49D9-99B7-20BCC3A1420B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83FDB211-1305-4023-A3DA-08B13FC1D6F6}" type="sibTrans" cxnId="{B2D771AA-33C0-49D9-99B7-20BCC3A1420B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5D072378-8FF1-44D5-A7B3-580C3058940C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Organizational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3B6FC92B-4F7B-4529-90A3-4AB29E8F9BB7}" type="parTrans" cxnId="{25D54ADE-2CD7-42D4-9536-9940A0F07F77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7588D10A-9D48-483A-9E15-C3E22D1DE71D}" type="sibTrans" cxnId="{25D54ADE-2CD7-42D4-9536-9940A0F07F77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E967993D-55C9-457A-A4A2-155114F2CC86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Critical risk and Assumption</a:t>
          </a:r>
        </a:p>
      </dgm:t>
    </dgm:pt>
    <dgm:pt modelId="{E2212D40-91B1-4A37-AC75-4EC490B789D0}" type="parTrans" cxnId="{2325F9E8-E2B7-4B9F-9386-D8EF5A8C8B46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D4F08433-99F4-46C7-9438-1785A65AF226}" type="sibTrans" cxnId="{2325F9E8-E2B7-4B9F-9386-D8EF5A8C8B46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FDAFC5CD-50C8-4BF1-8839-1287467A42F0}">
      <dgm:prSet phldrT="[Text]"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Project Timeline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0E623286-4852-445A-91AC-0BD00E02E070}" type="parTrans" cxnId="{8FF89030-D085-4116-9DC1-5DBDBAF21FEB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EE7F378-9FFB-48C9-85BD-43C2EBFE4954}" type="sibTrans" cxnId="{8FF89030-D085-4116-9DC1-5DBDBAF21FEB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215D89D6-CD41-498A-A7E1-93E1C9B88FE6}">
      <dgm:prSet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Social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3E56F967-5642-43E0-ABB0-16CEB79AB733}" type="parTrans" cxnId="{78B09A0A-5C1D-4C26-9746-5B78AD5E0E72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C568DA8-A9DA-495A-B021-A38D18E375AF}" type="sibTrans" cxnId="{78B09A0A-5C1D-4C26-9746-5B78AD5E0E72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E8D7FF25-4079-42F6-9C2B-D3AD4BE96555}">
      <dgm:prSet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Exit Strategy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3F9DB3B-E3A2-49FE-BDAA-AFDC9D3CDFA8}" type="parTrans" cxnId="{76982146-4E99-4129-A752-35613569D4F2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BFA50FC6-C5AF-4F5D-BEDA-E5F0D267E5A2}" type="sibTrans" cxnId="{76982146-4E99-4129-A752-35613569D4F2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1FD79E4F-9AB2-446D-95FE-A125AFEDABC0}">
      <dgm:prSet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Financial Plan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789BD74D-5408-447A-9962-AB5B0DB221F4}" type="parTrans" cxnId="{6664047E-1772-4369-83CB-0C404AD1FF84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7333AAA8-FA82-463D-B184-CF81D3130414}" type="sibTrans" cxnId="{6664047E-1772-4369-83CB-0C404AD1FF84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742B70BB-07A9-47A7-9234-B09EDD26894E}">
      <dgm:prSet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Conclusion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9CECA912-4728-4372-B792-319D9B27DD5F}" type="parTrans" cxnId="{24C502CA-B33D-4061-A0EA-63E7983A3162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FFED1015-7217-407F-B96B-49E9202C8E68}" type="sibTrans" cxnId="{24C502CA-B33D-4061-A0EA-63E7983A3162}">
      <dgm:prSet custT="1"/>
      <dgm:spPr/>
      <dgm:t>
        <a:bodyPr/>
        <a:lstStyle/>
        <a:p>
          <a:endParaRPr lang="en-US" sz="105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8184B6CA-E2F9-4417-AFF3-D5F3A0B43A83}">
      <dgm:prSet custT="1"/>
      <dgm:spPr/>
      <dgm:t>
        <a:bodyPr/>
        <a:lstStyle/>
        <a:p>
          <a:r>
            <a:rPr lang="en-US" sz="16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Appendices</a:t>
          </a:r>
          <a:endParaRPr lang="en-US" sz="16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604180F5-2074-410C-922D-70C33185C73E}" type="parTrans" cxnId="{C9BFBA18-444A-43FC-B0B9-787A82DF4EBA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95283915-03E5-4006-98EB-36D7F11D82CA}" type="sibTrans" cxnId="{C9BFBA18-444A-43FC-B0B9-787A82DF4EBA}">
      <dgm:prSet/>
      <dgm:spPr/>
      <dgm:t>
        <a:bodyPr/>
        <a:lstStyle/>
        <a:p>
          <a:endParaRPr lang="en-US" sz="24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gm:t>
    </dgm:pt>
    <dgm:pt modelId="{D2313F34-865C-482E-82A9-0196D6A06B86}" type="pres">
      <dgm:prSet presAssocID="{14E95F9B-9AB8-4EC0-9C80-AB79690CAF4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D43DC7-568F-424E-A476-BE54675EBA2E}" type="pres">
      <dgm:prSet presAssocID="{95B51CA7-32B0-4D2E-87A6-04E379399DD7}" presName="node" presStyleLbl="node1" presStyleIdx="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806AC9-9CD9-4682-9C0F-66BC1B8F39F2}" type="pres">
      <dgm:prSet presAssocID="{B703A8ED-E9F7-473F-8CFF-4187CD0BDCA6}" presName="sibTrans" presStyleLbl="sibTrans2D1" presStyleIdx="0" presStyleCnt="14"/>
      <dgm:spPr/>
      <dgm:t>
        <a:bodyPr/>
        <a:lstStyle/>
        <a:p>
          <a:endParaRPr lang="en-US"/>
        </a:p>
      </dgm:t>
    </dgm:pt>
    <dgm:pt modelId="{40803095-9453-4A2F-B65B-A2FC15F972C9}" type="pres">
      <dgm:prSet presAssocID="{B703A8ED-E9F7-473F-8CFF-4187CD0BDCA6}" presName="connectorText" presStyleLbl="sibTrans2D1" presStyleIdx="0" presStyleCnt="14"/>
      <dgm:spPr/>
      <dgm:t>
        <a:bodyPr/>
        <a:lstStyle/>
        <a:p>
          <a:endParaRPr lang="en-US"/>
        </a:p>
      </dgm:t>
    </dgm:pt>
    <dgm:pt modelId="{59E3639C-DB42-45C4-952B-73A968F3C9F7}" type="pres">
      <dgm:prSet presAssocID="{557BD877-A21D-4E38-92F5-3F8FFEFA44F2}" presName="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A6E0D2-B9A6-4F2F-BCCD-F38015CD89F3}" type="pres">
      <dgm:prSet presAssocID="{E9808B35-FD82-49E0-ADF9-A3EEAECC4A5C}" presName="sibTrans" presStyleLbl="sibTrans2D1" presStyleIdx="1" presStyleCnt="14"/>
      <dgm:spPr/>
      <dgm:t>
        <a:bodyPr/>
        <a:lstStyle/>
        <a:p>
          <a:endParaRPr lang="en-US"/>
        </a:p>
      </dgm:t>
    </dgm:pt>
    <dgm:pt modelId="{E0701CC5-3E95-4371-B842-F5D395093081}" type="pres">
      <dgm:prSet presAssocID="{E9808B35-FD82-49E0-ADF9-A3EEAECC4A5C}" presName="connectorText" presStyleLbl="sibTrans2D1" presStyleIdx="1" presStyleCnt="14"/>
      <dgm:spPr/>
      <dgm:t>
        <a:bodyPr/>
        <a:lstStyle/>
        <a:p>
          <a:endParaRPr lang="en-US"/>
        </a:p>
      </dgm:t>
    </dgm:pt>
    <dgm:pt modelId="{401B594E-DBEA-41E5-923C-E645825E1843}" type="pres">
      <dgm:prSet presAssocID="{633C9884-85BF-4FF3-8A4B-7514728BD9D2}" presName="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30E1D6-B1E5-48AB-B0B7-68A0989C16EC}" type="pres">
      <dgm:prSet presAssocID="{3A3C2C9E-984A-42A0-A77A-E4AEB3BE5A37}" presName="sibTrans" presStyleLbl="sibTrans2D1" presStyleIdx="2" presStyleCnt="14"/>
      <dgm:spPr/>
      <dgm:t>
        <a:bodyPr/>
        <a:lstStyle/>
        <a:p>
          <a:endParaRPr lang="en-US"/>
        </a:p>
      </dgm:t>
    </dgm:pt>
    <dgm:pt modelId="{6654B32B-E114-4EFF-BC5A-1242DBF977D0}" type="pres">
      <dgm:prSet presAssocID="{3A3C2C9E-984A-42A0-A77A-E4AEB3BE5A37}" presName="connectorText" presStyleLbl="sibTrans2D1" presStyleIdx="2" presStyleCnt="14"/>
      <dgm:spPr/>
      <dgm:t>
        <a:bodyPr/>
        <a:lstStyle/>
        <a:p>
          <a:endParaRPr lang="en-US"/>
        </a:p>
      </dgm:t>
    </dgm:pt>
    <dgm:pt modelId="{88A13821-D969-4414-8BFB-D8AC83001605}" type="pres">
      <dgm:prSet presAssocID="{3DBE5683-9A62-4CBB-8E58-12F377662BA2}" presName="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ED6603-FC85-448C-86C0-79779524C55C}" type="pres">
      <dgm:prSet presAssocID="{6142203B-AF8E-40A2-AE58-B6790B6A1447}" presName="sibTrans" presStyleLbl="sibTrans2D1" presStyleIdx="3" presStyleCnt="14"/>
      <dgm:spPr/>
      <dgm:t>
        <a:bodyPr/>
        <a:lstStyle/>
        <a:p>
          <a:endParaRPr lang="en-US"/>
        </a:p>
      </dgm:t>
    </dgm:pt>
    <dgm:pt modelId="{23F0E597-3A44-489C-8E1F-9C9F71DA83A0}" type="pres">
      <dgm:prSet presAssocID="{6142203B-AF8E-40A2-AE58-B6790B6A1447}" presName="connectorText" presStyleLbl="sibTrans2D1" presStyleIdx="3" presStyleCnt="14"/>
      <dgm:spPr/>
      <dgm:t>
        <a:bodyPr/>
        <a:lstStyle/>
        <a:p>
          <a:endParaRPr lang="en-US"/>
        </a:p>
      </dgm:t>
    </dgm:pt>
    <dgm:pt modelId="{F3E3ED62-A5DF-4831-B758-0D4158E99EB0}" type="pres">
      <dgm:prSet presAssocID="{7BB4C028-E16E-43BA-A8C4-B08AF4A55436}" presName="node" presStyleLbl="node1" presStyleIdx="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65B931-510E-4ED9-818B-550EF9222260}" type="pres">
      <dgm:prSet presAssocID="{AB80C21E-E1D3-434F-B6CC-E9BA41BE58C6}" presName="sibTrans" presStyleLbl="sibTrans2D1" presStyleIdx="4" presStyleCnt="14"/>
      <dgm:spPr/>
      <dgm:t>
        <a:bodyPr/>
        <a:lstStyle/>
        <a:p>
          <a:endParaRPr lang="en-US"/>
        </a:p>
      </dgm:t>
    </dgm:pt>
    <dgm:pt modelId="{C65E01B9-F38C-4948-9742-C3B4BF41A00A}" type="pres">
      <dgm:prSet presAssocID="{AB80C21E-E1D3-434F-B6CC-E9BA41BE58C6}" presName="connectorText" presStyleLbl="sibTrans2D1" presStyleIdx="4" presStyleCnt="14"/>
      <dgm:spPr/>
      <dgm:t>
        <a:bodyPr/>
        <a:lstStyle/>
        <a:p>
          <a:endParaRPr lang="en-US"/>
        </a:p>
      </dgm:t>
    </dgm:pt>
    <dgm:pt modelId="{06280A71-9DDD-4DF7-9FF4-CD77F2967F85}" type="pres">
      <dgm:prSet presAssocID="{8D5A0F68-BF4B-4D87-A6D8-091AA88BB136}" presName="node" presStyleLbl="node1" presStyleIdx="5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8A4FE2-0214-4159-A65F-7FC3D28E5275}" type="pres">
      <dgm:prSet presAssocID="{CF5936B5-DDD8-49E7-9D56-2D265E98407A}" presName="sibTrans" presStyleLbl="sibTrans2D1" presStyleIdx="5" presStyleCnt="14"/>
      <dgm:spPr/>
      <dgm:t>
        <a:bodyPr/>
        <a:lstStyle/>
        <a:p>
          <a:endParaRPr lang="en-US"/>
        </a:p>
      </dgm:t>
    </dgm:pt>
    <dgm:pt modelId="{CCECD9FD-EEF2-4575-A075-B04AB1E4A80F}" type="pres">
      <dgm:prSet presAssocID="{CF5936B5-DDD8-49E7-9D56-2D265E98407A}" presName="connectorText" presStyleLbl="sibTrans2D1" presStyleIdx="5" presStyleCnt="14"/>
      <dgm:spPr/>
      <dgm:t>
        <a:bodyPr/>
        <a:lstStyle/>
        <a:p>
          <a:endParaRPr lang="en-US"/>
        </a:p>
      </dgm:t>
    </dgm:pt>
    <dgm:pt modelId="{A30FC1E3-1184-44CA-8DA3-C94AC853A4AA}" type="pres">
      <dgm:prSet presAssocID="{BC213EFE-DA80-4F73-8E32-E4EDDBDCB664}" presName="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AC6EF9-8594-4897-A0E6-46EC2CBD4D88}" type="pres">
      <dgm:prSet presAssocID="{83FDB211-1305-4023-A3DA-08B13FC1D6F6}" presName="sibTrans" presStyleLbl="sibTrans2D1" presStyleIdx="6" presStyleCnt="14"/>
      <dgm:spPr/>
      <dgm:t>
        <a:bodyPr/>
        <a:lstStyle/>
        <a:p>
          <a:endParaRPr lang="en-US"/>
        </a:p>
      </dgm:t>
    </dgm:pt>
    <dgm:pt modelId="{F99876C9-3CCA-4526-8534-BD47E73D10E8}" type="pres">
      <dgm:prSet presAssocID="{83FDB211-1305-4023-A3DA-08B13FC1D6F6}" presName="connectorText" presStyleLbl="sibTrans2D1" presStyleIdx="6" presStyleCnt="14"/>
      <dgm:spPr/>
      <dgm:t>
        <a:bodyPr/>
        <a:lstStyle/>
        <a:p>
          <a:endParaRPr lang="en-US"/>
        </a:p>
      </dgm:t>
    </dgm:pt>
    <dgm:pt modelId="{6266CC32-6D04-47B3-A549-1B9EAEA8DB6E}" type="pres">
      <dgm:prSet presAssocID="{5D072378-8FF1-44D5-A7B3-580C3058940C}" presName="node" presStyleLbl="node1" presStyleIdx="7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16D8BE9-4241-4F78-8CD7-0858CA39C646}" type="pres">
      <dgm:prSet presAssocID="{7588D10A-9D48-483A-9E15-C3E22D1DE71D}" presName="sibTrans" presStyleLbl="sibTrans2D1" presStyleIdx="7" presStyleCnt="14"/>
      <dgm:spPr/>
      <dgm:t>
        <a:bodyPr/>
        <a:lstStyle/>
        <a:p>
          <a:endParaRPr lang="en-US"/>
        </a:p>
      </dgm:t>
    </dgm:pt>
    <dgm:pt modelId="{F4BCE1D3-3937-43FC-A537-90EDCC4AD33B}" type="pres">
      <dgm:prSet presAssocID="{7588D10A-9D48-483A-9E15-C3E22D1DE71D}" presName="connectorText" presStyleLbl="sibTrans2D1" presStyleIdx="7" presStyleCnt="14"/>
      <dgm:spPr/>
      <dgm:t>
        <a:bodyPr/>
        <a:lstStyle/>
        <a:p>
          <a:endParaRPr lang="en-US"/>
        </a:p>
      </dgm:t>
    </dgm:pt>
    <dgm:pt modelId="{345D1F5F-1457-4E6E-8EEB-C562F0812525}" type="pres">
      <dgm:prSet presAssocID="{FDAFC5CD-50C8-4BF1-8839-1287467A42F0}" presName="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13FF28-8206-41D0-967A-64B678E407AF}" type="pres">
      <dgm:prSet presAssocID="{6EE7F378-9FFB-48C9-85BD-43C2EBFE4954}" presName="sibTrans" presStyleLbl="sibTrans2D1" presStyleIdx="8" presStyleCnt="14"/>
      <dgm:spPr/>
      <dgm:t>
        <a:bodyPr/>
        <a:lstStyle/>
        <a:p>
          <a:endParaRPr lang="en-US"/>
        </a:p>
      </dgm:t>
    </dgm:pt>
    <dgm:pt modelId="{82331162-5F00-4368-BE30-A9A4F2A6C1D3}" type="pres">
      <dgm:prSet presAssocID="{6EE7F378-9FFB-48C9-85BD-43C2EBFE4954}" presName="connectorText" presStyleLbl="sibTrans2D1" presStyleIdx="8" presStyleCnt="14"/>
      <dgm:spPr/>
      <dgm:t>
        <a:bodyPr/>
        <a:lstStyle/>
        <a:p>
          <a:endParaRPr lang="en-US"/>
        </a:p>
      </dgm:t>
    </dgm:pt>
    <dgm:pt modelId="{64BDF49E-8166-4D51-B26C-EA0B1034D812}" type="pres">
      <dgm:prSet presAssocID="{E967993D-55C9-457A-A4A2-155114F2CC86}" presName="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908E11-546B-424D-87C5-3F436EF78323}" type="pres">
      <dgm:prSet presAssocID="{D4F08433-99F4-46C7-9438-1785A65AF226}" presName="sibTrans" presStyleLbl="sibTrans2D1" presStyleIdx="9" presStyleCnt="14"/>
      <dgm:spPr/>
      <dgm:t>
        <a:bodyPr/>
        <a:lstStyle/>
        <a:p>
          <a:endParaRPr lang="en-US"/>
        </a:p>
      </dgm:t>
    </dgm:pt>
    <dgm:pt modelId="{58BB100F-7C6E-4AFA-A618-6C33A89DF1E0}" type="pres">
      <dgm:prSet presAssocID="{D4F08433-99F4-46C7-9438-1785A65AF226}" presName="connectorText" presStyleLbl="sibTrans2D1" presStyleIdx="9" presStyleCnt="14"/>
      <dgm:spPr/>
      <dgm:t>
        <a:bodyPr/>
        <a:lstStyle/>
        <a:p>
          <a:endParaRPr lang="en-US"/>
        </a:p>
      </dgm:t>
    </dgm:pt>
    <dgm:pt modelId="{C7787E85-0689-41D2-8086-868CDF0B6C57}" type="pres">
      <dgm:prSet presAssocID="{215D89D6-CD41-498A-A7E1-93E1C9B88FE6}" presName="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2C138DA-6EF0-4075-92F4-87E6E1A63854}" type="pres">
      <dgm:prSet presAssocID="{6C568DA8-A9DA-495A-B021-A38D18E375AF}" presName="sibTrans" presStyleLbl="sibTrans2D1" presStyleIdx="10" presStyleCnt="14"/>
      <dgm:spPr/>
      <dgm:t>
        <a:bodyPr/>
        <a:lstStyle/>
        <a:p>
          <a:endParaRPr lang="en-US"/>
        </a:p>
      </dgm:t>
    </dgm:pt>
    <dgm:pt modelId="{185B6D60-AF0A-4974-AFE3-4BD25B89431E}" type="pres">
      <dgm:prSet presAssocID="{6C568DA8-A9DA-495A-B021-A38D18E375AF}" presName="connectorText" presStyleLbl="sibTrans2D1" presStyleIdx="10" presStyleCnt="14"/>
      <dgm:spPr/>
      <dgm:t>
        <a:bodyPr/>
        <a:lstStyle/>
        <a:p>
          <a:endParaRPr lang="en-US"/>
        </a:p>
      </dgm:t>
    </dgm:pt>
    <dgm:pt modelId="{6BFDF5F6-2229-4E9E-92A9-20CEA89CA4F1}" type="pres">
      <dgm:prSet presAssocID="{E8D7FF25-4079-42F6-9C2B-D3AD4BE96555}" presName="node" presStyleLbl="node1" presStyleIdx="1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83BDDD-DAA3-41AB-A12F-B24461235C70}" type="pres">
      <dgm:prSet presAssocID="{BFA50FC6-C5AF-4F5D-BEDA-E5F0D267E5A2}" presName="sibTrans" presStyleLbl="sibTrans2D1" presStyleIdx="11" presStyleCnt="14"/>
      <dgm:spPr/>
      <dgm:t>
        <a:bodyPr/>
        <a:lstStyle/>
        <a:p>
          <a:endParaRPr lang="en-US"/>
        </a:p>
      </dgm:t>
    </dgm:pt>
    <dgm:pt modelId="{DE3F2395-09A4-4FF1-953E-6F5222C71EA3}" type="pres">
      <dgm:prSet presAssocID="{BFA50FC6-C5AF-4F5D-BEDA-E5F0D267E5A2}" presName="connectorText" presStyleLbl="sibTrans2D1" presStyleIdx="11" presStyleCnt="14"/>
      <dgm:spPr/>
      <dgm:t>
        <a:bodyPr/>
        <a:lstStyle/>
        <a:p>
          <a:endParaRPr lang="en-US"/>
        </a:p>
      </dgm:t>
    </dgm:pt>
    <dgm:pt modelId="{2C48E8A3-6CC2-4319-BF53-AF5B5A899621}" type="pres">
      <dgm:prSet presAssocID="{1FD79E4F-9AB2-446D-95FE-A125AFEDABC0}" presName="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9F33C41-EB41-4806-9F2B-D3D4C8CE3467}" type="pres">
      <dgm:prSet presAssocID="{7333AAA8-FA82-463D-B184-CF81D3130414}" presName="sibTrans" presStyleLbl="sibTrans2D1" presStyleIdx="12" presStyleCnt="14"/>
      <dgm:spPr/>
      <dgm:t>
        <a:bodyPr/>
        <a:lstStyle/>
        <a:p>
          <a:endParaRPr lang="en-US"/>
        </a:p>
      </dgm:t>
    </dgm:pt>
    <dgm:pt modelId="{4E0E9010-72FC-4DE3-9C9A-C4258E892CAB}" type="pres">
      <dgm:prSet presAssocID="{7333AAA8-FA82-463D-B184-CF81D3130414}" presName="connectorText" presStyleLbl="sibTrans2D1" presStyleIdx="12" presStyleCnt="14"/>
      <dgm:spPr/>
      <dgm:t>
        <a:bodyPr/>
        <a:lstStyle/>
        <a:p>
          <a:endParaRPr lang="en-US"/>
        </a:p>
      </dgm:t>
    </dgm:pt>
    <dgm:pt modelId="{BF9DB776-481A-48A6-8B0C-8094518997F2}" type="pres">
      <dgm:prSet presAssocID="{742B70BB-07A9-47A7-9234-B09EDD26894E}" presName="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41A940-9532-4500-8976-8D3943664521}" type="pres">
      <dgm:prSet presAssocID="{FFED1015-7217-407F-B96B-49E9202C8E68}" presName="sibTrans" presStyleLbl="sibTrans2D1" presStyleIdx="13" presStyleCnt="14"/>
      <dgm:spPr/>
      <dgm:t>
        <a:bodyPr/>
        <a:lstStyle/>
        <a:p>
          <a:endParaRPr lang="en-US"/>
        </a:p>
      </dgm:t>
    </dgm:pt>
    <dgm:pt modelId="{6949F63E-BA54-4802-B50E-8E1037C0B944}" type="pres">
      <dgm:prSet presAssocID="{FFED1015-7217-407F-B96B-49E9202C8E68}" presName="connectorText" presStyleLbl="sibTrans2D1" presStyleIdx="13" presStyleCnt="14"/>
      <dgm:spPr/>
      <dgm:t>
        <a:bodyPr/>
        <a:lstStyle/>
        <a:p>
          <a:endParaRPr lang="en-US"/>
        </a:p>
      </dgm:t>
    </dgm:pt>
    <dgm:pt modelId="{CE2E4525-9F5E-49EE-AC7B-3C918586425B}" type="pres">
      <dgm:prSet presAssocID="{8184B6CA-E2F9-4417-AFF3-D5F3A0B43A83}" presName="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68162EE-149C-4C86-A5C8-5D0EBA595CA3}" type="presOf" srcId="{3A3C2C9E-984A-42A0-A77A-E4AEB3BE5A37}" destId="{6654B32B-E114-4EFF-BC5A-1242DBF977D0}" srcOrd="1" destOrd="0" presId="urn:microsoft.com/office/officeart/2005/8/layout/process5"/>
    <dgm:cxn modelId="{247AAECE-AA6D-4624-AB73-232E117FE293}" srcId="{14E95F9B-9AB8-4EC0-9C80-AB79690CAF4B}" destId="{8D5A0F68-BF4B-4D87-A6D8-091AA88BB136}" srcOrd="5" destOrd="0" parTransId="{2BF0EFE7-4762-4C3C-AAB4-6D74AFC10AAB}" sibTransId="{CF5936B5-DDD8-49E7-9D56-2D265E98407A}"/>
    <dgm:cxn modelId="{7CF3733D-09E7-42C9-9D9C-D4EEA3B7BA44}" type="presOf" srcId="{D4F08433-99F4-46C7-9438-1785A65AF226}" destId="{58BB100F-7C6E-4AFA-A618-6C33A89DF1E0}" srcOrd="1" destOrd="0" presId="urn:microsoft.com/office/officeart/2005/8/layout/process5"/>
    <dgm:cxn modelId="{52ED5F7B-0B3D-4BE4-8E09-327EC0EB7C5C}" type="presOf" srcId="{7588D10A-9D48-483A-9E15-C3E22D1DE71D}" destId="{F4BCE1D3-3937-43FC-A537-90EDCC4AD33B}" srcOrd="1" destOrd="0" presId="urn:microsoft.com/office/officeart/2005/8/layout/process5"/>
    <dgm:cxn modelId="{8599EA35-0E58-45BF-9B7E-2D66247BD131}" type="presOf" srcId="{6142203B-AF8E-40A2-AE58-B6790B6A1447}" destId="{DAED6603-FC85-448C-86C0-79779524C55C}" srcOrd="0" destOrd="0" presId="urn:microsoft.com/office/officeart/2005/8/layout/process5"/>
    <dgm:cxn modelId="{44D73D22-9B50-4A14-B69E-089659ED7DA0}" type="presOf" srcId="{14E95F9B-9AB8-4EC0-9C80-AB79690CAF4B}" destId="{D2313F34-865C-482E-82A9-0196D6A06B86}" srcOrd="0" destOrd="0" presId="urn:microsoft.com/office/officeart/2005/8/layout/process5"/>
    <dgm:cxn modelId="{B2D771AA-33C0-49D9-99B7-20BCC3A1420B}" srcId="{14E95F9B-9AB8-4EC0-9C80-AB79690CAF4B}" destId="{BC213EFE-DA80-4F73-8E32-E4EDDBDCB664}" srcOrd="6" destOrd="0" parTransId="{0BDBFA39-6D1A-4581-9AED-1CD4B7342DBF}" sibTransId="{83FDB211-1305-4023-A3DA-08B13FC1D6F6}"/>
    <dgm:cxn modelId="{97CC9D23-3C4F-469B-A46D-4A33D3B17E2A}" type="presOf" srcId="{3A3C2C9E-984A-42A0-A77A-E4AEB3BE5A37}" destId="{2230E1D6-B1E5-48AB-B0B7-68A0989C16EC}" srcOrd="0" destOrd="0" presId="urn:microsoft.com/office/officeart/2005/8/layout/process5"/>
    <dgm:cxn modelId="{9F5D6BCD-1FE6-4711-87A7-07661FF47355}" type="presOf" srcId="{CF5936B5-DDD8-49E7-9D56-2D265E98407A}" destId="{CCECD9FD-EEF2-4575-A075-B04AB1E4A80F}" srcOrd="1" destOrd="0" presId="urn:microsoft.com/office/officeart/2005/8/layout/process5"/>
    <dgm:cxn modelId="{6A4526CF-6E0A-475B-84EE-C94B3CDE3C08}" type="presOf" srcId="{7333AAA8-FA82-463D-B184-CF81D3130414}" destId="{99F33C41-EB41-4806-9F2B-D3D4C8CE3467}" srcOrd="0" destOrd="0" presId="urn:microsoft.com/office/officeart/2005/8/layout/process5"/>
    <dgm:cxn modelId="{4BD2F43E-C1C6-4B65-A9C0-6FC9BFF185E5}" type="presOf" srcId="{E8D7FF25-4079-42F6-9C2B-D3AD4BE96555}" destId="{6BFDF5F6-2229-4E9E-92A9-20CEA89CA4F1}" srcOrd="0" destOrd="0" presId="urn:microsoft.com/office/officeart/2005/8/layout/process5"/>
    <dgm:cxn modelId="{25D54ADE-2CD7-42D4-9536-9940A0F07F77}" srcId="{14E95F9B-9AB8-4EC0-9C80-AB79690CAF4B}" destId="{5D072378-8FF1-44D5-A7B3-580C3058940C}" srcOrd="7" destOrd="0" parTransId="{3B6FC92B-4F7B-4529-90A3-4AB29E8F9BB7}" sibTransId="{7588D10A-9D48-483A-9E15-C3E22D1DE71D}"/>
    <dgm:cxn modelId="{AF056C66-1316-4EAD-8038-3E300AFDEB9D}" type="presOf" srcId="{6C568DA8-A9DA-495A-B021-A38D18E375AF}" destId="{185B6D60-AF0A-4974-AFE3-4BD25B89431E}" srcOrd="1" destOrd="0" presId="urn:microsoft.com/office/officeart/2005/8/layout/process5"/>
    <dgm:cxn modelId="{769B0AA8-A29E-43D1-ADB9-13365E6C7136}" type="presOf" srcId="{FFED1015-7217-407F-B96B-49E9202C8E68}" destId="{2541A940-9532-4500-8976-8D3943664521}" srcOrd="0" destOrd="0" presId="urn:microsoft.com/office/officeart/2005/8/layout/process5"/>
    <dgm:cxn modelId="{3F295888-826F-4003-8C7F-747061C3DC5E}" type="presOf" srcId="{8184B6CA-E2F9-4417-AFF3-D5F3A0B43A83}" destId="{CE2E4525-9F5E-49EE-AC7B-3C918586425B}" srcOrd="0" destOrd="0" presId="urn:microsoft.com/office/officeart/2005/8/layout/process5"/>
    <dgm:cxn modelId="{4467AED1-3DE9-4F60-8046-9D5795523391}" type="presOf" srcId="{83FDB211-1305-4023-A3DA-08B13FC1D6F6}" destId="{F99876C9-3CCA-4526-8534-BD47E73D10E8}" srcOrd="1" destOrd="0" presId="urn:microsoft.com/office/officeart/2005/8/layout/process5"/>
    <dgm:cxn modelId="{424FDEAC-F963-4FFA-8E06-62A9DE9E37F9}" type="presOf" srcId="{7588D10A-9D48-483A-9E15-C3E22D1DE71D}" destId="{B16D8BE9-4241-4F78-8CD7-0858CA39C646}" srcOrd="0" destOrd="0" presId="urn:microsoft.com/office/officeart/2005/8/layout/process5"/>
    <dgm:cxn modelId="{3E706C52-7A70-423A-8C9D-3D0129B41AAB}" type="presOf" srcId="{215D89D6-CD41-498A-A7E1-93E1C9B88FE6}" destId="{C7787E85-0689-41D2-8086-868CDF0B6C57}" srcOrd="0" destOrd="0" presId="urn:microsoft.com/office/officeart/2005/8/layout/process5"/>
    <dgm:cxn modelId="{5634C475-EBBE-458B-B9EB-84B5B92F635C}" type="presOf" srcId="{6EE7F378-9FFB-48C9-85BD-43C2EBFE4954}" destId="{DF13FF28-8206-41D0-967A-64B678E407AF}" srcOrd="0" destOrd="0" presId="urn:microsoft.com/office/officeart/2005/8/layout/process5"/>
    <dgm:cxn modelId="{3D84C998-DD19-441C-8D73-3225D31810A0}" type="presOf" srcId="{AB80C21E-E1D3-434F-B6CC-E9BA41BE58C6}" destId="{1765B931-510E-4ED9-818B-550EF9222260}" srcOrd="0" destOrd="0" presId="urn:microsoft.com/office/officeart/2005/8/layout/process5"/>
    <dgm:cxn modelId="{78B09A0A-5C1D-4C26-9746-5B78AD5E0E72}" srcId="{14E95F9B-9AB8-4EC0-9C80-AB79690CAF4B}" destId="{215D89D6-CD41-498A-A7E1-93E1C9B88FE6}" srcOrd="10" destOrd="0" parTransId="{3E56F967-5642-43E0-ABB0-16CEB79AB733}" sibTransId="{6C568DA8-A9DA-495A-B021-A38D18E375AF}"/>
    <dgm:cxn modelId="{32EEDC6C-860C-4047-BEE3-8F1C8F6A59D0}" srcId="{14E95F9B-9AB8-4EC0-9C80-AB79690CAF4B}" destId="{3DBE5683-9A62-4CBB-8E58-12F377662BA2}" srcOrd="3" destOrd="0" parTransId="{16CC920F-6BD4-403B-AA7D-7784B6BDC3F6}" sibTransId="{6142203B-AF8E-40A2-AE58-B6790B6A1447}"/>
    <dgm:cxn modelId="{BAD20966-0E8C-4EFF-8DE5-B49517B455D8}" type="presOf" srcId="{BFA50FC6-C5AF-4F5D-BEDA-E5F0D267E5A2}" destId="{DE3F2395-09A4-4FF1-953E-6F5222C71EA3}" srcOrd="1" destOrd="0" presId="urn:microsoft.com/office/officeart/2005/8/layout/process5"/>
    <dgm:cxn modelId="{24C502CA-B33D-4061-A0EA-63E7983A3162}" srcId="{14E95F9B-9AB8-4EC0-9C80-AB79690CAF4B}" destId="{742B70BB-07A9-47A7-9234-B09EDD26894E}" srcOrd="13" destOrd="0" parTransId="{9CECA912-4728-4372-B792-319D9B27DD5F}" sibTransId="{FFED1015-7217-407F-B96B-49E9202C8E68}"/>
    <dgm:cxn modelId="{DE42D30F-1B76-427D-82A4-1E7B2AD2A8A3}" type="presOf" srcId="{7333AAA8-FA82-463D-B184-CF81D3130414}" destId="{4E0E9010-72FC-4DE3-9C9A-C4258E892CAB}" srcOrd="1" destOrd="0" presId="urn:microsoft.com/office/officeart/2005/8/layout/process5"/>
    <dgm:cxn modelId="{6BF31289-C2D0-4CC9-B670-6EF89DCE91D9}" type="presOf" srcId="{BC213EFE-DA80-4F73-8E32-E4EDDBDCB664}" destId="{A30FC1E3-1184-44CA-8DA3-C94AC853A4AA}" srcOrd="0" destOrd="0" presId="urn:microsoft.com/office/officeart/2005/8/layout/process5"/>
    <dgm:cxn modelId="{76982146-4E99-4129-A752-35613569D4F2}" srcId="{14E95F9B-9AB8-4EC0-9C80-AB79690CAF4B}" destId="{E8D7FF25-4079-42F6-9C2B-D3AD4BE96555}" srcOrd="11" destOrd="0" parTransId="{63F9DB3B-E3A2-49FE-BDAA-AFDC9D3CDFA8}" sibTransId="{BFA50FC6-C5AF-4F5D-BEDA-E5F0D267E5A2}"/>
    <dgm:cxn modelId="{FF353661-981C-4D44-9526-71D0F6A8282A}" type="presOf" srcId="{6C568DA8-A9DA-495A-B021-A38D18E375AF}" destId="{42C138DA-6EF0-4075-92F4-87E6E1A63854}" srcOrd="0" destOrd="0" presId="urn:microsoft.com/office/officeart/2005/8/layout/process5"/>
    <dgm:cxn modelId="{3DC40FFE-4973-4CC5-B167-3E0F1E3C3B9E}" type="presOf" srcId="{FFED1015-7217-407F-B96B-49E9202C8E68}" destId="{6949F63E-BA54-4802-B50E-8E1037C0B944}" srcOrd="1" destOrd="0" presId="urn:microsoft.com/office/officeart/2005/8/layout/process5"/>
    <dgm:cxn modelId="{1D97D2B5-0971-49C2-871A-AD4459EC7AF5}" type="presOf" srcId="{B703A8ED-E9F7-473F-8CFF-4187CD0BDCA6}" destId="{73806AC9-9CD9-4682-9C0F-66BC1B8F39F2}" srcOrd="0" destOrd="0" presId="urn:microsoft.com/office/officeart/2005/8/layout/process5"/>
    <dgm:cxn modelId="{C9BFBA18-444A-43FC-B0B9-787A82DF4EBA}" srcId="{14E95F9B-9AB8-4EC0-9C80-AB79690CAF4B}" destId="{8184B6CA-E2F9-4417-AFF3-D5F3A0B43A83}" srcOrd="14" destOrd="0" parTransId="{604180F5-2074-410C-922D-70C33185C73E}" sibTransId="{95283915-03E5-4006-98EB-36D7F11D82CA}"/>
    <dgm:cxn modelId="{8FF89030-D085-4116-9DC1-5DBDBAF21FEB}" srcId="{14E95F9B-9AB8-4EC0-9C80-AB79690CAF4B}" destId="{FDAFC5CD-50C8-4BF1-8839-1287467A42F0}" srcOrd="8" destOrd="0" parTransId="{0E623286-4852-445A-91AC-0BD00E02E070}" sibTransId="{6EE7F378-9FFB-48C9-85BD-43C2EBFE4954}"/>
    <dgm:cxn modelId="{1ED9AE9A-82D0-4646-BE11-8DA96FB7A048}" type="presOf" srcId="{83FDB211-1305-4023-A3DA-08B13FC1D6F6}" destId="{BAAC6EF9-8594-4897-A0E6-46EC2CBD4D88}" srcOrd="0" destOrd="0" presId="urn:microsoft.com/office/officeart/2005/8/layout/process5"/>
    <dgm:cxn modelId="{C1A8318A-C757-4128-A1C4-7090DD2BDB59}" type="presOf" srcId="{6142203B-AF8E-40A2-AE58-B6790B6A1447}" destId="{23F0E597-3A44-489C-8E1F-9C9F71DA83A0}" srcOrd="1" destOrd="0" presId="urn:microsoft.com/office/officeart/2005/8/layout/process5"/>
    <dgm:cxn modelId="{45FD621A-3E2F-4F23-AE06-DBC116D4BA86}" type="presOf" srcId="{E9808B35-FD82-49E0-ADF9-A3EEAECC4A5C}" destId="{E0701CC5-3E95-4371-B842-F5D395093081}" srcOrd="1" destOrd="0" presId="urn:microsoft.com/office/officeart/2005/8/layout/process5"/>
    <dgm:cxn modelId="{41100424-C36B-4855-A34A-AA3D061510BF}" type="presOf" srcId="{742B70BB-07A9-47A7-9234-B09EDD26894E}" destId="{BF9DB776-481A-48A6-8B0C-8094518997F2}" srcOrd="0" destOrd="0" presId="urn:microsoft.com/office/officeart/2005/8/layout/process5"/>
    <dgm:cxn modelId="{784609EE-48F2-481C-A211-971F3917371E}" type="presOf" srcId="{BFA50FC6-C5AF-4F5D-BEDA-E5F0D267E5A2}" destId="{5483BDDD-DAA3-41AB-A12F-B24461235C70}" srcOrd="0" destOrd="0" presId="urn:microsoft.com/office/officeart/2005/8/layout/process5"/>
    <dgm:cxn modelId="{FA7BD9DA-B1E7-4ABE-9248-D67AA107B58C}" type="presOf" srcId="{B703A8ED-E9F7-473F-8CFF-4187CD0BDCA6}" destId="{40803095-9453-4A2F-B65B-A2FC15F972C9}" srcOrd="1" destOrd="0" presId="urn:microsoft.com/office/officeart/2005/8/layout/process5"/>
    <dgm:cxn modelId="{5C071C1E-303B-4E90-8BE1-87F8725A9064}" type="presOf" srcId="{7BB4C028-E16E-43BA-A8C4-B08AF4A55436}" destId="{F3E3ED62-A5DF-4831-B758-0D4158E99EB0}" srcOrd="0" destOrd="0" presId="urn:microsoft.com/office/officeart/2005/8/layout/process5"/>
    <dgm:cxn modelId="{DE7BA00C-DEAD-42FA-AB8A-2155C26CAC93}" type="presOf" srcId="{D4F08433-99F4-46C7-9438-1785A65AF226}" destId="{6C908E11-546B-424D-87C5-3F436EF78323}" srcOrd="0" destOrd="0" presId="urn:microsoft.com/office/officeart/2005/8/layout/process5"/>
    <dgm:cxn modelId="{2384593E-FE0C-49A6-969E-2671D02093B9}" srcId="{14E95F9B-9AB8-4EC0-9C80-AB79690CAF4B}" destId="{7BB4C028-E16E-43BA-A8C4-B08AF4A55436}" srcOrd="4" destOrd="0" parTransId="{A684CF6F-8DC2-4CA2-87FE-8072F7704BEF}" sibTransId="{AB80C21E-E1D3-434F-B6CC-E9BA41BE58C6}"/>
    <dgm:cxn modelId="{69E7CDA7-E20E-4DF3-8644-30100F01E379}" type="presOf" srcId="{1FD79E4F-9AB2-446D-95FE-A125AFEDABC0}" destId="{2C48E8A3-6CC2-4319-BF53-AF5B5A899621}" srcOrd="0" destOrd="0" presId="urn:microsoft.com/office/officeart/2005/8/layout/process5"/>
    <dgm:cxn modelId="{06FBA662-7693-4B04-B2D8-0D7B3AF87F13}" type="presOf" srcId="{3DBE5683-9A62-4CBB-8E58-12F377662BA2}" destId="{88A13821-D969-4414-8BFB-D8AC83001605}" srcOrd="0" destOrd="0" presId="urn:microsoft.com/office/officeart/2005/8/layout/process5"/>
    <dgm:cxn modelId="{6664047E-1772-4369-83CB-0C404AD1FF84}" srcId="{14E95F9B-9AB8-4EC0-9C80-AB79690CAF4B}" destId="{1FD79E4F-9AB2-446D-95FE-A125AFEDABC0}" srcOrd="12" destOrd="0" parTransId="{789BD74D-5408-447A-9962-AB5B0DB221F4}" sibTransId="{7333AAA8-FA82-463D-B184-CF81D3130414}"/>
    <dgm:cxn modelId="{9AB3EE72-EE8E-4CC7-B562-2E0E0508A7BB}" type="presOf" srcId="{633C9884-85BF-4FF3-8A4B-7514728BD9D2}" destId="{401B594E-DBEA-41E5-923C-E645825E1843}" srcOrd="0" destOrd="0" presId="urn:microsoft.com/office/officeart/2005/8/layout/process5"/>
    <dgm:cxn modelId="{E780C9A5-5C6E-47B4-BFCE-DD5E576C088E}" type="presOf" srcId="{E967993D-55C9-457A-A4A2-155114F2CC86}" destId="{64BDF49E-8166-4D51-B26C-EA0B1034D812}" srcOrd="0" destOrd="0" presId="urn:microsoft.com/office/officeart/2005/8/layout/process5"/>
    <dgm:cxn modelId="{2325F9E8-E2B7-4B9F-9386-D8EF5A8C8B46}" srcId="{14E95F9B-9AB8-4EC0-9C80-AB79690CAF4B}" destId="{E967993D-55C9-457A-A4A2-155114F2CC86}" srcOrd="9" destOrd="0" parTransId="{E2212D40-91B1-4A37-AC75-4EC490B789D0}" sibTransId="{D4F08433-99F4-46C7-9438-1785A65AF226}"/>
    <dgm:cxn modelId="{80C43CE7-AA83-4214-944E-54BFF98E57C4}" type="presOf" srcId="{557BD877-A21D-4E38-92F5-3F8FFEFA44F2}" destId="{59E3639C-DB42-45C4-952B-73A968F3C9F7}" srcOrd="0" destOrd="0" presId="urn:microsoft.com/office/officeart/2005/8/layout/process5"/>
    <dgm:cxn modelId="{6438FE41-FB9E-4144-A21A-FA211672FBDB}" type="presOf" srcId="{AB80C21E-E1D3-434F-B6CC-E9BA41BE58C6}" destId="{C65E01B9-F38C-4948-9742-C3B4BF41A00A}" srcOrd="1" destOrd="0" presId="urn:microsoft.com/office/officeart/2005/8/layout/process5"/>
    <dgm:cxn modelId="{0ADCFE41-F01F-4833-8F10-D0B96EEBE304}" type="presOf" srcId="{95B51CA7-32B0-4D2E-87A6-04E379399DD7}" destId="{41D43DC7-568F-424E-A476-BE54675EBA2E}" srcOrd="0" destOrd="0" presId="urn:microsoft.com/office/officeart/2005/8/layout/process5"/>
    <dgm:cxn modelId="{ACF40CA9-A176-4B12-88F1-C9218A83F9D1}" type="presOf" srcId="{5D072378-8FF1-44D5-A7B3-580C3058940C}" destId="{6266CC32-6D04-47B3-A549-1B9EAEA8DB6E}" srcOrd="0" destOrd="0" presId="urn:microsoft.com/office/officeart/2005/8/layout/process5"/>
    <dgm:cxn modelId="{28ED2E19-5DA2-48A6-9002-621592605799}" type="presOf" srcId="{FDAFC5CD-50C8-4BF1-8839-1287467A42F0}" destId="{345D1F5F-1457-4E6E-8EEB-C562F0812525}" srcOrd="0" destOrd="0" presId="urn:microsoft.com/office/officeart/2005/8/layout/process5"/>
    <dgm:cxn modelId="{5587B5A2-C4CE-4130-8FC4-D35E5A20313F}" srcId="{14E95F9B-9AB8-4EC0-9C80-AB79690CAF4B}" destId="{633C9884-85BF-4FF3-8A4B-7514728BD9D2}" srcOrd="2" destOrd="0" parTransId="{4CF608A9-1055-4219-9169-42A4604C800B}" sibTransId="{3A3C2C9E-984A-42A0-A77A-E4AEB3BE5A37}"/>
    <dgm:cxn modelId="{E2823DE2-F668-4CEF-9120-796461B92813}" type="presOf" srcId="{6EE7F378-9FFB-48C9-85BD-43C2EBFE4954}" destId="{82331162-5F00-4368-BE30-A9A4F2A6C1D3}" srcOrd="1" destOrd="0" presId="urn:microsoft.com/office/officeart/2005/8/layout/process5"/>
    <dgm:cxn modelId="{5102E33F-8D49-449B-A4AC-91A70A657E67}" type="presOf" srcId="{CF5936B5-DDD8-49E7-9D56-2D265E98407A}" destId="{4F8A4FE2-0214-4159-A65F-7FC3D28E5275}" srcOrd="0" destOrd="0" presId="urn:microsoft.com/office/officeart/2005/8/layout/process5"/>
    <dgm:cxn modelId="{E636B679-AFC5-4601-A8DB-D97446E82C59}" type="presOf" srcId="{8D5A0F68-BF4B-4D87-A6D8-091AA88BB136}" destId="{06280A71-9DDD-4DF7-9FF4-CD77F2967F85}" srcOrd="0" destOrd="0" presId="urn:microsoft.com/office/officeart/2005/8/layout/process5"/>
    <dgm:cxn modelId="{FA8D6B00-26E5-4A5E-9F0C-9A30B5D00B59}" srcId="{14E95F9B-9AB8-4EC0-9C80-AB79690CAF4B}" destId="{95B51CA7-32B0-4D2E-87A6-04E379399DD7}" srcOrd="0" destOrd="0" parTransId="{EEE3BA56-3077-4663-9929-5F65BBE102B5}" sibTransId="{B703A8ED-E9F7-473F-8CFF-4187CD0BDCA6}"/>
    <dgm:cxn modelId="{9815985C-B8EC-4587-881F-34F37D347C48}" srcId="{14E95F9B-9AB8-4EC0-9C80-AB79690CAF4B}" destId="{557BD877-A21D-4E38-92F5-3F8FFEFA44F2}" srcOrd="1" destOrd="0" parTransId="{D16151B0-09CB-4BA8-9A14-EF92F999AD54}" sibTransId="{E9808B35-FD82-49E0-ADF9-A3EEAECC4A5C}"/>
    <dgm:cxn modelId="{C33A1E19-2222-4879-B14B-67B7F671E328}" type="presOf" srcId="{E9808B35-FD82-49E0-ADF9-A3EEAECC4A5C}" destId="{F0A6E0D2-B9A6-4F2F-BCCD-F38015CD89F3}" srcOrd="0" destOrd="0" presId="urn:microsoft.com/office/officeart/2005/8/layout/process5"/>
    <dgm:cxn modelId="{B94817EA-D77A-4F7C-8DD3-304A0EB89F19}" type="presParOf" srcId="{D2313F34-865C-482E-82A9-0196D6A06B86}" destId="{41D43DC7-568F-424E-A476-BE54675EBA2E}" srcOrd="0" destOrd="0" presId="urn:microsoft.com/office/officeart/2005/8/layout/process5"/>
    <dgm:cxn modelId="{55496ADE-70A8-41ED-8BF6-339B9C044D27}" type="presParOf" srcId="{D2313F34-865C-482E-82A9-0196D6A06B86}" destId="{73806AC9-9CD9-4682-9C0F-66BC1B8F39F2}" srcOrd="1" destOrd="0" presId="urn:microsoft.com/office/officeart/2005/8/layout/process5"/>
    <dgm:cxn modelId="{833973B9-90CF-4450-9A4D-5B0B2C81F70B}" type="presParOf" srcId="{73806AC9-9CD9-4682-9C0F-66BC1B8F39F2}" destId="{40803095-9453-4A2F-B65B-A2FC15F972C9}" srcOrd="0" destOrd="0" presId="urn:microsoft.com/office/officeart/2005/8/layout/process5"/>
    <dgm:cxn modelId="{7B7A7CBA-D83F-4E5E-889B-1E20F31EF7FC}" type="presParOf" srcId="{D2313F34-865C-482E-82A9-0196D6A06B86}" destId="{59E3639C-DB42-45C4-952B-73A968F3C9F7}" srcOrd="2" destOrd="0" presId="urn:microsoft.com/office/officeart/2005/8/layout/process5"/>
    <dgm:cxn modelId="{9BEFCBCC-E006-4713-A5AC-F3E843DFDBF0}" type="presParOf" srcId="{D2313F34-865C-482E-82A9-0196D6A06B86}" destId="{F0A6E0D2-B9A6-4F2F-BCCD-F38015CD89F3}" srcOrd="3" destOrd="0" presId="urn:microsoft.com/office/officeart/2005/8/layout/process5"/>
    <dgm:cxn modelId="{E8E764A2-1AC2-4539-8389-18C8DE692BE1}" type="presParOf" srcId="{F0A6E0D2-B9A6-4F2F-BCCD-F38015CD89F3}" destId="{E0701CC5-3E95-4371-B842-F5D395093081}" srcOrd="0" destOrd="0" presId="urn:microsoft.com/office/officeart/2005/8/layout/process5"/>
    <dgm:cxn modelId="{DDED1014-2272-43F6-99C8-3ECDC11217A8}" type="presParOf" srcId="{D2313F34-865C-482E-82A9-0196D6A06B86}" destId="{401B594E-DBEA-41E5-923C-E645825E1843}" srcOrd="4" destOrd="0" presId="urn:microsoft.com/office/officeart/2005/8/layout/process5"/>
    <dgm:cxn modelId="{F82BF4B5-5DF7-4699-8960-A8EB29D2AEE4}" type="presParOf" srcId="{D2313F34-865C-482E-82A9-0196D6A06B86}" destId="{2230E1D6-B1E5-48AB-B0B7-68A0989C16EC}" srcOrd="5" destOrd="0" presId="urn:microsoft.com/office/officeart/2005/8/layout/process5"/>
    <dgm:cxn modelId="{66869106-8665-4F4C-AC7B-7ECF3A720C89}" type="presParOf" srcId="{2230E1D6-B1E5-48AB-B0B7-68A0989C16EC}" destId="{6654B32B-E114-4EFF-BC5A-1242DBF977D0}" srcOrd="0" destOrd="0" presId="urn:microsoft.com/office/officeart/2005/8/layout/process5"/>
    <dgm:cxn modelId="{D98D09F6-A108-4669-AE91-636792857581}" type="presParOf" srcId="{D2313F34-865C-482E-82A9-0196D6A06B86}" destId="{88A13821-D969-4414-8BFB-D8AC83001605}" srcOrd="6" destOrd="0" presId="urn:microsoft.com/office/officeart/2005/8/layout/process5"/>
    <dgm:cxn modelId="{F1029089-A0C6-47B2-9472-035A78CE99B4}" type="presParOf" srcId="{D2313F34-865C-482E-82A9-0196D6A06B86}" destId="{DAED6603-FC85-448C-86C0-79779524C55C}" srcOrd="7" destOrd="0" presId="urn:microsoft.com/office/officeart/2005/8/layout/process5"/>
    <dgm:cxn modelId="{51265CD5-6994-4428-A05F-08D23EFCDA96}" type="presParOf" srcId="{DAED6603-FC85-448C-86C0-79779524C55C}" destId="{23F0E597-3A44-489C-8E1F-9C9F71DA83A0}" srcOrd="0" destOrd="0" presId="urn:microsoft.com/office/officeart/2005/8/layout/process5"/>
    <dgm:cxn modelId="{9D16070B-8B5C-481D-946C-D3EAA8239545}" type="presParOf" srcId="{D2313F34-865C-482E-82A9-0196D6A06B86}" destId="{F3E3ED62-A5DF-4831-B758-0D4158E99EB0}" srcOrd="8" destOrd="0" presId="urn:microsoft.com/office/officeart/2005/8/layout/process5"/>
    <dgm:cxn modelId="{66A6C69D-77C1-4080-B360-E7CC87DE5C1D}" type="presParOf" srcId="{D2313F34-865C-482E-82A9-0196D6A06B86}" destId="{1765B931-510E-4ED9-818B-550EF9222260}" srcOrd="9" destOrd="0" presId="urn:microsoft.com/office/officeart/2005/8/layout/process5"/>
    <dgm:cxn modelId="{4E230BEA-6A98-42A2-8EB5-7C6569875256}" type="presParOf" srcId="{1765B931-510E-4ED9-818B-550EF9222260}" destId="{C65E01B9-F38C-4948-9742-C3B4BF41A00A}" srcOrd="0" destOrd="0" presId="urn:microsoft.com/office/officeart/2005/8/layout/process5"/>
    <dgm:cxn modelId="{F173BDA1-DAF8-485F-ACA0-8ED8A6112916}" type="presParOf" srcId="{D2313F34-865C-482E-82A9-0196D6A06B86}" destId="{06280A71-9DDD-4DF7-9FF4-CD77F2967F85}" srcOrd="10" destOrd="0" presId="urn:microsoft.com/office/officeart/2005/8/layout/process5"/>
    <dgm:cxn modelId="{D79744A1-5673-4847-A327-B7F694A360EC}" type="presParOf" srcId="{D2313F34-865C-482E-82A9-0196D6A06B86}" destId="{4F8A4FE2-0214-4159-A65F-7FC3D28E5275}" srcOrd="11" destOrd="0" presId="urn:microsoft.com/office/officeart/2005/8/layout/process5"/>
    <dgm:cxn modelId="{890FB662-E830-4A8D-B9B6-8318EAFA6E42}" type="presParOf" srcId="{4F8A4FE2-0214-4159-A65F-7FC3D28E5275}" destId="{CCECD9FD-EEF2-4575-A075-B04AB1E4A80F}" srcOrd="0" destOrd="0" presId="urn:microsoft.com/office/officeart/2005/8/layout/process5"/>
    <dgm:cxn modelId="{4606FFC7-BBB2-4CB3-B3BF-14BA81FAD952}" type="presParOf" srcId="{D2313F34-865C-482E-82A9-0196D6A06B86}" destId="{A30FC1E3-1184-44CA-8DA3-C94AC853A4AA}" srcOrd="12" destOrd="0" presId="urn:microsoft.com/office/officeart/2005/8/layout/process5"/>
    <dgm:cxn modelId="{B59D1F85-4FB3-4196-BB8A-DDD65CB3D14F}" type="presParOf" srcId="{D2313F34-865C-482E-82A9-0196D6A06B86}" destId="{BAAC6EF9-8594-4897-A0E6-46EC2CBD4D88}" srcOrd="13" destOrd="0" presId="urn:microsoft.com/office/officeart/2005/8/layout/process5"/>
    <dgm:cxn modelId="{C0C49523-D1FF-48A8-B466-156B24F833A8}" type="presParOf" srcId="{BAAC6EF9-8594-4897-A0E6-46EC2CBD4D88}" destId="{F99876C9-3CCA-4526-8534-BD47E73D10E8}" srcOrd="0" destOrd="0" presId="urn:microsoft.com/office/officeart/2005/8/layout/process5"/>
    <dgm:cxn modelId="{A37E40EA-2C08-4900-B159-D0B0CEACFB45}" type="presParOf" srcId="{D2313F34-865C-482E-82A9-0196D6A06B86}" destId="{6266CC32-6D04-47B3-A549-1B9EAEA8DB6E}" srcOrd="14" destOrd="0" presId="urn:microsoft.com/office/officeart/2005/8/layout/process5"/>
    <dgm:cxn modelId="{627DE9CA-781F-49C0-97C9-0D965E1D55EE}" type="presParOf" srcId="{D2313F34-865C-482E-82A9-0196D6A06B86}" destId="{B16D8BE9-4241-4F78-8CD7-0858CA39C646}" srcOrd="15" destOrd="0" presId="urn:microsoft.com/office/officeart/2005/8/layout/process5"/>
    <dgm:cxn modelId="{078675DE-A8FA-4A4C-8CAE-0E35F0CE86BF}" type="presParOf" srcId="{B16D8BE9-4241-4F78-8CD7-0858CA39C646}" destId="{F4BCE1D3-3937-43FC-A537-90EDCC4AD33B}" srcOrd="0" destOrd="0" presId="urn:microsoft.com/office/officeart/2005/8/layout/process5"/>
    <dgm:cxn modelId="{C35AD8D8-1B00-48CC-BEE4-53F37EACB65C}" type="presParOf" srcId="{D2313F34-865C-482E-82A9-0196D6A06B86}" destId="{345D1F5F-1457-4E6E-8EEB-C562F0812525}" srcOrd="16" destOrd="0" presId="urn:microsoft.com/office/officeart/2005/8/layout/process5"/>
    <dgm:cxn modelId="{C3A400C8-8B8B-4E9B-A84E-5FB218CC453F}" type="presParOf" srcId="{D2313F34-865C-482E-82A9-0196D6A06B86}" destId="{DF13FF28-8206-41D0-967A-64B678E407AF}" srcOrd="17" destOrd="0" presId="urn:microsoft.com/office/officeart/2005/8/layout/process5"/>
    <dgm:cxn modelId="{7E599041-EA3B-429E-A915-47C55BC19D3E}" type="presParOf" srcId="{DF13FF28-8206-41D0-967A-64B678E407AF}" destId="{82331162-5F00-4368-BE30-A9A4F2A6C1D3}" srcOrd="0" destOrd="0" presId="urn:microsoft.com/office/officeart/2005/8/layout/process5"/>
    <dgm:cxn modelId="{6A79594D-86D0-490A-8BF9-A3F215DBC45D}" type="presParOf" srcId="{D2313F34-865C-482E-82A9-0196D6A06B86}" destId="{64BDF49E-8166-4D51-B26C-EA0B1034D812}" srcOrd="18" destOrd="0" presId="urn:microsoft.com/office/officeart/2005/8/layout/process5"/>
    <dgm:cxn modelId="{CE253156-C00F-4B0A-8497-A622DD82F8DF}" type="presParOf" srcId="{D2313F34-865C-482E-82A9-0196D6A06B86}" destId="{6C908E11-546B-424D-87C5-3F436EF78323}" srcOrd="19" destOrd="0" presId="urn:microsoft.com/office/officeart/2005/8/layout/process5"/>
    <dgm:cxn modelId="{1ABC84CE-BC45-4626-81AB-B01F8FCA1527}" type="presParOf" srcId="{6C908E11-546B-424D-87C5-3F436EF78323}" destId="{58BB100F-7C6E-4AFA-A618-6C33A89DF1E0}" srcOrd="0" destOrd="0" presId="urn:microsoft.com/office/officeart/2005/8/layout/process5"/>
    <dgm:cxn modelId="{E5B8FC5B-9F98-409B-B73F-CB3659F5441E}" type="presParOf" srcId="{D2313F34-865C-482E-82A9-0196D6A06B86}" destId="{C7787E85-0689-41D2-8086-868CDF0B6C57}" srcOrd="20" destOrd="0" presId="urn:microsoft.com/office/officeart/2005/8/layout/process5"/>
    <dgm:cxn modelId="{1934AE10-6CCD-4E33-83B7-2BC99F6E1A67}" type="presParOf" srcId="{D2313F34-865C-482E-82A9-0196D6A06B86}" destId="{42C138DA-6EF0-4075-92F4-87E6E1A63854}" srcOrd="21" destOrd="0" presId="urn:microsoft.com/office/officeart/2005/8/layout/process5"/>
    <dgm:cxn modelId="{D0372003-18E1-4E51-8DE7-E527D6952BD1}" type="presParOf" srcId="{42C138DA-6EF0-4075-92F4-87E6E1A63854}" destId="{185B6D60-AF0A-4974-AFE3-4BD25B89431E}" srcOrd="0" destOrd="0" presId="urn:microsoft.com/office/officeart/2005/8/layout/process5"/>
    <dgm:cxn modelId="{8D7A8AB0-4E10-4548-B7BD-52C6E32C1342}" type="presParOf" srcId="{D2313F34-865C-482E-82A9-0196D6A06B86}" destId="{6BFDF5F6-2229-4E9E-92A9-20CEA89CA4F1}" srcOrd="22" destOrd="0" presId="urn:microsoft.com/office/officeart/2005/8/layout/process5"/>
    <dgm:cxn modelId="{D0D5E1E1-6FA6-4436-8580-80A6A37445AA}" type="presParOf" srcId="{D2313F34-865C-482E-82A9-0196D6A06B86}" destId="{5483BDDD-DAA3-41AB-A12F-B24461235C70}" srcOrd="23" destOrd="0" presId="urn:microsoft.com/office/officeart/2005/8/layout/process5"/>
    <dgm:cxn modelId="{F0B0F77F-D7FC-4A72-A5CC-56DC7E76ADC6}" type="presParOf" srcId="{5483BDDD-DAA3-41AB-A12F-B24461235C70}" destId="{DE3F2395-09A4-4FF1-953E-6F5222C71EA3}" srcOrd="0" destOrd="0" presId="urn:microsoft.com/office/officeart/2005/8/layout/process5"/>
    <dgm:cxn modelId="{44936956-FED1-4120-A39C-D2767EA6E52E}" type="presParOf" srcId="{D2313F34-865C-482E-82A9-0196D6A06B86}" destId="{2C48E8A3-6CC2-4319-BF53-AF5B5A899621}" srcOrd="24" destOrd="0" presId="urn:microsoft.com/office/officeart/2005/8/layout/process5"/>
    <dgm:cxn modelId="{8CD9B47D-E074-480E-AA19-CAFF6525B3FF}" type="presParOf" srcId="{D2313F34-865C-482E-82A9-0196D6A06B86}" destId="{99F33C41-EB41-4806-9F2B-D3D4C8CE3467}" srcOrd="25" destOrd="0" presId="urn:microsoft.com/office/officeart/2005/8/layout/process5"/>
    <dgm:cxn modelId="{F505014E-8444-4408-ADAD-3F5E21ECE94C}" type="presParOf" srcId="{99F33C41-EB41-4806-9F2B-D3D4C8CE3467}" destId="{4E0E9010-72FC-4DE3-9C9A-C4258E892CAB}" srcOrd="0" destOrd="0" presId="urn:microsoft.com/office/officeart/2005/8/layout/process5"/>
    <dgm:cxn modelId="{1A780C96-00F8-46FE-A573-D675F17938AC}" type="presParOf" srcId="{D2313F34-865C-482E-82A9-0196D6A06B86}" destId="{BF9DB776-481A-48A6-8B0C-8094518997F2}" srcOrd="26" destOrd="0" presId="urn:microsoft.com/office/officeart/2005/8/layout/process5"/>
    <dgm:cxn modelId="{7E2F3C02-8908-4687-AA4E-3796242F8CBE}" type="presParOf" srcId="{D2313F34-865C-482E-82A9-0196D6A06B86}" destId="{2541A940-9532-4500-8976-8D3943664521}" srcOrd="27" destOrd="0" presId="urn:microsoft.com/office/officeart/2005/8/layout/process5"/>
    <dgm:cxn modelId="{9CB3D482-CDBE-41C9-B0A5-D9C3ADC26CF1}" type="presParOf" srcId="{2541A940-9532-4500-8976-8D3943664521}" destId="{6949F63E-BA54-4802-B50E-8E1037C0B944}" srcOrd="0" destOrd="0" presId="urn:microsoft.com/office/officeart/2005/8/layout/process5"/>
    <dgm:cxn modelId="{B5013FB8-E2D5-42A8-96B3-D7620AA700F7}" type="presParOf" srcId="{D2313F34-865C-482E-82A9-0196D6A06B86}" destId="{CE2E4525-9F5E-49EE-AC7B-3C918586425B}" srcOrd="2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70D40-803D-40B5-A5B4-BB23C562D411}">
      <dsp:nvSpPr>
        <dsp:cNvPr id="0" name=""/>
        <dsp:cNvSpPr/>
      </dsp:nvSpPr>
      <dsp:spPr>
        <a:xfrm>
          <a:off x="0" y="543261"/>
          <a:ext cx="80772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393D0A6-BB2A-4E84-A796-A8BA0386B2E4}">
      <dsp:nvSpPr>
        <dsp:cNvPr id="0" name=""/>
        <dsp:cNvSpPr/>
      </dsp:nvSpPr>
      <dsp:spPr>
        <a:xfrm>
          <a:off x="403860" y="41421"/>
          <a:ext cx="7220039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itchFamily="18" charset="0"/>
              <a:cs typeface="Times New Roman" pitchFamily="18" charset="0"/>
            </a:rPr>
            <a:t>Getting an integrated view of business</a:t>
          </a:r>
          <a:r>
            <a:rPr lang="en-US" sz="3200" kern="1200" dirty="0" smtClean="0">
              <a:latin typeface="Times New Roman" pitchFamily="18" charset="0"/>
              <a:cs typeface="Times New Roman" pitchFamily="18" charset="0"/>
            </a:rPr>
            <a:t>.</a:t>
          </a:r>
          <a:endParaRPr lang="en-US" sz="3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856" y="90417"/>
        <a:ext cx="7122047" cy="905688"/>
      </dsp:txXfrm>
    </dsp:sp>
    <dsp:sp modelId="{143CEA0B-48D6-40DC-B092-FEBF6BE2FA70}">
      <dsp:nvSpPr>
        <dsp:cNvPr id="0" name=""/>
        <dsp:cNvSpPr/>
      </dsp:nvSpPr>
      <dsp:spPr>
        <a:xfrm>
          <a:off x="0" y="2085501"/>
          <a:ext cx="80772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39E7C08-4434-4316-ACB6-744A4CC4DD8E}">
      <dsp:nvSpPr>
        <dsp:cNvPr id="0" name=""/>
        <dsp:cNvSpPr/>
      </dsp:nvSpPr>
      <dsp:spPr>
        <a:xfrm>
          <a:off x="403860" y="1583661"/>
          <a:ext cx="7315027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latin typeface="Times New Roman" pitchFamily="18" charset="0"/>
              <a:cs typeface="Times New Roman" pitchFamily="18" charset="0"/>
            </a:rPr>
            <a:t>Mutual understanding within the management team.</a:t>
          </a:r>
          <a:endParaRPr lang="en-US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856" y="1632657"/>
        <a:ext cx="7217035" cy="905688"/>
      </dsp:txXfrm>
    </dsp:sp>
    <dsp:sp modelId="{196CECBE-214D-472B-9122-A865D0CF3E82}">
      <dsp:nvSpPr>
        <dsp:cNvPr id="0" name=""/>
        <dsp:cNvSpPr/>
      </dsp:nvSpPr>
      <dsp:spPr>
        <a:xfrm>
          <a:off x="0" y="3627741"/>
          <a:ext cx="80772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05C7CD1-D4D2-4C70-818D-F0C8565092A3}">
      <dsp:nvSpPr>
        <dsp:cNvPr id="0" name=""/>
        <dsp:cNvSpPr/>
      </dsp:nvSpPr>
      <dsp:spPr>
        <a:xfrm>
          <a:off x="403860" y="3125901"/>
          <a:ext cx="7042615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709" tIns="0" rIns="21370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>
              <a:latin typeface="Times New Roman" pitchFamily="18" charset="0"/>
              <a:cs typeface="Times New Roman" pitchFamily="18" charset="0"/>
            </a:rPr>
            <a:t>Determining financial needs and applying for fund.</a:t>
          </a:r>
          <a:endParaRPr lang="en-US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2856" y="3174897"/>
        <a:ext cx="6944623" cy="9056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78B12-CC8E-4652-B827-6755A0ADF9E1}">
      <dsp:nvSpPr>
        <dsp:cNvPr id="0" name=""/>
        <dsp:cNvSpPr/>
      </dsp:nvSpPr>
      <dsp:spPr>
        <a:xfrm>
          <a:off x="0" y="543261"/>
          <a:ext cx="74676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3A8AF2F-ACF2-450E-9FA7-1FCF6C802EBA}">
      <dsp:nvSpPr>
        <dsp:cNvPr id="0" name=""/>
        <dsp:cNvSpPr/>
      </dsp:nvSpPr>
      <dsp:spPr>
        <a:xfrm>
          <a:off x="373380" y="41421"/>
          <a:ext cx="5227320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7580" tIns="0" rIns="19758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Times New Roman" pitchFamily="18" charset="0"/>
              <a:cs typeface="Times New Roman" pitchFamily="18" charset="0"/>
            </a:rPr>
            <a:t>Approval from board of director</a:t>
          </a:r>
          <a:endParaRPr lang="en-US" sz="3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376" y="90417"/>
        <a:ext cx="5129328" cy="905688"/>
      </dsp:txXfrm>
    </dsp:sp>
    <dsp:sp modelId="{BEAE2E04-5BE8-40DC-8935-820767301A7F}">
      <dsp:nvSpPr>
        <dsp:cNvPr id="0" name=""/>
        <dsp:cNvSpPr/>
      </dsp:nvSpPr>
      <dsp:spPr>
        <a:xfrm>
          <a:off x="0" y="2085501"/>
          <a:ext cx="74676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79569" tIns="708152" rIns="579569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3400" kern="1200" dirty="0"/>
        </a:p>
      </dsp:txBody>
      <dsp:txXfrm>
        <a:off x="0" y="2085501"/>
        <a:ext cx="7467600" cy="856800"/>
      </dsp:txXfrm>
    </dsp:sp>
    <dsp:sp modelId="{9B813CF8-DDEE-420D-B831-73F6D1CA6F21}">
      <dsp:nvSpPr>
        <dsp:cNvPr id="0" name=""/>
        <dsp:cNvSpPr/>
      </dsp:nvSpPr>
      <dsp:spPr>
        <a:xfrm>
          <a:off x="373380" y="1583661"/>
          <a:ext cx="5227320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7580" tIns="0" rIns="19758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Times New Roman" pitchFamily="18" charset="0"/>
              <a:cs typeface="Times New Roman" pitchFamily="18" charset="0"/>
            </a:rPr>
            <a:t>Informing lender </a:t>
          </a:r>
          <a:endParaRPr lang="en-US" sz="3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376" y="1632657"/>
        <a:ext cx="5129328" cy="905688"/>
      </dsp:txXfrm>
    </dsp:sp>
    <dsp:sp modelId="{AE02F34D-85A3-489B-AAB9-087588DE7202}">
      <dsp:nvSpPr>
        <dsp:cNvPr id="0" name=""/>
        <dsp:cNvSpPr/>
      </dsp:nvSpPr>
      <dsp:spPr>
        <a:xfrm>
          <a:off x="0" y="3627741"/>
          <a:ext cx="7467600" cy="856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70000">
            <a:schemeClr val="lt2">
              <a:alpha val="90000"/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125D55A-463C-4D6E-9AE3-DEDCD5F6DFE5}">
      <dsp:nvSpPr>
        <dsp:cNvPr id="0" name=""/>
        <dsp:cNvSpPr/>
      </dsp:nvSpPr>
      <dsp:spPr>
        <a:xfrm>
          <a:off x="373380" y="3125901"/>
          <a:ext cx="5227320" cy="10036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dk2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dk2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dk2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dk2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dk2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7580" tIns="0" rIns="19758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>
              <a:latin typeface="Times New Roman" pitchFamily="18" charset="0"/>
              <a:cs typeface="Times New Roman" pitchFamily="18" charset="0"/>
            </a:rPr>
            <a:t>Informing partner</a:t>
          </a:r>
          <a:endParaRPr lang="en-US" sz="3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376" y="3174897"/>
        <a:ext cx="5129328" cy="9056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9B6F19-0F9A-4BEA-BCBF-83AC22E03B24}">
      <dsp:nvSpPr>
        <dsp:cNvPr id="0" name=""/>
        <dsp:cNvSpPr/>
      </dsp:nvSpPr>
      <dsp:spPr>
        <a:xfrm>
          <a:off x="1470818" y="0"/>
          <a:ext cx="4525963" cy="4525963"/>
        </a:xfrm>
        <a:prstGeom prst="diamond">
          <a:avLst/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3">
                <a:tint val="40000"/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3">
                <a:tint val="40000"/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3">
                <a:tint val="40000"/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3">
                <a:tint val="40000"/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3">
                <a:tint val="40000"/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101426F-3098-4257-8EFF-1C7EFD2425A5}">
      <dsp:nvSpPr>
        <dsp:cNvPr id="0" name=""/>
        <dsp:cNvSpPr/>
      </dsp:nvSpPr>
      <dsp:spPr>
        <a:xfrm>
          <a:off x="1900784" y="429966"/>
          <a:ext cx="1765125" cy="17651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3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3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3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CEO</a:t>
          </a:r>
          <a:endParaRPr lang="en-US" sz="1900" kern="1200" dirty="0"/>
        </a:p>
      </dsp:txBody>
      <dsp:txXfrm>
        <a:off x="1986950" y="516132"/>
        <a:ext cx="1592793" cy="1592793"/>
      </dsp:txXfrm>
    </dsp:sp>
    <dsp:sp modelId="{1EEAB7C9-68E4-404B-B658-A15D7534DA8B}">
      <dsp:nvSpPr>
        <dsp:cNvPr id="0" name=""/>
        <dsp:cNvSpPr/>
      </dsp:nvSpPr>
      <dsp:spPr>
        <a:xfrm>
          <a:off x="3801689" y="429966"/>
          <a:ext cx="1765125" cy="17651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3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3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3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Marketing and sales manager</a:t>
          </a:r>
          <a:endParaRPr lang="en-US" sz="1900" kern="1200" dirty="0"/>
        </a:p>
      </dsp:txBody>
      <dsp:txXfrm>
        <a:off x="3887855" y="516132"/>
        <a:ext cx="1592793" cy="1592793"/>
      </dsp:txXfrm>
    </dsp:sp>
    <dsp:sp modelId="{D921E01C-4B32-4188-AD40-50BFBC934DE4}">
      <dsp:nvSpPr>
        <dsp:cNvPr id="0" name=""/>
        <dsp:cNvSpPr/>
      </dsp:nvSpPr>
      <dsp:spPr>
        <a:xfrm>
          <a:off x="1900784" y="2330870"/>
          <a:ext cx="1765125" cy="17651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3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3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3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Development and production managers</a:t>
          </a:r>
          <a:endParaRPr lang="en-US" sz="1900" kern="1200" dirty="0"/>
        </a:p>
      </dsp:txBody>
      <dsp:txXfrm>
        <a:off x="1986950" y="2417036"/>
        <a:ext cx="1592793" cy="1592793"/>
      </dsp:txXfrm>
    </dsp:sp>
    <dsp:sp modelId="{69CD8507-4BFF-4032-89E3-C3FF365B9B77}">
      <dsp:nvSpPr>
        <dsp:cNvPr id="0" name=""/>
        <dsp:cNvSpPr/>
      </dsp:nvSpPr>
      <dsp:spPr>
        <a:xfrm>
          <a:off x="3801689" y="2330870"/>
          <a:ext cx="1765125" cy="1765125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73000"/>
                <a:satMod val="150000"/>
              </a:schemeClr>
            </a:gs>
            <a:gs pos="25000">
              <a:schemeClr val="accent3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3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3">
                <a:hueOff val="0"/>
                <a:satOff val="0"/>
                <a:lumOff val="0"/>
                <a:alphaOff val="0"/>
                <a:shade val="57000"/>
                <a:satMod val="12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56000"/>
                <a:satMod val="145000"/>
              </a:schemeClr>
            </a:gs>
            <a:gs pos="88000">
              <a:schemeClr val="accent3">
                <a:hueOff val="0"/>
                <a:satOff val="0"/>
                <a:lumOff val="0"/>
                <a:alphaOff val="0"/>
                <a:shade val="63000"/>
                <a:satMod val="16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9555"/>
                <a:satMod val="155000"/>
              </a:schemeClr>
            </a:gs>
          </a:gsLst>
          <a:lin ang="5400000" scaled="1"/>
        </a:gradFill>
        <a:ln>
          <a:noFill/>
        </a:ln>
        <a:effectLst>
          <a:glow rad="70000">
            <a:schemeClr val="accent3">
              <a:hueOff val="0"/>
              <a:satOff val="0"/>
              <a:lumOff val="0"/>
              <a:alphaOff val="0"/>
              <a:tint val="30000"/>
              <a:shade val="95000"/>
              <a:satMod val="300000"/>
              <a:alpha val="5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Financial manager</a:t>
          </a:r>
          <a:endParaRPr lang="en-US" sz="1900" kern="1200" dirty="0"/>
        </a:p>
      </dsp:txBody>
      <dsp:txXfrm>
        <a:off x="3887855" y="2417036"/>
        <a:ext cx="1592793" cy="1592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D43DC7-568F-424E-A476-BE54675EBA2E}">
      <dsp:nvSpPr>
        <dsp:cNvPr id="0" name=""/>
        <dsp:cNvSpPr/>
      </dsp:nvSpPr>
      <dsp:spPr>
        <a:xfrm>
          <a:off x="4329" y="51800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Cover Page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27918" y="541593"/>
        <a:ext cx="1295112" cy="758196"/>
      </dsp:txXfrm>
    </dsp:sp>
    <dsp:sp modelId="{73806AC9-9CD9-4682-9C0F-66BC1B8F39F2}">
      <dsp:nvSpPr>
        <dsp:cNvPr id="0" name=""/>
        <dsp:cNvSpPr/>
      </dsp:nvSpPr>
      <dsp:spPr>
        <a:xfrm>
          <a:off x="1464741" y="75424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1464741" y="820824"/>
        <a:ext cx="199196" cy="199733"/>
      </dsp:txXfrm>
    </dsp:sp>
    <dsp:sp modelId="{59E3639C-DB42-45C4-952B-73A968F3C9F7}">
      <dsp:nvSpPr>
        <dsp:cNvPr id="0" name=""/>
        <dsp:cNvSpPr/>
      </dsp:nvSpPr>
      <dsp:spPr>
        <a:xfrm>
          <a:off x="1883536" y="51800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Table of Contents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1907125" y="541593"/>
        <a:ext cx="1295112" cy="758196"/>
      </dsp:txXfrm>
    </dsp:sp>
    <dsp:sp modelId="{F0A6E0D2-B9A6-4F2F-BCCD-F38015CD89F3}">
      <dsp:nvSpPr>
        <dsp:cNvPr id="0" name=""/>
        <dsp:cNvSpPr/>
      </dsp:nvSpPr>
      <dsp:spPr>
        <a:xfrm>
          <a:off x="3343947" y="75424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3343947" y="820824"/>
        <a:ext cx="199196" cy="199733"/>
      </dsp:txXfrm>
    </dsp:sp>
    <dsp:sp modelId="{401B594E-DBEA-41E5-923C-E645825E1843}">
      <dsp:nvSpPr>
        <dsp:cNvPr id="0" name=""/>
        <dsp:cNvSpPr/>
      </dsp:nvSpPr>
      <dsp:spPr>
        <a:xfrm>
          <a:off x="3762742" y="51800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Executive Summary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3786331" y="541593"/>
        <a:ext cx="1295112" cy="758196"/>
      </dsp:txXfrm>
    </dsp:sp>
    <dsp:sp modelId="{2230E1D6-B1E5-48AB-B0B7-68A0989C16EC}">
      <dsp:nvSpPr>
        <dsp:cNvPr id="0" name=""/>
        <dsp:cNvSpPr/>
      </dsp:nvSpPr>
      <dsp:spPr>
        <a:xfrm>
          <a:off x="5223154" y="75424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5223154" y="820824"/>
        <a:ext cx="199196" cy="199733"/>
      </dsp:txXfrm>
    </dsp:sp>
    <dsp:sp modelId="{88A13821-D969-4414-8BFB-D8AC83001605}">
      <dsp:nvSpPr>
        <dsp:cNvPr id="0" name=""/>
        <dsp:cNvSpPr/>
      </dsp:nvSpPr>
      <dsp:spPr>
        <a:xfrm>
          <a:off x="5641948" y="51800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Marketing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5665537" y="541593"/>
        <a:ext cx="1295112" cy="758196"/>
      </dsp:txXfrm>
    </dsp:sp>
    <dsp:sp modelId="{DAED6603-FC85-448C-86C0-79779524C55C}">
      <dsp:nvSpPr>
        <dsp:cNvPr id="0" name=""/>
        <dsp:cNvSpPr/>
      </dsp:nvSpPr>
      <dsp:spPr>
        <a:xfrm>
          <a:off x="7102360" y="75424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7102360" y="820824"/>
        <a:ext cx="199196" cy="199733"/>
      </dsp:txXfrm>
    </dsp:sp>
    <dsp:sp modelId="{F3E3ED62-A5DF-4831-B758-0D4158E99EB0}">
      <dsp:nvSpPr>
        <dsp:cNvPr id="0" name=""/>
        <dsp:cNvSpPr/>
      </dsp:nvSpPr>
      <dsp:spPr>
        <a:xfrm>
          <a:off x="7521154" y="51800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Technical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7544743" y="541593"/>
        <a:ext cx="1295112" cy="758196"/>
      </dsp:txXfrm>
    </dsp:sp>
    <dsp:sp modelId="{1765B931-510E-4ED9-818B-550EF9222260}">
      <dsp:nvSpPr>
        <dsp:cNvPr id="0" name=""/>
        <dsp:cNvSpPr/>
      </dsp:nvSpPr>
      <dsp:spPr>
        <a:xfrm rot="5400000">
          <a:off x="8050017" y="1417338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-5400000">
        <a:off x="8092434" y="1441499"/>
        <a:ext cx="199733" cy="199196"/>
      </dsp:txXfrm>
    </dsp:sp>
    <dsp:sp modelId="{06280A71-9DDD-4DF7-9FF4-CD77F2967F85}">
      <dsp:nvSpPr>
        <dsp:cNvPr id="0" name=""/>
        <dsp:cNvSpPr/>
      </dsp:nvSpPr>
      <dsp:spPr>
        <a:xfrm>
          <a:off x="7521154" y="186029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Company Information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7544743" y="1883883"/>
        <a:ext cx="1295112" cy="758196"/>
      </dsp:txXfrm>
    </dsp:sp>
    <dsp:sp modelId="{4F8A4FE2-0214-4159-A65F-7FC3D28E5275}">
      <dsp:nvSpPr>
        <dsp:cNvPr id="0" name=""/>
        <dsp:cNvSpPr/>
      </dsp:nvSpPr>
      <dsp:spPr>
        <a:xfrm rot="10800000">
          <a:off x="7118467" y="209653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10800000">
        <a:off x="7203836" y="2163114"/>
        <a:ext cx="199196" cy="199733"/>
      </dsp:txXfrm>
    </dsp:sp>
    <dsp:sp modelId="{A30FC1E3-1184-44CA-8DA3-C94AC853A4AA}">
      <dsp:nvSpPr>
        <dsp:cNvPr id="0" name=""/>
        <dsp:cNvSpPr/>
      </dsp:nvSpPr>
      <dsp:spPr>
        <a:xfrm>
          <a:off x="5641948" y="186029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Operations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5665537" y="1883883"/>
        <a:ext cx="1295112" cy="758196"/>
      </dsp:txXfrm>
    </dsp:sp>
    <dsp:sp modelId="{BAAC6EF9-8594-4897-A0E6-46EC2CBD4D88}">
      <dsp:nvSpPr>
        <dsp:cNvPr id="0" name=""/>
        <dsp:cNvSpPr/>
      </dsp:nvSpPr>
      <dsp:spPr>
        <a:xfrm rot="10800000">
          <a:off x="5239261" y="209653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10800000">
        <a:off x="5324630" y="2163114"/>
        <a:ext cx="199196" cy="199733"/>
      </dsp:txXfrm>
    </dsp:sp>
    <dsp:sp modelId="{6266CC32-6D04-47B3-A549-1B9EAEA8DB6E}">
      <dsp:nvSpPr>
        <dsp:cNvPr id="0" name=""/>
        <dsp:cNvSpPr/>
      </dsp:nvSpPr>
      <dsp:spPr>
        <a:xfrm>
          <a:off x="3762742" y="186029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Organizational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3786331" y="1883883"/>
        <a:ext cx="1295112" cy="758196"/>
      </dsp:txXfrm>
    </dsp:sp>
    <dsp:sp modelId="{B16D8BE9-4241-4F78-8CD7-0858CA39C646}">
      <dsp:nvSpPr>
        <dsp:cNvPr id="0" name=""/>
        <dsp:cNvSpPr/>
      </dsp:nvSpPr>
      <dsp:spPr>
        <a:xfrm rot="10800000">
          <a:off x="3360055" y="209653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10800000">
        <a:off x="3445424" y="2163114"/>
        <a:ext cx="199196" cy="199733"/>
      </dsp:txXfrm>
    </dsp:sp>
    <dsp:sp modelId="{345D1F5F-1457-4E6E-8EEB-C562F0812525}">
      <dsp:nvSpPr>
        <dsp:cNvPr id="0" name=""/>
        <dsp:cNvSpPr/>
      </dsp:nvSpPr>
      <dsp:spPr>
        <a:xfrm>
          <a:off x="1883536" y="186029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Project Timeline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1907125" y="1883883"/>
        <a:ext cx="1295112" cy="758196"/>
      </dsp:txXfrm>
    </dsp:sp>
    <dsp:sp modelId="{DF13FF28-8206-41D0-967A-64B678E407AF}">
      <dsp:nvSpPr>
        <dsp:cNvPr id="0" name=""/>
        <dsp:cNvSpPr/>
      </dsp:nvSpPr>
      <dsp:spPr>
        <a:xfrm rot="10800000">
          <a:off x="1480849" y="209653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10800000">
        <a:off x="1566218" y="2163114"/>
        <a:ext cx="199196" cy="199733"/>
      </dsp:txXfrm>
    </dsp:sp>
    <dsp:sp modelId="{64BDF49E-8166-4D51-B26C-EA0B1034D812}">
      <dsp:nvSpPr>
        <dsp:cNvPr id="0" name=""/>
        <dsp:cNvSpPr/>
      </dsp:nvSpPr>
      <dsp:spPr>
        <a:xfrm>
          <a:off x="4329" y="186029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Critical risk and Assumption</a:t>
          </a:r>
        </a:p>
      </dsp:txBody>
      <dsp:txXfrm>
        <a:off x="27918" y="1883883"/>
        <a:ext cx="1295112" cy="758196"/>
      </dsp:txXfrm>
    </dsp:sp>
    <dsp:sp modelId="{6C908E11-546B-424D-87C5-3F436EF78323}">
      <dsp:nvSpPr>
        <dsp:cNvPr id="0" name=""/>
        <dsp:cNvSpPr/>
      </dsp:nvSpPr>
      <dsp:spPr>
        <a:xfrm rot="5400000">
          <a:off x="533192" y="2759628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 rot="-5400000">
        <a:off x="575609" y="2783789"/>
        <a:ext cx="199733" cy="199196"/>
      </dsp:txXfrm>
    </dsp:sp>
    <dsp:sp modelId="{C7787E85-0689-41D2-8086-868CDF0B6C57}">
      <dsp:nvSpPr>
        <dsp:cNvPr id="0" name=""/>
        <dsp:cNvSpPr/>
      </dsp:nvSpPr>
      <dsp:spPr>
        <a:xfrm>
          <a:off x="4329" y="320258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Social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27918" y="3226173"/>
        <a:ext cx="1295112" cy="758196"/>
      </dsp:txXfrm>
    </dsp:sp>
    <dsp:sp modelId="{42C138DA-6EF0-4075-92F4-87E6E1A63854}">
      <dsp:nvSpPr>
        <dsp:cNvPr id="0" name=""/>
        <dsp:cNvSpPr/>
      </dsp:nvSpPr>
      <dsp:spPr>
        <a:xfrm>
          <a:off x="1464741" y="343882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1464741" y="3505404"/>
        <a:ext cx="199196" cy="199733"/>
      </dsp:txXfrm>
    </dsp:sp>
    <dsp:sp modelId="{6BFDF5F6-2229-4E9E-92A9-20CEA89CA4F1}">
      <dsp:nvSpPr>
        <dsp:cNvPr id="0" name=""/>
        <dsp:cNvSpPr/>
      </dsp:nvSpPr>
      <dsp:spPr>
        <a:xfrm>
          <a:off x="1883536" y="320258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Exit Strategy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1907125" y="3226173"/>
        <a:ext cx="1295112" cy="758196"/>
      </dsp:txXfrm>
    </dsp:sp>
    <dsp:sp modelId="{5483BDDD-DAA3-41AB-A12F-B24461235C70}">
      <dsp:nvSpPr>
        <dsp:cNvPr id="0" name=""/>
        <dsp:cNvSpPr/>
      </dsp:nvSpPr>
      <dsp:spPr>
        <a:xfrm>
          <a:off x="3343947" y="343882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3343947" y="3505404"/>
        <a:ext cx="199196" cy="199733"/>
      </dsp:txXfrm>
    </dsp:sp>
    <dsp:sp modelId="{2C48E8A3-6CC2-4319-BF53-AF5B5A899621}">
      <dsp:nvSpPr>
        <dsp:cNvPr id="0" name=""/>
        <dsp:cNvSpPr/>
      </dsp:nvSpPr>
      <dsp:spPr>
        <a:xfrm>
          <a:off x="3762742" y="320258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Financial Plan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3786331" y="3226173"/>
        <a:ext cx="1295112" cy="758196"/>
      </dsp:txXfrm>
    </dsp:sp>
    <dsp:sp modelId="{99F33C41-EB41-4806-9F2B-D3D4C8CE3467}">
      <dsp:nvSpPr>
        <dsp:cNvPr id="0" name=""/>
        <dsp:cNvSpPr/>
      </dsp:nvSpPr>
      <dsp:spPr>
        <a:xfrm>
          <a:off x="5223154" y="343882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5223154" y="3505404"/>
        <a:ext cx="199196" cy="199733"/>
      </dsp:txXfrm>
    </dsp:sp>
    <dsp:sp modelId="{BF9DB776-481A-48A6-8B0C-8094518997F2}">
      <dsp:nvSpPr>
        <dsp:cNvPr id="0" name=""/>
        <dsp:cNvSpPr/>
      </dsp:nvSpPr>
      <dsp:spPr>
        <a:xfrm>
          <a:off x="5641948" y="320258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Conclusion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5665537" y="3226173"/>
        <a:ext cx="1295112" cy="758196"/>
      </dsp:txXfrm>
    </dsp:sp>
    <dsp:sp modelId="{2541A940-9532-4500-8976-8D3943664521}">
      <dsp:nvSpPr>
        <dsp:cNvPr id="0" name=""/>
        <dsp:cNvSpPr/>
      </dsp:nvSpPr>
      <dsp:spPr>
        <a:xfrm>
          <a:off x="7102360" y="3438827"/>
          <a:ext cx="284565" cy="332887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50" kern="120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7102360" y="3505404"/>
        <a:ext cx="199196" cy="199733"/>
      </dsp:txXfrm>
    </dsp:sp>
    <dsp:sp modelId="{CE2E4525-9F5E-49EE-AC7B-3C918586425B}">
      <dsp:nvSpPr>
        <dsp:cNvPr id="0" name=""/>
        <dsp:cNvSpPr/>
      </dsp:nvSpPr>
      <dsp:spPr>
        <a:xfrm>
          <a:off x="7521154" y="3202584"/>
          <a:ext cx="1342290" cy="80537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chemeClr val="accent1">
                  <a:lumMod val="40000"/>
                  <a:lumOff val="60000"/>
                </a:schemeClr>
              </a:solidFill>
              <a:latin typeface="Aharoni" pitchFamily="2" charset="-79"/>
              <a:cs typeface="Aharoni" pitchFamily="2" charset="-79"/>
            </a:rPr>
            <a:t>Appendices</a:t>
          </a:r>
          <a:endParaRPr lang="en-US" sz="1600" kern="1200" dirty="0">
            <a:solidFill>
              <a:schemeClr val="accent1">
                <a:lumMod val="40000"/>
                <a:lumOff val="60000"/>
              </a:schemeClr>
            </a:solidFill>
            <a:latin typeface="Aharoni" pitchFamily="2" charset="-79"/>
            <a:cs typeface="Aharoni" pitchFamily="2" charset="-79"/>
          </a:endParaRPr>
        </a:p>
      </dsp:txBody>
      <dsp:txXfrm>
        <a:off x="7544743" y="3226173"/>
        <a:ext cx="1295112" cy="758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55C1B-1B3A-46E5-9497-24A87F8E9D27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3D19C-C86A-4ECC-B716-5CB5D161F0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14C0F32-256E-43A6-9569-88D69750BEDC}" type="slidenum">
              <a:rPr lang="en-US" smtClean="0">
                <a:latin typeface="Arial" pitchFamily="34" charset="0"/>
                <a:cs typeface="Arial" pitchFamily="34" charset="0"/>
              </a:rPr>
              <a:pPr/>
              <a:t>27</a:t>
            </a:fld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914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2701925" y="2130425"/>
            <a:ext cx="4800600" cy="1470025"/>
          </a:xfrm>
        </p:spPr>
        <p:txBody>
          <a:bodyPr/>
          <a:lstStyle>
            <a:lvl1pPr>
              <a:buClr>
                <a:srgbClr val="FFFFFF"/>
              </a:buCl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IN" noProof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701925" y="3886200"/>
            <a:ext cx="4114800" cy="1752600"/>
          </a:xfrm>
        </p:spPr>
        <p:txBody>
          <a:bodyPr/>
          <a:lstStyle>
            <a:lvl1pPr marL="0" indent="0">
              <a:buClr>
                <a:srgbClr val="FFFFFF"/>
              </a:buClr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IN" noProof="0" smtClean="0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32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36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93988" y="1600200"/>
            <a:ext cx="30861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32488" y="1600200"/>
            <a:ext cx="308768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6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7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505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48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0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50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9025" y="274638"/>
            <a:ext cx="15811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93988" y="274638"/>
            <a:ext cx="4592637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64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136525" y="136525"/>
            <a:ext cx="8866188" cy="658177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455613" y="2130425"/>
            <a:ext cx="7313612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IN" noProof="0" smtClean="0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55613" y="3886200"/>
            <a:ext cx="7313612" cy="1752600"/>
          </a:xfrm>
        </p:spPr>
        <p:txBody>
          <a:bodyPr/>
          <a:lstStyle>
            <a:lvl1pPr marL="0" indent="0">
              <a:buClr>
                <a:srgbClr val="FFFFFF"/>
              </a:buClr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IN" noProof="0" smtClean="0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AF0DC35F-F361-4C8E-8B32-0259EC0B2D41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C95BED-B7E6-4792-ABD1-B7056373C503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80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9CF246-1211-4D74-AAF7-5A70C92C2C4A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692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600200"/>
            <a:ext cx="40370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600200"/>
            <a:ext cx="40370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36BE2A-3DE7-42BF-AA14-2534D63FE3D5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004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46CFE-0627-4CE0-B3E8-CCFFD8A93DB6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9174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0ACA19-BF87-47D5-924A-FC04C2873DC0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330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49A201-B80D-42B3-B5C9-96B2A362A09B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9416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CFC3C2-5F2B-4D1F-B6B7-2E500FBB7A20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1868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D91ECE-5CE6-471B-AD96-90BA415FCF45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2724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160F1-E80E-4C7F-B3E5-6B81A3B2A364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76529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274638"/>
            <a:ext cx="2055813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274638"/>
            <a:ext cx="601821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9EA13-BFCA-49E6-AFA4-0E28C90CF2A4}" type="slidenum">
              <a:rPr lang="en-IN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3813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9F622-EF51-42C6-9988-739A61608AAA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7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956724-06A8-4A64-8482-AD374C31ACF0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D82-DEE3-4A39-BFD7-5C632F7B2FC9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D7691-653B-4458-86EB-0100FC5BCE91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5" name="Freeform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4A218-A1BC-457C-B0FF-33AF57C4B3D6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1276FF-3775-4D2D-B8FE-4E7E3F9FA77D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7EB3C-86A1-48A1-890D-222C8E204CF6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133ED-652E-4928-ABFA-E38FF0485D9B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55C0A-A629-483C-AB2B-522109ED9DD3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8D4B98-72E8-4AF8-B56D-EA68D7B7430F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5B2A8-B2A7-4DA2-9CE7-E16D10951FEC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98F9C-A0DA-4FCC-A646-A2121B37D280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5C87E8-4514-481A-A312-A39AF76440D3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925D2-2892-4D31-AE06-8E041888522D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C578D-4A26-428E-9392-608ACAB61710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B1114-4998-4024-9284-539B3EA26365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1168B-60D2-438E-81D2-7EF1AE4ECC9D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49D804-A58F-4D92-BF23-D0CD4CF9D4C2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8AF1DA-2160-47A8-BAA8-4B89EA8CA5FC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AB3DE-BBBD-445C-806D-3CC8643943A6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AACEA8-BC7E-424D-9A17-7F59953C3508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EE5E2-3BCD-41C1-B3D5-4C6750A7F769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2703513" y="274638"/>
            <a:ext cx="6316662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I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  <p:custDataLst>
              <p:tags r:id="rId14"/>
            </p:custDataLst>
          </p:nvPr>
        </p:nvSpPr>
        <p:spPr bwMode="auto">
          <a:xfrm>
            <a:off x="2693988" y="1600200"/>
            <a:ext cx="632618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25B14100-EB9C-400B-804A-8A274AEBBEE4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0DC6536-485A-4D59-A537-B3667012068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136525" y="136525"/>
            <a:ext cx="8866188" cy="658177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title"/>
            <p:custDataLst>
              <p:tags r:id="rId13"/>
            </p:custDataLst>
          </p:nvPr>
        </p:nvSpPr>
        <p:spPr bwMode="auto">
          <a:xfrm>
            <a:off x="455613" y="274638"/>
            <a:ext cx="82264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IN" smtClean="0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body" idx="1"/>
            <p:custDataLst>
              <p:tags r:id="rId14"/>
            </p:custDataLst>
          </p:nvPr>
        </p:nvSpPr>
        <p:spPr bwMode="auto">
          <a:xfrm>
            <a:off x="455613" y="1600200"/>
            <a:ext cx="82264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 smtClean="0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IN" dirty="0"/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IN" dirty="0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A7ED42B-2C8F-40BF-82C8-C770280737BD}" type="slidenum">
              <a:rPr lang="en-IN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buClr>
          <a:schemeClr val="tx1"/>
        </a:buClr>
        <a:defRPr sz="32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>
              <a:defRPr/>
            </a:pPr>
            <a:endParaRPr lang="en-US" dirty="0">
              <a:solidFill>
                <a:prstClr val="black"/>
              </a:solidFill>
              <a:cs typeface="Arial" pitchFamily="34" charset="0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C580D4-33E9-4ACF-8D64-412CE541DFB5}" type="datetimeFigureOut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6/2/2026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srgbClr val="575F6D">
                  <a:shade val="50000"/>
                </a:srgb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2">
                    <a:shade val="5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575E6E7-3485-4EF4-A7C5-FEAC541CDB7B}" type="slidenum">
              <a:rPr lang="en-US">
                <a:solidFill>
                  <a:srgbClr val="575F6D">
                    <a:shade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75F6D">
                  <a:shade val="50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Franklin Gothic Book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010" name="AutoShape 2" descr="The Importance of a Business Model (And the Tool to Create One) | Wealth  Build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012" name="AutoShape 4" descr="The Importance of a Business Model (And the Tool to Create One) | Wealth  Build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The Day-in-the-Life Exercise - Shockwave Innova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144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6802" name="Picture 2" descr="What is a model?&#10;A&#10;model&#10;A plan or&#10;Diagram&#10;Used to&#10;make&#10;something&#10;Used to&#10;describe&#10;something&#10;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107" y="381000"/>
            <a:ext cx="8322501" cy="62483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5778" name="Picture 2" descr="What is a business model?&#10;How it competes&#10;Utilizes its resources&#10;Structures its relationships&#10;Interfaces with customers&#10;Cr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199"/>
            <a:ext cx="8077200" cy="606423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4754" name="Picture 2" descr="Importance of a business model&#10; Serves as an ongoing extension of feasibility analysis&#10; Focuses attention on how all the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80999"/>
            <a:ext cx="8229600" cy="61786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3730" name="Picture 2" descr="Emergence of a business model&#10;• The Value Chain&#10;• The string of activities that moves a product from the&#10;raw material stag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534400" cy="63279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2706" name="Picture 2" descr="Emergence of a business model&#10;• Primary activities&#10;• Support activities&#10;Firm&#10;Infrastructure&#10;Human&#10;Resource&#10;Management&#10;Tech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1390"/>
            <a:ext cx="8508788" cy="645801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682" name="Picture 2" descr="Components&#10;of Business&#10;Model&#10;Core&#10;Strategy&#10;Strategic&#10;Resources&#10;Partnership&#10;network&#10;Customer&#10;interface&#10;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28600"/>
            <a:ext cx="8458200" cy="6350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5058" name="Picture 2" descr="Procedure to start small scale industri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2400"/>
            <a:ext cx="8559376" cy="647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building&#10;blocks&#10;9&#10;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9144000" cy="5791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0" y="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FFFF00"/>
                </a:solidFill>
              </a:rPr>
              <a:t>OSTERWALDER BUSINESS MODEL CANVAS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77230" y="0"/>
            <a:ext cx="929846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98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25261" y="0"/>
            <a:ext cx="939452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884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" y="0"/>
            <a:ext cx="9143474" cy="686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6753" y="-1"/>
            <a:ext cx="9160753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808"/>
            <a:ext cx="9144000" cy="6912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7111" y="0"/>
            <a:ext cx="9241111" cy="700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44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2530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-1"/>
            <a:ext cx="9144001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31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9142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2782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 </a:t>
            </a: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http://blog.luz.vc/wp-content/uploads/2015/10/Business-pla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7696200" cy="9144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What is business plan?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8229600" cy="5334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endParaRPr lang="en-US" dirty="0" smtClean="0"/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business plan is a comprehensive written description of the business of an enterprise.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Its main purpose is to present future of an enterprise.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It is a crucial element in any application for funding.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algn="ctr" eaLnBrk="1" hangingPunct="1">
              <a:defRPr/>
            </a:pP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Why a business plan ?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76400"/>
          <a:ext cx="80772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7467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Who reads business plan?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7467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1143000"/>
          </a:xfrm>
        </p:spPr>
        <p:txBody>
          <a:bodyPr/>
          <a:lstStyle/>
          <a:p>
            <a:pPr algn="just" eaLnBrk="1" hangingPunct="1"/>
            <a:r>
              <a:rPr lang="en-US" b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Who prepares a business plan?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7467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19088"/>
            <a:ext cx="9110663" cy="621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1" name="Picture 3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0" y="361546"/>
            <a:ext cx="9144000" cy="613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7" name="Picture 3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-48330" y="381000"/>
            <a:ext cx="9192330" cy="6064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3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0" y="391839"/>
            <a:ext cx="9143999" cy="6074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0" y="381001"/>
            <a:ext cx="9144000" cy="6049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5" name="Picture 3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0" y="300790"/>
            <a:ext cx="9143999" cy="6256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0" y="353057"/>
            <a:ext cx="9144000" cy="6151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5" name="Picture 1"/>
          <p:cNvPicPr>
            <a:picLocks noChangeAspect="1" noChangeArrowheads="1"/>
          </p:cNvPicPr>
          <p:nvPr/>
        </p:nvPicPr>
        <p:blipFill>
          <a:blip r:embed="rId2" cstate="print">
            <a:lum contrast="40000"/>
          </a:blip>
          <a:srcRect/>
          <a:stretch>
            <a:fillRect/>
          </a:stretch>
        </p:blipFill>
        <p:spPr bwMode="auto">
          <a:xfrm>
            <a:off x="-16800" y="990600"/>
            <a:ext cx="9160800" cy="4867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95288" y="260350"/>
            <a:ext cx="8424862" cy="5835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425" y="0"/>
            <a:ext cx="8791575" cy="1143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Advantages of Business Planning </a:t>
            </a:r>
            <a:endParaRPr lang="en-US" b="1" dirty="0">
              <a:solidFill>
                <a:schemeClr val="accent5">
                  <a:lumMod val="20000"/>
                  <a:lumOff val="8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344" y="1600200"/>
            <a:ext cx="8804832" cy="4525963"/>
          </a:xfrm>
        </p:spPr>
        <p:txBody>
          <a:bodyPr/>
          <a:lstStyle/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Helps in convincing others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Reduction in emotional bias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Provide SWOT analysis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Develop consistent strategy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Achieve one’s commitment 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Feasibility study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Action plan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Selling tool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Fund raising 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Evaluating progress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endParaRPr lang="en-US" sz="2800" dirty="0">
              <a:solidFill>
                <a:schemeClr val="accent5">
                  <a:lumMod val="20000"/>
                  <a:lumOff val="80000"/>
                </a:schemeClr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67775" cy="114300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Disadvantages of Business Planning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28" y="1600200"/>
            <a:ext cx="8881147" cy="4525963"/>
          </a:xfrm>
        </p:spPr>
        <p:txBody>
          <a:bodyPr/>
          <a:lstStyle/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Discouragement for new ideas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Time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Tunnel Vision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Expense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Inflexible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Obsolete</a:t>
            </a:r>
          </a:p>
          <a:p>
            <a:pPr>
              <a:buClr>
                <a:srgbClr val="FFFF00"/>
              </a:buClr>
              <a:buFont typeface="Wingdings" pitchFamily="2" charset="2"/>
              <a:buChar char="Ø"/>
            </a:pPr>
            <a:r>
              <a:rPr lang="en-US" sz="280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itchFamily="66" charset="0"/>
              </a:rPr>
              <a:t>Lack of Accountability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363" y="795338"/>
            <a:ext cx="7915275" cy="526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Feasibility report -basic concepts with example"/>
          <p:cNvPicPr>
            <a:picLocks noChangeAspect="1" noChangeArrowheads="1"/>
          </p:cNvPicPr>
          <p:nvPr/>
        </p:nvPicPr>
        <p:blipFill>
          <a:blip r:embed="rId2" cstate="print">
            <a:lum contrast="20000"/>
          </a:blip>
          <a:srcRect/>
          <a:stretch>
            <a:fillRect/>
          </a:stretch>
        </p:blipFill>
        <p:spPr bwMode="auto">
          <a:xfrm>
            <a:off x="0" y="914400"/>
            <a:ext cx="9144000" cy="5145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685800" y="274638"/>
            <a:ext cx="83343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AA1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haroni" pitchFamily="2" charset="-79"/>
                <a:ea typeface="+mj-ea"/>
                <a:cs typeface="Aharoni" pitchFamily="2" charset="-79"/>
              </a:rPr>
              <a:t>Contents of a Model Project Report</a:t>
            </a: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haroni" pitchFamily="2" charset="-79"/>
              <a:ea typeface="+mj-ea"/>
              <a:cs typeface="Aharoni" pitchFamily="2" charset="-79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52400" y="1600200"/>
          <a:ext cx="8867775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599" y="0"/>
            <a:ext cx="7096485" cy="6802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_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_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TM_Tit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TM_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2_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SM2_Tex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TM2_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NRSTYLE" val="Indezine_TM2_Text"/>
</p:tagLst>
</file>

<file path=ppt/theme/theme1.xml><?xml version="1.0" encoding="utf-8"?>
<a:theme xmlns:a="http://schemas.openxmlformats.org/drawingml/2006/main" name="ind_3443_slide">
  <a:themeElements>
    <a:clrScheme name="Office Theme 2">
      <a:dk1>
        <a:srgbClr val="000000"/>
      </a:dk1>
      <a:lt1>
        <a:srgbClr val="FF9933"/>
      </a:lt1>
      <a:dk2>
        <a:srgbClr val="000000"/>
      </a:dk2>
      <a:lt2>
        <a:srgbClr val="CCCCCC"/>
      </a:lt2>
      <a:accent1>
        <a:srgbClr val="805900"/>
      </a:accent1>
      <a:accent2>
        <a:srgbClr val="99371F"/>
      </a:accent2>
      <a:accent3>
        <a:srgbClr val="FFCAAD"/>
      </a:accent3>
      <a:accent4>
        <a:srgbClr val="000000"/>
      </a:accent4>
      <a:accent5>
        <a:srgbClr val="C0B5AA"/>
      </a:accent5>
      <a:accent6>
        <a:srgbClr val="8A311B"/>
      </a:accent6>
      <a:hlink>
        <a:srgbClr val="733900"/>
      </a:hlink>
      <a:folHlink>
        <a:srgbClr val="80192B"/>
      </a:folHlink>
    </a:clrScheme>
    <a:fontScheme name="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A65300"/>
        </a:accent1>
        <a:accent2>
          <a:srgbClr val="8C4600"/>
        </a:accent2>
        <a:accent3>
          <a:srgbClr val="FFCAAD"/>
        </a:accent3>
        <a:accent4>
          <a:srgbClr val="000000"/>
        </a:accent4>
        <a:accent5>
          <a:srgbClr val="D0B3AA"/>
        </a:accent5>
        <a:accent6>
          <a:srgbClr val="7E3F00"/>
        </a:accent6>
        <a:hlink>
          <a:srgbClr val="7339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805900"/>
        </a:accent1>
        <a:accent2>
          <a:srgbClr val="99371F"/>
        </a:accent2>
        <a:accent3>
          <a:srgbClr val="FFCAAD"/>
        </a:accent3>
        <a:accent4>
          <a:srgbClr val="000000"/>
        </a:accent4>
        <a:accent5>
          <a:srgbClr val="C0B5AA"/>
        </a:accent5>
        <a:accent6>
          <a:srgbClr val="8A311B"/>
        </a:accent6>
        <a:hlink>
          <a:srgbClr val="733900"/>
        </a:hlink>
        <a:folHlink>
          <a:srgbClr val="80192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2B4F7A"/>
        </a:accent1>
        <a:accent2>
          <a:srgbClr val="804000"/>
        </a:accent2>
        <a:accent3>
          <a:srgbClr val="FFCAAD"/>
        </a:accent3>
        <a:accent4>
          <a:srgbClr val="000000"/>
        </a:accent4>
        <a:accent5>
          <a:srgbClr val="ACB2BE"/>
        </a:accent5>
        <a:accent6>
          <a:srgbClr val="733900"/>
        </a:accent6>
        <a:hlink>
          <a:srgbClr val="453161"/>
        </a:hlink>
        <a:folHlink>
          <a:srgbClr val="134C3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505900"/>
        </a:accent1>
        <a:accent2>
          <a:srgbClr val="204C6B"/>
        </a:accent2>
        <a:accent3>
          <a:srgbClr val="FFCAAD"/>
        </a:accent3>
        <a:accent4>
          <a:srgbClr val="000000"/>
        </a:accent4>
        <a:accent5>
          <a:srgbClr val="B3B5AA"/>
        </a:accent5>
        <a:accent6>
          <a:srgbClr val="1C4460"/>
        </a:accent6>
        <a:hlink>
          <a:srgbClr val="5E265A"/>
        </a:hlink>
        <a:folHlink>
          <a:srgbClr val="6B3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A65300"/>
        </a:accent1>
        <a:accent2>
          <a:srgbClr val="8C4600"/>
        </a:accent2>
        <a:accent3>
          <a:srgbClr val="FFFFFF"/>
        </a:accent3>
        <a:accent4>
          <a:srgbClr val="000000"/>
        </a:accent4>
        <a:accent5>
          <a:srgbClr val="D0B3AA"/>
        </a:accent5>
        <a:accent6>
          <a:srgbClr val="7E3F00"/>
        </a:accent6>
        <a:hlink>
          <a:srgbClr val="7339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805900"/>
        </a:accent1>
        <a:accent2>
          <a:srgbClr val="99371F"/>
        </a:accent2>
        <a:accent3>
          <a:srgbClr val="FFFFFF"/>
        </a:accent3>
        <a:accent4>
          <a:srgbClr val="000000"/>
        </a:accent4>
        <a:accent5>
          <a:srgbClr val="C0B5AA"/>
        </a:accent5>
        <a:accent6>
          <a:srgbClr val="8A311B"/>
        </a:accent6>
        <a:hlink>
          <a:srgbClr val="733900"/>
        </a:hlink>
        <a:folHlink>
          <a:srgbClr val="80192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2B4F7A"/>
        </a:accent1>
        <a:accent2>
          <a:srgbClr val="804000"/>
        </a:accent2>
        <a:accent3>
          <a:srgbClr val="FFFFFF"/>
        </a:accent3>
        <a:accent4>
          <a:srgbClr val="000000"/>
        </a:accent4>
        <a:accent5>
          <a:srgbClr val="ACB2BE"/>
        </a:accent5>
        <a:accent6>
          <a:srgbClr val="733900"/>
        </a:accent6>
        <a:hlink>
          <a:srgbClr val="453161"/>
        </a:hlink>
        <a:folHlink>
          <a:srgbClr val="134C3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505900"/>
        </a:accent1>
        <a:accent2>
          <a:srgbClr val="204C6B"/>
        </a:accent2>
        <a:accent3>
          <a:srgbClr val="FFFFFF"/>
        </a:accent3>
        <a:accent4>
          <a:srgbClr val="000000"/>
        </a:accent4>
        <a:accent5>
          <a:srgbClr val="B3B5AA"/>
        </a:accent5>
        <a:accent6>
          <a:srgbClr val="1C4460"/>
        </a:accent6>
        <a:hlink>
          <a:srgbClr val="5E265A"/>
        </a:hlink>
        <a:folHlink>
          <a:srgbClr val="6B3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2">
      <a:dk1>
        <a:srgbClr val="000000"/>
      </a:dk1>
      <a:lt1>
        <a:srgbClr val="FF9933"/>
      </a:lt1>
      <a:dk2>
        <a:srgbClr val="000000"/>
      </a:dk2>
      <a:lt2>
        <a:srgbClr val="CCCCCC"/>
      </a:lt2>
      <a:accent1>
        <a:srgbClr val="805900"/>
      </a:accent1>
      <a:accent2>
        <a:srgbClr val="99371F"/>
      </a:accent2>
      <a:accent3>
        <a:srgbClr val="FFCAAD"/>
      </a:accent3>
      <a:accent4>
        <a:srgbClr val="000000"/>
      </a:accent4>
      <a:accent5>
        <a:srgbClr val="C0B5AA"/>
      </a:accent5>
      <a:accent6>
        <a:srgbClr val="8A311B"/>
      </a:accent6>
      <a:hlink>
        <a:srgbClr val="733900"/>
      </a:hlink>
      <a:folHlink>
        <a:srgbClr val="80192B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A65300"/>
        </a:accent1>
        <a:accent2>
          <a:srgbClr val="8C4600"/>
        </a:accent2>
        <a:accent3>
          <a:srgbClr val="FFCAAD"/>
        </a:accent3>
        <a:accent4>
          <a:srgbClr val="000000"/>
        </a:accent4>
        <a:accent5>
          <a:srgbClr val="D0B3AA"/>
        </a:accent5>
        <a:accent6>
          <a:srgbClr val="7E3F00"/>
        </a:accent6>
        <a:hlink>
          <a:srgbClr val="7339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805900"/>
        </a:accent1>
        <a:accent2>
          <a:srgbClr val="99371F"/>
        </a:accent2>
        <a:accent3>
          <a:srgbClr val="FFCAAD"/>
        </a:accent3>
        <a:accent4>
          <a:srgbClr val="000000"/>
        </a:accent4>
        <a:accent5>
          <a:srgbClr val="C0B5AA"/>
        </a:accent5>
        <a:accent6>
          <a:srgbClr val="8A311B"/>
        </a:accent6>
        <a:hlink>
          <a:srgbClr val="733900"/>
        </a:hlink>
        <a:folHlink>
          <a:srgbClr val="80192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2B4F7A"/>
        </a:accent1>
        <a:accent2>
          <a:srgbClr val="804000"/>
        </a:accent2>
        <a:accent3>
          <a:srgbClr val="FFCAAD"/>
        </a:accent3>
        <a:accent4>
          <a:srgbClr val="000000"/>
        </a:accent4>
        <a:accent5>
          <a:srgbClr val="ACB2BE"/>
        </a:accent5>
        <a:accent6>
          <a:srgbClr val="733900"/>
        </a:accent6>
        <a:hlink>
          <a:srgbClr val="453161"/>
        </a:hlink>
        <a:folHlink>
          <a:srgbClr val="134C3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9933"/>
        </a:lt1>
        <a:dk2>
          <a:srgbClr val="000000"/>
        </a:dk2>
        <a:lt2>
          <a:srgbClr val="CCCCCC"/>
        </a:lt2>
        <a:accent1>
          <a:srgbClr val="505900"/>
        </a:accent1>
        <a:accent2>
          <a:srgbClr val="204C6B"/>
        </a:accent2>
        <a:accent3>
          <a:srgbClr val="FFCAAD"/>
        </a:accent3>
        <a:accent4>
          <a:srgbClr val="000000"/>
        </a:accent4>
        <a:accent5>
          <a:srgbClr val="B3B5AA"/>
        </a:accent5>
        <a:accent6>
          <a:srgbClr val="1C4460"/>
        </a:accent6>
        <a:hlink>
          <a:srgbClr val="5E265A"/>
        </a:hlink>
        <a:folHlink>
          <a:srgbClr val="6B3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A65300"/>
        </a:accent1>
        <a:accent2>
          <a:srgbClr val="8C4600"/>
        </a:accent2>
        <a:accent3>
          <a:srgbClr val="FFFFFF"/>
        </a:accent3>
        <a:accent4>
          <a:srgbClr val="000000"/>
        </a:accent4>
        <a:accent5>
          <a:srgbClr val="D0B3AA"/>
        </a:accent5>
        <a:accent6>
          <a:srgbClr val="7E3F00"/>
        </a:accent6>
        <a:hlink>
          <a:srgbClr val="733900"/>
        </a:hlink>
        <a:folHlink>
          <a:srgbClr val="66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805900"/>
        </a:accent1>
        <a:accent2>
          <a:srgbClr val="99371F"/>
        </a:accent2>
        <a:accent3>
          <a:srgbClr val="FFFFFF"/>
        </a:accent3>
        <a:accent4>
          <a:srgbClr val="000000"/>
        </a:accent4>
        <a:accent5>
          <a:srgbClr val="C0B5AA"/>
        </a:accent5>
        <a:accent6>
          <a:srgbClr val="8A311B"/>
        </a:accent6>
        <a:hlink>
          <a:srgbClr val="733900"/>
        </a:hlink>
        <a:folHlink>
          <a:srgbClr val="80192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2B4F7A"/>
        </a:accent1>
        <a:accent2>
          <a:srgbClr val="804000"/>
        </a:accent2>
        <a:accent3>
          <a:srgbClr val="FFFFFF"/>
        </a:accent3>
        <a:accent4>
          <a:srgbClr val="000000"/>
        </a:accent4>
        <a:accent5>
          <a:srgbClr val="ACB2BE"/>
        </a:accent5>
        <a:accent6>
          <a:srgbClr val="733900"/>
        </a:accent6>
        <a:hlink>
          <a:srgbClr val="453161"/>
        </a:hlink>
        <a:folHlink>
          <a:srgbClr val="134C3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0000"/>
        </a:dk1>
        <a:lt1>
          <a:srgbClr val="FFFFFF"/>
        </a:lt1>
        <a:dk2>
          <a:srgbClr val="000000"/>
        </a:dk2>
        <a:lt2>
          <a:srgbClr val="CCCCCC"/>
        </a:lt2>
        <a:accent1>
          <a:srgbClr val="505900"/>
        </a:accent1>
        <a:accent2>
          <a:srgbClr val="204C6B"/>
        </a:accent2>
        <a:accent3>
          <a:srgbClr val="FFFFFF"/>
        </a:accent3>
        <a:accent4>
          <a:srgbClr val="000000"/>
        </a:accent4>
        <a:accent5>
          <a:srgbClr val="B3B5AA"/>
        </a:accent5>
        <a:accent6>
          <a:srgbClr val="1C4460"/>
        </a:accent6>
        <a:hlink>
          <a:srgbClr val="5E265A"/>
        </a:hlink>
        <a:folHlink>
          <a:srgbClr val="6B3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chnic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East Point PPt</Template>
  <TotalTime>548</TotalTime>
  <Words>202</Words>
  <Application>Microsoft Office PowerPoint</Application>
  <PresentationFormat>On-screen Show (4:3)</PresentationFormat>
  <Paragraphs>62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3" baseType="lpstr">
      <vt:lpstr>Aharoni</vt:lpstr>
      <vt:lpstr>Arial</vt:lpstr>
      <vt:lpstr>Calibri</vt:lpstr>
      <vt:lpstr>Comic Sans MS</vt:lpstr>
      <vt:lpstr>Franklin Gothic Book</vt:lpstr>
      <vt:lpstr>Times New Roman</vt:lpstr>
      <vt:lpstr>Wingdings</vt:lpstr>
      <vt:lpstr>Wingdings 2</vt:lpstr>
      <vt:lpstr>ind_3443_slide</vt:lpstr>
      <vt:lpstr>1_Default Design</vt:lpstr>
      <vt:lpstr>Technic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  What is business plan?</vt:lpstr>
      <vt:lpstr>Why a business plan ?</vt:lpstr>
      <vt:lpstr>PowerPoint Presentation</vt:lpstr>
      <vt:lpstr>Who reads business plan?</vt:lpstr>
      <vt:lpstr>Who prepares a business plan?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Advantages of Business Planning </vt:lpstr>
      <vt:lpstr>Disadvantages of Business Planning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Sudarshan Kajmani</cp:lastModifiedBy>
  <cp:revision>84</cp:revision>
  <dcterms:created xsi:type="dcterms:W3CDTF">2016-02-24T10:30:01Z</dcterms:created>
  <dcterms:modified xsi:type="dcterms:W3CDTF">2026-06-02T12:57:27Z</dcterms:modified>
</cp:coreProperties>
</file>