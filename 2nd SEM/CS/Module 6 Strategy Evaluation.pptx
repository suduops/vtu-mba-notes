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8"/>
  </p:notesMasterIdLst>
  <p:sldIdLst>
    <p:sldId id="256" r:id="rId2"/>
    <p:sldId id="260" r:id="rId3"/>
    <p:sldId id="324" r:id="rId4"/>
    <p:sldId id="296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39" r:id="rId20"/>
    <p:sldId id="341" r:id="rId21"/>
    <p:sldId id="343" r:id="rId22"/>
    <p:sldId id="344" r:id="rId23"/>
    <p:sldId id="342" r:id="rId24"/>
    <p:sldId id="347" r:id="rId25"/>
    <p:sldId id="345" r:id="rId26"/>
    <p:sldId id="34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BC5"/>
    <a:srgbClr val="008080"/>
    <a:srgbClr val="AB2A15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9" autoAdjust="0"/>
    <p:restoredTop sz="94982" autoAdjust="0"/>
  </p:normalViewPr>
  <p:slideViewPr>
    <p:cSldViewPr>
      <p:cViewPr varScale="1">
        <p:scale>
          <a:sx n="74" d="100"/>
          <a:sy n="74" d="100"/>
        </p:scale>
        <p:origin x="105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-12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3419F5-8703-4B2A-986A-F5822FC9DC0F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CBDF6-770F-4707-9A77-F04DF79970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7CF57-BFCC-464A-BA48-BFE830374819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585D-E5B0-45AC-8E0B-D67A89450EB7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0F7F6-07C5-4E5C-98FD-D55B8861A721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FBAD6-C336-46C6-8EC6-6BE202C4573F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3241-A4F1-46EB-890C-3DE7F7ED7ECD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5661D-CA49-4BEC-8E9F-F6EC85291D10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A151-226E-454F-BE66-459DD258DA0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DF190-2C6F-4B9C-81C8-73C2E35A4E84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276C6-4878-4085-B6DD-02B2DC7D9DD2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023C1-6C2B-4079-9CB1-222D2683F0D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91DBD47F-EFF2-4A60-946C-286089418D2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/>
              <a:t>VTU PG Studies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E566A64D-537C-4258-BCDA-D6FBF77857E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39658" y="2209800"/>
            <a:ext cx="214674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500" b="1" i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Module#6</a:t>
            </a:r>
            <a:endParaRPr lang="en-US" sz="3500" i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618262"/>
            <a:ext cx="8382000" cy="838201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/>
          <a:lstStyle/>
          <a:p>
            <a:r>
              <a:rPr lang="en-IN" sz="4800" b="1" dirty="0">
                <a:solidFill>
                  <a:srgbClr val="FF0000"/>
                </a:solidFill>
              </a:rPr>
              <a:t>STRATEGY EVALUATION </a:t>
            </a:r>
            <a:endParaRPr lang="en-US" sz="45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10" y="6320135"/>
            <a:ext cx="2482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Faculty of Management  Studies</a:t>
            </a:r>
          </a:p>
          <a:p>
            <a:r>
              <a:rPr lang="en-US" sz="1200" b="1" dirty="0"/>
              <a:t>               VTU, Belagavi</a:t>
            </a:r>
          </a:p>
        </p:txBody>
      </p:sp>
      <p:pic>
        <p:nvPicPr>
          <p:cNvPr id="5" name="Picture 2" descr="D:\MBA Teaching Material\Marketing Management\MM\Images\vtu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396" y="158750"/>
            <a:ext cx="1205204" cy="98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609600" y="1161871"/>
            <a:ext cx="7848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Department of Management Studies</a:t>
            </a:r>
          </a:p>
          <a:p>
            <a:pPr algn="ctr"/>
            <a:r>
              <a:rPr lang="en-US" b="1" dirty="0"/>
              <a:t> Visvesvaraya Technological University Belagavi-590018</a:t>
            </a:r>
          </a:p>
          <a:p>
            <a:pPr algn="ctr"/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499156" y="2819400"/>
            <a:ext cx="79189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 </a:t>
            </a:r>
            <a:r>
              <a:rPr 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MBA 205- CORPORATE STRATEGY</a:t>
            </a:r>
            <a:endParaRPr lang="en-US" sz="25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086600" y="87868"/>
            <a:ext cx="1965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Lecture Hours:50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3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sz="3500" b="1" dirty="0"/>
              <a:t>COURSE OUTLINE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721653"/>
              </p:ext>
            </p:extLst>
          </p:nvPr>
        </p:nvGraphicFramePr>
        <p:xfrm>
          <a:off x="381000" y="1447800"/>
          <a:ext cx="8382000" cy="4636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43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</a:t>
                      </a:r>
                      <a:r>
                        <a:rPr lang="en-US" sz="2200" baseline="0" dirty="0"/>
                        <a:t> 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 Name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Lecture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Module-1 </a:t>
                      </a:r>
                      <a:r>
                        <a:rPr lang="en-US" sz="1800" dirty="0"/>
                        <a:t>Overview of strategic management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Module-2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ASSESSING EXTERNAL ENVIRONMENT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rgbClr val="FF0000"/>
                          </a:solidFill>
                        </a:rPr>
                        <a:t>Module-3 ASSESSING INTERNAL ENVIRONMENT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Module-4 STRATEGY FORMULATION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Module-5 STRATEGY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Module-6 STRATEGY EVALUATION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42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 Hours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" name="Picture 2" descr="D:\MBA Teaching Material\Marketing Management\MM\Images\vtu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457" y="15240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C13E8-A953-C460-D874-51A1CB64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DED4-446A-41A4-90E8-D0068236E7F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A63D-9434-6175-02FE-AD1A15C9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CFC53-0DC4-6694-9F96-3827E392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1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E7DA-A4D6-B46E-3831-158A8E8A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7103E-4C0C-F223-83A2-61D756E6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0C3E-B6D3-B3AE-8E74-3B2E3427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56EF-341C-643A-EF2A-B0DD08CD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D3F75695-6C20-D7F1-73F5-6357F556F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1468CA-6DDD-7AAD-C634-39691C6BF277}"/>
              </a:ext>
            </a:extLst>
          </p:cNvPr>
          <p:cNvSpPr txBox="1"/>
          <p:nvPr/>
        </p:nvSpPr>
        <p:spPr>
          <a:xfrm>
            <a:off x="6896747" y="5548630"/>
            <a:ext cx="1409053" cy="4711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3ADABA-10F1-2AC5-98F9-C983852CB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64390"/>
            <a:ext cx="7715848" cy="555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1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E2C9B-D622-DFEF-79D1-D66A870B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81A8-6D95-3AB6-596E-995EDAD2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1811-0DD3-5914-B5F8-2217E214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A944A-262E-57D2-E17E-B9E64325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19A24BC-6A2F-F066-551D-7759E7F5E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E9AD4A-D1AD-1B1A-3AB9-C9D74770F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89" y="730381"/>
            <a:ext cx="8912421" cy="574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95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661A-972B-DBA3-E4BF-C0C470D4F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02948-7C3D-5C62-E10F-07A1451B2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2DF25-CD5A-4351-8ADB-01ED1563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5AF7-5D69-2DDA-933A-703D28B2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755D9F9-7968-83AA-F8A5-243C8E8F3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1798E9-C4FF-917C-B695-185002E24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7174"/>
            <a:ext cx="5394181" cy="34952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513EA8-CAC0-DB6A-B70C-412EE853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651" y="3402746"/>
            <a:ext cx="4543149" cy="335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EE00-8B4E-D613-ED10-CA5702CF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FD445-0EA3-8A1E-F939-B519A8BA2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5365B-3572-BED2-6E3E-B6067302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7ED21-CC5A-FDC1-68A5-EDF6D6A50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4C93F1B0-A888-B0A3-71F0-34303BC3A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05F536-B15C-4A59-FB01-E75E57314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19" y="930988"/>
            <a:ext cx="8660724" cy="516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17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9C15-D5C1-82C9-77CE-4BD2222E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0C985-FFA6-0681-2702-FEE5E51C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5C93E-EA02-A5FC-2B13-29804E6F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F6396-DD8E-3496-7ECB-4EBEB403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E5F05ECD-04A4-B251-2D09-F6F458507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744AB3-B458-8F50-84BC-8D639A2D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113"/>
            <a:ext cx="5105400" cy="3442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955642-7B62-4F40-CE47-0F4E890B5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404" y="3201034"/>
            <a:ext cx="5432078" cy="35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6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2B55-FED4-C2F8-8C5C-AFE4CC9D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FCEF-5E0F-9AC3-3785-7AF930B2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89F2-9896-32EB-9D8A-21D97356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6F775-75AF-FE50-F0FF-CA79C5C5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B23EAF0F-E394-1481-4C9C-C383EA6F0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284A47-5ACA-2BCB-1088-4DF165E3D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100026"/>
            <a:ext cx="5451099" cy="3481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D7B885-7FEA-6E2C-6BCC-30B0B6D2E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85296"/>
            <a:ext cx="4201388" cy="383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1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6824-ECAC-C35A-7FB0-49C72943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34835-E207-FF9C-5EDA-EF6230F5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F6AB9-79A7-0BA5-ACF9-BE0AB805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DF188-B6FF-E8D0-271D-389D9DCD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F1C7CC47-0875-B709-86A2-BD90A0ACA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EAA4CF-A15C-1635-BB93-CDAF835D0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32" y="0"/>
            <a:ext cx="5265839" cy="18427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A2986-607A-36CB-50BD-5230E3170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52" y="1964232"/>
            <a:ext cx="5376916" cy="19066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3C0A2D-FCA8-2FDE-32A6-3894BFB25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7534" y="4005168"/>
            <a:ext cx="4420394" cy="198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0CF9FF-8716-B331-20FC-18EF62375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8686" y="4667329"/>
            <a:ext cx="4719918" cy="19760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A3D3DF-9B6D-AB9A-E707-2FA8EBA56B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62" y="412764"/>
            <a:ext cx="3396604" cy="271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68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90423-546B-CE89-B323-C1EEC185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D5613-1B08-8CCF-CB53-FBCC54BB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CEB57-C5B4-02B8-312D-786833C1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4C5D0-3402-7E96-E193-FBA8B59FA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7B59D6CB-8D82-FCC5-F740-FBD7EDFCC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8CF406-DFC7-BD81-7766-38F229692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812"/>
            <a:ext cx="7254865" cy="47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03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80CC-5D49-959E-AE20-F41E324D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13BBF-8A3A-EB20-D206-CD9C11D3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32C16-F5B6-160F-558D-8750E0E1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927A0-98BF-5CE0-DCEB-E497A9B9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7776971F-C8B8-2CE5-6F93-7DF3A47A7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BCACE-F596-54CA-2400-D3CB5551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0610"/>
            <a:ext cx="4443368" cy="26321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E7C0B-72AA-2AA0-4241-F96B73FFF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997762"/>
            <a:ext cx="5257800" cy="330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3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B8F0-FD83-7D4D-1903-D2EAED7C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4A745-10F3-B805-5FFF-332B45F5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7BEF8-B623-FD32-C56A-E9FA687C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5E161-3BFC-1ED1-B013-3B0AE2D0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3E953868-03EB-27F0-FDAD-2C2B405F3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C6286-ECFB-8569-E3C3-C6FE3A59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6" y="-115852"/>
            <a:ext cx="9144000" cy="683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17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85E4D-FAC5-4832-8AF9-6C761CD5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127B3-FB75-08CE-EBDE-C0E0AE8D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B6A3E-5399-9760-26F4-595C9DE0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0FEF0-CCB2-161E-3425-9FE3D88A0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5094769E-8856-D0CF-00A1-D4240AD22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9E9528-606E-9D66-4CB3-9E15E523D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136525"/>
            <a:ext cx="5824024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7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06C6-905E-8D2A-6F76-748E99170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0BA71-72E8-3B0C-F7DE-5B077C8A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9F0B1-7D70-FAF0-8C83-266BD28C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CE183-A5D6-5E84-A77B-7936D822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AC5E2E2-1C6B-76FA-3F21-CB41A133C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3B8037-1704-0F4A-7926-44526C28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-76200"/>
            <a:ext cx="5623578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9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8461A-3173-3C65-7015-45F3CD7A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0A9D7-4499-348E-E369-F03D1410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EEFF3-68B5-5CC4-A530-296E0C4D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217B3-13B7-8CF3-FDD8-263DCB17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D850552A-A61F-BD59-E958-553D18A1A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926AF-BCAC-5F34-77A1-9382A8D35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14630"/>
            <a:ext cx="8139748" cy="60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93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AF4E-B5D5-BED0-3B83-206CF4BE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86DF4-B752-CA70-42B2-59BCBF43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D51C4-40E9-3809-C6FA-C10D2006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C274D-98EC-223C-E944-073F2F7C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8D8C8469-5A6C-B80C-9148-8796F729C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058492-9807-40E9-B07E-A0CF11B2F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1526"/>
            <a:ext cx="6141649" cy="641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03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4310-BA68-B2DB-C1A4-AC138658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08A73-10CC-478C-6AEB-D6B0E652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609FD-9CA1-265C-E075-8BBC35BC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4A31-C736-9D91-CFFA-84F8C740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3DABBC28-0555-99F9-A467-95492791D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604A3-2EAE-0C4D-D631-C279FE19A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9" y="201183"/>
            <a:ext cx="6690561" cy="458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51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4EF56-E5CB-DF68-3010-9673EA65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C7551-418B-C0FD-83B7-CB36A52C1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2ECAC-6824-0F8D-B9E2-F71C1FC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FE898-8B6C-2712-B4EE-111CE160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E7E0BA4A-873C-EBE2-C0B3-74CA4B73C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5BBB93-825E-39C4-A0A7-C8AC69FDF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8" y="136525"/>
            <a:ext cx="5989062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32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EAFE-79F2-1F90-A308-ABE3AB6F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C15D-17B3-76AB-F9AE-60891561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9EA64-B81F-9415-0D53-54942BF4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F3052-A87E-D259-C6D1-7EC946A2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33E7B689-B24D-4D47-478F-0D9008B5B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F9083-C660-28E6-16B8-D0F8E144C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55"/>
            <a:ext cx="8127124" cy="574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2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E326-7B31-66E8-3D49-BF14CEF2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55DA6-E398-EADA-167D-466AAE02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56523-735C-84AD-C853-1E232FE1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4BD07-2376-CE8B-169F-4A489D32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7053B3F5-6993-E857-726E-CC51C8745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51ED94-40B3-9090-585C-5E8732AAB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315"/>
            <a:ext cx="5334000" cy="618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22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1780-943E-0431-7601-0FCA616CE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F821A-411F-F1B5-9BE1-4E414C94B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D48E9-A209-00E6-7153-C68D8F14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4C055-C207-90EC-7FD3-054455F3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BB22B81-4774-6511-C210-F6B823EF1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1D667A-F3E7-BE29-3594-A2F2AF4D8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6200"/>
            <a:ext cx="7924800" cy="4257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1666A4-6AF1-A64A-E2D6-D6A7F6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369069"/>
            <a:ext cx="5665435" cy="198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72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E9CB-A0C4-05DD-3614-60C85897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4F891-F6B7-7406-AB31-AD5ED9C9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A4B1-8148-0D89-4E14-7E21F1CE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7FBC4-B5C2-AB44-83E9-ED0F1545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94EDC9EC-63B4-FAC4-7B18-B2DF6601F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790BE-44FF-B8B5-7978-14AA8FB1A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8192"/>
            <a:ext cx="9144000" cy="528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57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80B9-315C-3395-2FDA-51FBF9453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C6D71-5BC7-9A8B-E375-DE2D3D2F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8B6D3-3302-FD79-CEFE-B6705899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1D4A-B285-7564-8F15-48144B8E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F4986428-F16A-B0CB-257D-2CC758A32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C18C5-8745-7376-11B3-FC7D802A8E87}"/>
              </a:ext>
            </a:extLst>
          </p:cNvPr>
          <p:cNvSpPr txBox="1"/>
          <p:nvPr/>
        </p:nvSpPr>
        <p:spPr>
          <a:xfrm>
            <a:off x="152400" y="447040"/>
            <a:ext cx="96012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balanced scorecard is a new management concept which helps managers at all levels monitor results in their key areas. An article by Robert Kaplan and David Norton entitled "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The Balanced Scorecard - Measures that Drive Performance"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The Balanced Scorecard: Translating Strategy into Action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</a:p>
          <a:p>
            <a:pPr>
              <a:buNone/>
            </a:pP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scope of the measures to include four areas: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financial performance,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 knowledge,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internal business processes,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and growth.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05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00A0-C0F4-1ACF-0EA4-9459C982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E3F49-9667-ED16-01EF-8F42BDAB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DE54E-2C7C-ABF4-6542-857F9A620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20B1-3C84-477A-9392-75BC356E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256AAAAA-F9D1-40BB-542B-AD4D7A12D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5B96B2-6D3E-36C0-8137-2E7CD474B8D4}"/>
              </a:ext>
            </a:extLst>
          </p:cNvPr>
          <p:cNvSpPr txBox="1"/>
          <p:nvPr/>
        </p:nvSpPr>
        <p:spPr>
          <a:xfrm>
            <a:off x="152400" y="914400"/>
            <a:ext cx="87303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allows the monitoring of present performance, but also tries to capture information about how well the organization is positioned to perform well in the future.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Kaplan and Norton cite the following benefits of using the balanced scorecard: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Focusing the whole organization on the few key things needed to create breakthrough performance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Helping to integrate various corporate programs, such as quality, re-engineering, and customer service initiatives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Breaking down strategic measures to local levels so that unit managers, operators, and employees can see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what's required at their level to roll into excellent performance overall. 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275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1CD3-7F47-9C03-DDB4-E66802FC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142E4-9E20-61AA-3827-CB6ADFB4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B55D-B617-4942-FDB2-8C8B2068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AB692-382A-78DD-F96B-FC635D315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EC70CC18-781C-7230-26FD-4BEF1B828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3DBFCE-E46E-6E91-196D-8184548FA38F}"/>
              </a:ext>
            </a:extLst>
          </p:cNvPr>
          <p:cNvSpPr/>
          <p:nvPr/>
        </p:nvSpPr>
        <p:spPr>
          <a:xfrm>
            <a:off x="1600200" y="2590800"/>
            <a:ext cx="56893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59200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2A66A-65E3-AFC6-0F49-BBCF3B33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5644F-7AB0-FA5C-9767-0278F31B0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9D83-FF17-4516-B6B3-12726EAD217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8B65E-9834-8422-0EF0-157EBD83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VTU PG Studies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ED17-DC86-0CAC-C5FE-CE9296E5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6A64D-537C-4258-BCDA-D6FBF77857E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" name="Picture 2" descr="D:\MBA Teaching Material\Marketing Management\MM\Images\vtu-logo.png">
            <a:extLst>
              <a:ext uri="{FF2B5EF4-FFF2-40B4-BE49-F238E27FC236}">
                <a16:creationId xmlns:a16="http://schemas.microsoft.com/office/drawing/2014/main" id="{670D5ABA-6CC0-6B75-D2A5-8A1971B2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14630"/>
            <a:ext cx="576943" cy="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53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25152010</TotalTime>
  <Words>387</Words>
  <Application>Microsoft Office PowerPoint</Application>
  <PresentationFormat>On-screen Show (4:3)</PresentationFormat>
  <Paragraphs>121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Century Gothic</vt:lpstr>
      <vt:lpstr>Courier New</vt:lpstr>
      <vt:lpstr>Palatino Linotype</vt:lpstr>
      <vt:lpstr>Symbol</vt:lpstr>
      <vt:lpstr>Times New Roman</vt:lpstr>
      <vt:lpstr>Executive</vt:lpstr>
      <vt:lpstr>STRATEGY EVALUATION </vt:lpstr>
      <vt:lpstr>COURSE 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Retail Management</dc:title>
  <dc:creator>user</dc:creator>
  <cp:lastModifiedBy>Kushi Shetty</cp:lastModifiedBy>
  <cp:revision>863</cp:revision>
  <dcterms:created xsi:type="dcterms:W3CDTF">2023-11-29T05:52:33Z</dcterms:created>
  <dcterms:modified xsi:type="dcterms:W3CDTF">2026-07-27T13:45:12Z</dcterms:modified>
</cp:coreProperties>
</file>