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relivingmbadays.wordpress.com/2012/07/29/types-of-individual-behavio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8601"/>
            <a:ext cx="7772400" cy="10668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Module IV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51816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Behavioural Dynamics: 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MARS Model of individual behaviour and performance, Types of Individual behaviour, Personality in Organisation, Values in the work place, Types of values, </a:t>
            </a:r>
          </a:p>
          <a:p>
            <a:pPr algn="l"/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Perception :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Meaning, Model of Perceptual process. Emotions in work place, Types of emotions,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Circumplex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Model of Emotion, Attitudes and Behaviour, Work-related stress and its management.</a:t>
            </a:r>
          </a:p>
          <a:p>
            <a:pPr algn="l"/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Motivation: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Meaning, Maslow’s Hierarchy of Needs, Four Drive Theory of Motivation. 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Individual-Behavioural Dynamics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562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Individual behavior means how an employee or Individual behaves, reacts or responds in a given environment.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Combines a set of physical and mental characteristics that reflect how a person looks, thinks, acts and feels about a particular situation.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FACTOR AFFECTING :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Personal Factors (</a:t>
            </a:r>
            <a:r>
              <a:rPr lang="en-US" sz="2400" dirty="0" smtClean="0"/>
              <a:t>Physical Characteristics , Age, Gender, Ability, Marital Status, Personality, Perception, Attitudes, Values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Environmental Factors (</a:t>
            </a:r>
            <a:r>
              <a:rPr lang="en-US" sz="2400" dirty="0" smtClean="0"/>
              <a:t>Economic Factors, Socio-cultural Factors, Legal Environment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Organizational Factors(</a:t>
            </a:r>
            <a:r>
              <a:rPr lang="en-US" sz="2400" dirty="0" smtClean="0"/>
              <a:t>Physical Facilities, Organisation Structure,  Leadership, Reward System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MARS Model of Individual Behaviour and Performance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4" name="Content Placeholder 3" descr="MARS Model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371600"/>
            <a:ext cx="8458200" cy="5181599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Individual Behaviour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hlinkClick r:id="rId2"/>
              </a:rPr>
              <a:t>https://relivingmbadays.wordpress.com/2012/07/29/types-of-individual-behavior/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Task Performance.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Organizational Citizenship.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Counterproductive Work Behavior(Dark side).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Abuse of others (e.g., insults and nasty comments), threats (threatening harm), work avoidance (e.g., tardiness), work sabotage (doing work incorrectly).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Joining and Staying with the Organization.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Maintaining Work Attendance.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Personality in Organizational Behaviour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334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According to Stephen Robbins – “Personality is a dynamic and organized set of characteristics possessed by a person that uniquely influences his or her cognitions, motivations, and behavior in various situations”.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In Short, Personality is that which permits a prediction of what a person will do in a given situation.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NATURE/ FEATURES OF PERSONALITY: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Consistency.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Impact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behaviours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actions.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Uniqueness.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Persistence.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Psychological and physiological.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Values in the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Work Place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person's values are their code of conduct, behavior, beliefs, and principles they live by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Work values are the combination of </a:t>
            </a:r>
            <a:r>
              <a:rPr lang="en-US" sz="2800" i="1" u="sng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priorities, beliefs, ideals, ethics and morals that guide your behavior and decisions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in the workplace.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Your work values can relate to the impact of your work on yourself and others, how you accomplish your work or your aspirations.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There are two types of values: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Terminal Values.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Instrumental Values. </a:t>
            </a:r>
          </a:p>
          <a:p>
            <a:pPr algn="just">
              <a:buNone/>
            </a:pPr>
            <a:endParaRPr lang="en-IN" sz="3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3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Terminal Values : </a:t>
            </a:r>
          </a:p>
          <a:p>
            <a:pPr algn="just">
              <a:buNone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	Terminal Values refer to desirable end-states of existence, the goals a person would like to achieve during his or her lifetime. </a:t>
            </a:r>
          </a:p>
          <a:p>
            <a:pPr algn="just">
              <a:buNone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	They include happiness, self-respect, recognition, inner harmony, leading a prosperous life, and professional excellence.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Instrumental </a:t>
            </a:r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Values :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Instrumental values are an expression of competence and guide the selection of means to be used to obtain the end states of existence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It includes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being honest, sincere, ethical and ambitious.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Terminal values denote beliefs regarding a desirable end state, that is, the state that ought to be achieved. Instrumental values refer to beliefs regarding a desired mode of conduct, that is, how to achieve that end state.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162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Module IV</vt:lpstr>
      <vt:lpstr> Individual-Behavioural Dynamics  </vt:lpstr>
      <vt:lpstr>MARS Model of Individual Behaviour and Performance</vt:lpstr>
      <vt:lpstr>Types of Individual Behaviour</vt:lpstr>
      <vt:lpstr>Personality in Organizational Behaviour</vt:lpstr>
      <vt:lpstr>Values in the Work Place</vt:lpstr>
      <vt:lpstr>Types of Values</vt:lpstr>
      <vt:lpstr>Instrumental Values :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IV</dc:title>
  <dc:creator>HP</dc:creator>
  <cp:lastModifiedBy>HP</cp:lastModifiedBy>
  <cp:revision>11</cp:revision>
  <dcterms:created xsi:type="dcterms:W3CDTF">2006-08-16T00:00:00Z</dcterms:created>
  <dcterms:modified xsi:type="dcterms:W3CDTF">2025-03-11T10:22:30Z</dcterms:modified>
</cp:coreProperties>
</file>