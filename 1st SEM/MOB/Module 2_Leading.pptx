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80C8F6-8E67-4311-8FA7-7122A0E9EFE4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D189F6-6839-4094-81D5-D1137E0CF6A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Management is the art of maximizing efficiency, as a social process, a method of getting things done through others a plan of action and its direction by a co-operative group moving towards a common goal. Effective </a:t>
            </a:r>
            <a:r>
              <a:rPr lang="en-US" dirty="0" err="1" smtClean="0"/>
              <a:t>utilisation</a:t>
            </a:r>
            <a:r>
              <a:rPr lang="en-US" dirty="0" smtClean="0"/>
              <a:t> of available resources to achieve same objective is management. Management is a comprehensive function of Planning, </a:t>
            </a:r>
            <a:r>
              <a:rPr lang="en-US" dirty="0" err="1" smtClean="0"/>
              <a:t>Organising</a:t>
            </a:r>
            <a:r>
              <a:rPr lang="en-US" dirty="0" smtClean="0"/>
              <a:t>, Forecasting Coordinating, Leading, Controlling, Motivating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D189F6-6839-4094-81D5-D1137E0CF6A5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28601"/>
            <a:ext cx="8001000" cy="10668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Algerian" pitchFamily="82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Algerian" pitchFamily="82" charset="0"/>
              </a:rPr>
            </a:br>
            <a:r>
              <a:rPr lang="en-US" dirty="0" smtClean="0">
                <a:solidFill>
                  <a:srgbClr val="FF0000"/>
                </a:solidFill>
                <a:latin typeface="Algerian" pitchFamily="82" charset="0"/>
              </a:rPr>
              <a:t>Includes…. LEADING:</a:t>
            </a:r>
            <a:br>
              <a:rPr lang="en-US" dirty="0" smtClean="0">
                <a:solidFill>
                  <a:srgbClr val="FF0000"/>
                </a:solidFill>
                <a:latin typeface="Algerian" pitchFamily="82" charset="0"/>
              </a:rPr>
            </a:br>
            <a:endParaRPr lang="en-US" dirty="0">
              <a:solidFill>
                <a:srgbClr val="FF0000"/>
              </a:solidFill>
              <a:latin typeface="Algerian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/>
          </a:bodyPr>
          <a:lstStyle/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	Meaning, Nature, Traits and Behaviour, Contingency approaches to Leadership, Transformational leadership.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Leading/Leadership :  Meaning and Definition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382000" cy="51816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 the present era, Leaders must create at atmosphere in which employee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believe in strategy, management decisions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 their work.</a:t>
            </a:r>
          </a:p>
          <a:p>
            <a:pPr algn="just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Leadership is the process of visionary thinking, responsible for outcomes, building relationships, setting direction and creating change.</a:t>
            </a:r>
          </a:p>
          <a:p>
            <a:pPr algn="just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In Short, </a:t>
            </a:r>
            <a:r>
              <a:rPr 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inspiring and Influencing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behavior/actions of other people.	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68362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Differences between Leaders &amp; Manager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371600"/>
          <a:ext cx="8229600" cy="466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4419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Leader/ Leadership</a:t>
                      </a:r>
                      <a:endParaRPr lang="en-US" sz="2400" dirty="0">
                        <a:solidFill>
                          <a:srgbClr val="FFFF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rgbClr val="FFFF0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Manager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Leader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Innovates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Manager Administers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Leader Develops.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Manager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Maintains.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Leader focuses on people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Manager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focuses on Systems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and Structure.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Leader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inspires trust.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Manager relies on Control.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Leader has an eye on the horizon.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Manager keeps an eye on the bottom line.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Leader does the right thing.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Manager does things right.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Leading/Leadership :  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25780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Qualities or Traits Approach.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The Functional or Group Approach.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Behavioural Approach.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The Situational and Contingency Models.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Transformational Leadership Approach.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Inspirational Leadership.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8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Qualities or Traits Approach : </a:t>
            </a:r>
          </a:p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It assumes Leaders are born and not made. Leadership consists of certain inherited characteristics /traits. It focuses attention on the person in the job and not on the Job itself.</a:t>
            </a:r>
          </a:p>
          <a:p>
            <a:pPr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The Functional or Group Approach : </a:t>
            </a:r>
          </a:p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Attention is focused on the functions and responsibilities of leadership. It assumes leadership skills can be learned and developed.</a:t>
            </a:r>
          </a:p>
          <a:p>
            <a:pPr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Behavioural Approach : </a:t>
            </a:r>
          </a:p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It assumes that the Behaviour of leader will influence the group behaviour. It draws attention to range of possible managerial behaviour and importance of leadership styles.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1722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The Situational and Contingency Models:</a:t>
            </a:r>
          </a:p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It focuses on the importance of the situation, interactions between the variables involved in the leadership situation and patterns of behaviour, belief that there is a no single style of leadership is appropriate to all situations.</a:t>
            </a:r>
          </a:p>
          <a:p>
            <a:pPr algn="just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Transformational Leadership Approach:</a:t>
            </a:r>
          </a:p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A process of producing the feeling of motivation and commitment, creating a vision for transforming the performance of the organization and appealing to the higher and ideals and values of followers.</a:t>
            </a:r>
          </a:p>
          <a:p>
            <a:pPr algn="just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Inspirational Leadership : </a:t>
            </a:r>
          </a:p>
          <a:p>
            <a:pPr algn="just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believes on the personal qualities or charisma of the leader and the manner in which the leadership influence is exercised.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184</Words>
  <Application>Microsoft Office PowerPoint</Application>
  <PresentationFormat>On-screen Show (4:3)</PresentationFormat>
  <Paragraphs>47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 Includes…. LEADING: </vt:lpstr>
      <vt:lpstr>Leading/Leadership :  Meaning and Definition</vt:lpstr>
      <vt:lpstr>Differences between Leaders &amp; Manager</vt:lpstr>
      <vt:lpstr>Leading/Leadership :  Approaches</vt:lpstr>
      <vt:lpstr>Slide 5</vt:lpstr>
      <vt:lpstr>Slide 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Principles of Management</dc:title>
  <dc:creator>HP</dc:creator>
  <cp:lastModifiedBy>HP</cp:lastModifiedBy>
  <cp:revision>54</cp:revision>
  <dcterms:created xsi:type="dcterms:W3CDTF">2006-08-16T00:00:00Z</dcterms:created>
  <dcterms:modified xsi:type="dcterms:W3CDTF">2025-11-03T04:02:23Z</dcterms:modified>
</cp:coreProperties>
</file>