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Scheme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609600"/>
            <a:ext cx="6400800" cy="5029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welcome-po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We Will Discuss about ….</a:t>
            </a:r>
            <a:endParaRPr lang="en-US" sz="5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MBA11  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Management and Organisation Behaviour.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Weekly 4 Hours </a:t>
            </a: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Syllabus :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  <a:hlinkClick r:id="rId2" action="ppaction://hlinkfile"/>
              </a:rPr>
              <a:t>Scheme.pdf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5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we will Discuss…</a:t>
            </a:r>
            <a:endParaRPr lang="en-US" sz="5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Classroom Attendance and Discussion.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 operative Learning.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Group Presentation (Field Visit).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Individual Presentation.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Case Studies.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Internal Assessment – 2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Home Assignment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IN" dirty="0" smtClean="0"/>
              <a:t/>
            </a:r>
            <a:br>
              <a:rPr lang="en-IN" dirty="0" smtClean="0"/>
            </a:br>
            <a:r>
              <a:rPr lang="en-IN" sz="6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Home Assignment </a:t>
            </a:r>
            <a:br>
              <a:rPr lang="en-IN" sz="6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6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 detail analytical review of literature about the  concepts of  Module Number 2 .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Submission Date : Day of I IA </a:t>
            </a:r>
          </a:p>
          <a:p>
            <a:pPr algn="just"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 detail analytical review of literature about the concepts of  Module Number 6.</a:t>
            </a:r>
          </a:p>
          <a:p>
            <a:pPr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Submission Date : Day of I IA </a:t>
            </a: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5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to Write </a:t>
            </a:r>
            <a:endParaRPr lang="en-US" sz="5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A4 Size Unrolled paper.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Use Black Ink or Ball Pen only.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First Page will be Cover Sheet including  University and Department Name followed by Your Name and USN with Contact Number.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Handwriting must be legitimate. 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Everyone need to submit through Leader only.</a:t>
            </a:r>
          </a:p>
          <a:p>
            <a:pPr>
              <a:buNone/>
            </a:pPr>
            <a:endParaRPr lang="en-IN" dirty="0" smtClean="0"/>
          </a:p>
          <a:p>
            <a:endParaRPr lang="en-IN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Write Down Your Views for the following Pictures/ Images</a:t>
            </a:r>
          </a:p>
        </p:txBody>
      </p:sp>
      <p:pic>
        <p:nvPicPr>
          <p:cNvPr id="6" name="Content Placeholder 5" descr="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72430"/>
            <a:ext cx="9144000" cy="518557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4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5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7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79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6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Thank u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153</Words>
  <Application>Microsoft Office PowerPoint</Application>
  <PresentationFormat>On-screen Show (4:3)</PresentationFormat>
  <Paragraphs>30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We Will Discuss about ….</vt:lpstr>
      <vt:lpstr>How we will Discuss…</vt:lpstr>
      <vt:lpstr> Home Assignment  </vt:lpstr>
      <vt:lpstr>How to Write </vt:lpstr>
      <vt:lpstr>Write Down Your Views for the following Pictures/ Images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12</cp:revision>
  <dcterms:created xsi:type="dcterms:W3CDTF">2006-08-16T00:00:00Z</dcterms:created>
  <dcterms:modified xsi:type="dcterms:W3CDTF">2025-11-03T03:57:12Z</dcterms:modified>
</cp:coreProperties>
</file>