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google.com/url?sa=i&amp;url=https://aninsightintothemarketingworld.wordpress.com/2016/03/01/the-perceptual-proces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ssc.org/news-and-insights/blog/work-related-stress-and-how-it-can-be-manage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33401"/>
            <a:ext cx="77724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PERCEPTION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905000"/>
            <a:ext cx="7772400" cy="3733800"/>
          </a:xfrm>
        </p:spPr>
        <p:txBody>
          <a:bodyPr/>
          <a:lstStyle/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Meaning, Model of Perceptual process. Emotions in work place, Types of emotions,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Circumplex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Model of Emotion, Attitudes and Behaviour, Work-related stress and its management.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0207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PERCEPTION : Meaning &amp;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According to Stephen P Robbins, “A process by which individuals </a:t>
            </a:r>
            <a:r>
              <a:rPr 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organize and interpret their sensory impressions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order to </a:t>
            </a:r>
            <a:r>
              <a:rPr 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give meaning to their environment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”. 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Perception involves the following:-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Deciding which information to notice.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How to categorize this information.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How to interpret it within the frame work of our existing knowledge.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In short, it is a the process of receiving, selecting, organizing, interpreting, checking, and reacting to sensory stimuli or data.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Perceptual Process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 smtClean="0">
                <a:hlinkClick r:id="rId2"/>
              </a:rPr>
              <a:t>https://www.google.com/url?sa=i&amp;url=https%3A%2F%2Faninsightintothemarketingworld.wordpress.com%2F2016%2F03%2F01%2Fthe-perceptual-process</a:t>
            </a:r>
            <a:r>
              <a:rPr lang="en-US" sz="1600" dirty="0" smtClean="0"/>
              <a:t>.</a:t>
            </a:r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endParaRPr lang="en-US" sz="1600" dirty="0"/>
          </a:p>
        </p:txBody>
      </p:sp>
      <p:pic>
        <p:nvPicPr>
          <p:cNvPr id="4" name="Picture 3" descr="Perceptual-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7400"/>
            <a:ext cx="8915400" cy="46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Emotions in Work Place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Emotions are defined as </a:t>
            </a:r>
            <a:r>
              <a:rPr lang="en-US" sz="28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Physiological, Behavioral, and Psychological Episodes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experienced toward an object, person, or event that create a state of readiness.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Emotions are directed toward someone or something. For example, we experience joy, fear.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Emotions are experiences. They represent changes in our Physiological state (e.g., blood pressure, heart rate), Psychological state (e.g., ability to think clearly), and Behavior (e.g. facial expression).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Emotions have a profound effect on almost everything we do in the workplace.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731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Emotions (</a:t>
            </a:r>
            <a:r>
              <a:rPr lang="en-US" dirty="0" smtClean="0"/>
              <a:t>Circumflex Model of Emotions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: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752600"/>
            <a:ext cx="7772400" cy="480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52400" y="152402"/>
          <a:ext cx="8839200" cy="6574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/>
                <a:gridCol w="4419600"/>
              </a:tblGrid>
              <a:tr h="516511">
                <a:tc>
                  <a:txBody>
                    <a:bodyPr/>
                    <a:lstStyle/>
                    <a:p>
                      <a:r>
                        <a:rPr lang="en-US" dirty="0" smtClean="0"/>
                        <a:t>Enthusiastic (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excitement and interest.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Bored (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feeling </a:t>
                      </a:r>
                      <a:r>
                        <a:rPr lang="en-US" sz="1800" b="0" i="0" u="none" strike="noStrike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hlinkClick r:id=""/>
                        </a:rPr>
                        <a:t>weary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and </a:t>
                      </a:r>
                      <a:r>
                        <a:rPr lang="en-US" sz="1800" b="0" i="0" u="none" strike="noStrike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hlinkClick r:id=""/>
                        </a:rPr>
                        <a:t>impatient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6469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Elated ( Feeling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happy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Tired</a:t>
                      </a:r>
                      <a:endParaRPr lang="en-US" dirty="0"/>
                    </a:p>
                  </a:txBody>
                  <a:tcPr/>
                </a:tc>
              </a:tr>
              <a:tr h="4663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Excited(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very </a:t>
                      </a:r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"/>
                        </a:rPr>
                        <a:t>enthusiastic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Drowsy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ready to fall asleep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74440">
                <a:tc>
                  <a:txBody>
                    <a:bodyPr/>
                    <a:lstStyle/>
                    <a:p>
                      <a:r>
                        <a:rPr lang="en-US" dirty="0" smtClean="0"/>
                        <a:t>Happy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showing pleasure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Unhappy </a:t>
                      </a:r>
                      <a:endParaRPr lang="en-US" dirty="0"/>
                    </a:p>
                  </a:txBody>
                  <a:tcPr/>
                </a:tc>
              </a:tr>
              <a:tr h="6469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Cheerful 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happy and </a:t>
                      </a:r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"/>
                        </a:rPr>
                        <a:t>optimistic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Sad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feeling or showing </a:t>
                      </a:r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"/>
                        </a:rPr>
                        <a:t>sorrow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6469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Relaxed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free from tension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Gloomy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partially or totally dark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6552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Content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state of peaceful happiness</a:t>
                      </a:r>
                      <a:r>
                        <a:rPr lang="en-US" dirty="0" smtClean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Distressed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suffering from extreme anxiety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6552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Calm(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showing or</a:t>
                      </a:r>
                      <a:r>
                        <a:rPr lang="en-US" sz="1800" b="0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feeling </a:t>
                      </a:r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"/>
                        </a:rPr>
                        <a:t>nervousness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 other strong emotions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Fearful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showing fear or anxiety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6552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Quiet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noise</a:t>
                      </a:r>
                      <a:r>
                        <a:rPr lang="en-US" dirty="0" smtClean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Aroused (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cause someone to have a particular feeling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6552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Tranquil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free from </a:t>
                      </a:r>
                      <a:r>
                        <a:rPr lang="en-US" sz="18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"/>
                        </a:rPr>
                        <a:t>disturbance</a:t>
                      </a:r>
                      <a:r>
                        <a:rPr lang="en-US" dirty="0" smtClean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Astonished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greatly surprised or impressed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6552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Still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moving</a:t>
                      </a:r>
                      <a:r>
                        <a:rPr lang="en-US" dirty="0" smtClean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Stimulated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raise levels of physiological activity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Attitudes and Behaviour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Attitudes the cluster of beliefs, assessed feelings, and behavioral intentions toward a person, object, or event (called an attitude object).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Attitudes are judgments, whereas emotions are experiences. In other words, attitudes involve conscious logical reasoning, whereas emotions operate as events, usually without our awareness.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In other words, attitude is the process involving three cognitive components namely beliefs, feelings and behavioral intentions.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Model of Emotions, Attitudes and Behavior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72055" y="1143000"/>
            <a:ext cx="699989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Work-related Stress and its Management.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534400" cy="5334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https://www.unssc.org/news-and-insights/blog/work-related-stress-and-how-it-can-be-managed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1.Task demands.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2.Role demands.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3.Interpersonal demands.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4.Physical demands.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5.Workload.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6.Work-Home Conflict.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206</Words>
  <Application>Microsoft Office PowerPoint</Application>
  <PresentationFormat>On-screen Show (4:3)</PresentationFormat>
  <Paragraphs>55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 PERCEPTION  </vt:lpstr>
      <vt:lpstr>PERCEPTION : Meaning &amp; Definition</vt:lpstr>
      <vt:lpstr>Perceptual Process</vt:lpstr>
      <vt:lpstr>Emotions in Work Place</vt:lpstr>
      <vt:lpstr>Types of Emotions (Circumflex Model of Emotions):</vt:lpstr>
      <vt:lpstr>Slide 6</vt:lpstr>
      <vt:lpstr>Attitudes and Behaviour  </vt:lpstr>
      <vt:lpstr>Model of Emotions, Attitudes and Behavior</vt:lpstr>
      <vt:lpstr>Work-related Stress and its Management.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PERCEPTION</dc:title>
  <dc:creator>HP</dc:creator>
  <cp:lastModifiedBy>HP</cp:lastModifiedBy>
  <cp:revision>25</cp:revision>
  <dcterms:created xsi:type="dcterms:W3CDTF">2006-08-16T00:00:00Z</dcterms:created>
  <dcterms:modified xsi:type="dcterms:W3CDTF">2024-05-09T05:44:46Z</dcterms:modified>
</cp:coreProperties>
</file>