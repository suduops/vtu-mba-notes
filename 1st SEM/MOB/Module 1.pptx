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0C8F6-8E67-4311-8FA7-7122A0E9EFE4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189F6-6839-4094-81D5-D1137E0CF6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Management is the art of maximizing efficiency, as a social process, a method of getting things done through others a plan of action and its direction by a co-operative group moving towards a common goal. Effective </a:t>
            </a:r>
            <a:r>
              <a:rPr lang="en-US" dirty="0" err="1" smtClean="0"/>
              <a:t>utilisation</a:t>
            </a:r>
            <a:r>
              <a:rPr lang="en-US" dirty="0" smtClean="0"/>
              <a:t> of available resources to achieve same objective is management. Management is a comprehensive function of Planning, </a:t>
            </a:r>
            <a:r>
              <a:rPr lang="en-US" dirty="0" err="1" smtClean="0"/>
              <a:t>Organising</a:t>
            </a:r>
            <a:r>
              <a:rPr lang="en-US" dirty="0" smtClean="0"/>
              <a:t>, Forecasting Coordinating, Leading, Controlling, Motivating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D189F6-6839-4094-81D5-D1137E0CF6A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zoMYRJ0oB0" TargetMode="External"/><Relationship Id="rId2" Type="http://schemas.openxmlformats.org/officeDocument/2006/relationships/hyperlink" Target="https://economictimes.indiatimes.com/jobs/c-suite/the-future-of-leadership-trends-and-skills-to-develop-through-management-courses/articleshow/103363764.cms?utm_source=contentofinterest&amp;utm_medium=text&amp;utm_campaign=cpp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>
                <a:solidFill>
                  <a:srgbClr val="FF0000"/>
                </a:solidFill>
                <a:latin typeface="Algerian" pitchFamily="82" charset="0"/>
              </a:rPr>
              <a:t>Principles </a:t>
            </a:r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of Management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229600" cy="4495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Meaning, Objectives, Differences between Administration and Management, Levels of Management, Kinds of Managers, Managerial roles, History of Management, Contemporary issues in Management.</a:t>
            </a:r>
          </a:p>
          <a:p>
            <a:pPr algn="just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Meaning and Definition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81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Management is the art of maximizing efficiency, as a social process, a method of getting things done through others a plan of action and its direction by a co-operative group moving towards a common goal. Effective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utilisation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available resources to achieve same objective is management. </a:t>
            </a:r>
          </a:p>
          <a:p>
            <a:pPr algn="just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Management is a comprehensive function of Planning,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Forecasting Coordinating, Leading, Controlling and Motivating.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According to </a:t>
            </a:r>
            <a:r>
              <a:rPr lang="en-US" sz="2400" i="1" u="sng" dirty="0" smtClean="0">
                <a:latin typeface="Times New Roman" pitchFamily="18" charset="0"/>
                <a:cs typeface="Times New Roman" pitchFamily="18" charset="0"/>
              </a:rPr>
              <a:t>George R Terry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“Management is a distinct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consisting of planning,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organising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actuating and controlling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performed to determine and accomplish the objectives by the use of people and resources”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		According to </a:t>
            </a:r>
            <a:r>
              <a:rPr lang="en-US" sz="2400" i="1" u="sng" dirty="0" smtClean="0">
                <a:latin typeface="Times New Roman" pitchFamily="18" charset="0"/>
                <a:cs typeface="Times New Roman" pitchFamily="18" charset="0"/>
              </a:rPr>
              <a:t>Koontz and </a:t>
            </a:r>
            <a:r>
              <a:rPr lang="en-US" sz="2400" i="1" u="sng" dirty="0" err="1" smtClean="0">
                <a:latin typeface="Times New Roman" pitchFamily="18" charset="0"/>
                <a:cs typeface="Times New Roman" pitchFamily="18" charset="0"/>
              </a:rPr>
              <a:t>O’Donnel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“Management is defined as the creation and maintenance of an internal environment in an enterprise where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individuals working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together in groups can perform efficiently and effectively towards the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attainment of group goals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According to </a:t>
            </a:r>
            <a:r>
              <a:rPr lang="en-US" sz="2400" i="1" u="sng" dirty="0" smtClean="0">
                <a:latin typeface="Times New Roman" pitchFamily="18" charset="0"/>
                <a:cs typeface="Times New Roman" pitchFamily="18" charset="0"/>
              </a:rPr>
              <a:t>Peter F </a:t>
            </a:r>
            <a:r>
              <a:rPr lang="en-US" sz="2400" i="1" u="sng" dirty="0" err="1" smtClean="0">
                <a:latin typeface="Times New Roman" pitchFamily="18" charset="0"/>
                <a:cs typeface="Times New Roman" pitchFamily="18" charset="0"/>
              </a:rPr>
              <a:t>Drucker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“Management is a </a:t>
            </a:r>
            <a:r>
              <a:rPr lang="en-US" sz="2400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multi-purpose organ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manages a business and manages managers and manages worker and work”.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Nature of Management: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715000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</a:p>
          <a:p>
            <a:pPr algn="just">
              <a:buNone/>
            </a:pPr>
            <a:r>
              <a:rPr lang="en-US" i="1" dirty="0" smtClean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“</a:t>
            </a:r>
            <a:r>
              <a:rPr lang="en-US" sz="4400" i="1" dirty="0" smtClean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Management is both a Science as well as an Art”</a:t>
            </a:r>
          </a:p>
          <a:p>
            <a:pPr algn="just">
              <a:buNone/>
            </a:pPr>
            <a:endParaRPr lang="en-US" sz="4400" i="1" dirty="0" smtClean="0">
              <a:solidFill>
                <a:srgbClr val="00B05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4400" b="1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‘Science’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refers to :</a:t>
            </a:r>
          </a:p>
          <a:p>
            <a:pPr algn="just">
              <a:buNone/>
            </a:pPr>
            <a:endParaRPr lang="en-US" sz="4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It is a systematized body of knowledge and uses scientific methods for observation.</a:t>
            </a:r>
          </a:p>
          <a:p>
            <a:pPr marL="514350" indent="-514350" algn="just">
              <a:buAutoNum type="arabicPeriod"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Its principles are evolved on the basis of continued observation and experiment.</a:t>
            </a:r>
          </a:p>
          <a:p>
            <a:pPr marL="514350" indent="-514350" algn="just">
              <a:buAutoNum type="arabicPeriod"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Its principles are exact and have universal applicability without any limitation.</a:t>
            </a:r>
          </a:p>
          <a:p>
            <a:pPr marL="514350" indent="-514350" algn="just">
              <a:buAutoNum type="arabicPeriod"/>
            </a:pPr>
            <a:endParaRPr lang="en-US" sz="4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514350" indent="-51435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‘Art’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refers to :</a:t>
            </a:r>
          </a:p>
          <a:p>
            <a:pPr marL="514350" indent="-514350"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1. Art is the application of science. It is putting principle into practice.</a:t>
            </a:r>
          </a:p>
          <a:p>
            <a:pPr marL="514350" indent="-51435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 After knowing a particular art, practice is needed to reach the level of perfection.</a:t>
            </a:r>
          </a:p>
          <a:p>
            <a:pPr marL="514350" indent="-514350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 It is undertaken for accomplishing an end through deliberate efforts.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In Short, 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7371" t="30029" r="5557" b="25948"/>
          <a:stretch>
            <a:fillRect/>
          </a:stretch>
        </p:blipFill>
        <p:spPr bwMode="auto">
          <a:xfrm>
            <a:off x="457200" y="13716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rgbClr val="FF0000"/>
                </a:solidFill>
                <a:latin typeface="Algerian" pitchFamily="82" charset="0"/>
              </a:rPr>
              <a:t>Objectives or Significance of Management</a:t>
            </a:r>
            <a:endParaRPr lang="en-US" sz="32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Determination of Objectives.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a path to achieving of objectives.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Meeting challenges.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innovation.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Smooth running of business.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Optimum utilization of Resources.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Role in national economic development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Algerian" pitchFamily="82" charset="0"/>
              </a:rPr>
              <a:t>Administration v/s Management</a:t>
            </a:r>
            <a:endParaRPr lang="en-US" sz="3600" dirty="0">
              <a:solidFill>
                <a:srgbClr val="FF0000"/>
              </a:solidFill>
              <a:latin typeface="Algerian" pitchFamily="82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9662" t="23324" r="8837" b="16326"/>
          <a:stretch>
            <a:fillRect/>
          </a:stretch>
        </p:blipFill>
        <p:spPr bwMode="auto">
          <a:xfrm>
            <a:off x="0" y="1295400"/>
            <a:ext cx="9144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Levels of Management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pic>
        <p:nvPicPr>
          <p:cNvPr id="1026" name="Picture 2" descr="G:\Levels-of-management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5791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Managerial roles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per  </a:t>
            </a:r>
            <a:r>
              <a:rPr lang="en-US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Henry </a:t>
            </a:r>
            <a:r>
              <a:rPr lang="en-US" i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Mintzberg’s</a:t>
            </a:r>
            <a:r>
              <a:rPr lang="en-US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manager, plays roles in three areas : 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Inter personal Relationships.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a Figure head, Leadership role,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Liason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officer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Information processing.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Monitoring Information, Disseminating Information,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Organisations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Spokesman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Decision Making.</a:t>
            </a:r>
          </a:p>
          <a:p>
            <a:pPr marL="514350" indent="-51435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an Entrepreneur, As a Conflict Handler, As a Resource Allocate, As a Negotiator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Algerian" pitchFamily="82" charset="0"/>
              </a:rPr>
              <a:t>Contemporary issues in Management : </a:t>
            </a:r>
            <a:endParaRPr lang="en-US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5562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Remote Working Management.</a:t>
            </a:r>
          </a:p>
          <a:p>
            <a:pPr>
              <a:lnSpc>
                <a:spcPct val="15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Employee Well being.</a:t>
            </a:r>
          </a:p>
          <a:p>
            <a:pPr>
              <a:lnSpc>
                <a:spcPct val="15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Diversity and Inclusion</a:t>
            </a:r>
          </a:p>
          <a:p>
            <a:pPr>
              <a:lnSpc>
                <a:spcPct val="150000"/>
              </a:lnSpc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Sustainability.</a:t>
            </a:r>
          </a:p>
          <a:p>
            <a:pPr>
              <a:lnSpc>
                <a:spcPct val="150000"/>
              </a:lnSpc>
            </a:pP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Change Management.</a:t>
            </a:r>
          </a:p>
          <a:p>
            <a:pPr>
              <a:lnSpc>
                <a:spcPct val="150000"/>
              </a:lnSpc>
            </a:pPr>
            <a:r>
              <a:rPr lang="en-IN" sz="3400" dirty="0" smtClean="0">
                <a:latin typeface="Times New Roman" pitchFamily="18" charset="0"/>
                <a:cs typeface="Times New Roman" pitchFamily="18" charset="0"/>
              </a:rPr>
              <a:t>Ethical Dilemmas. 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Advanced Intervention of Technology.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4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Continuous Learning.</a:t>
            </a:r>
          </a:p>
          <a:p>
            <a:pPr>
              <a:lnSpc>
                <a:spcPct val="14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Data Driven Activities.</a:t>
            </a:r>
          </a:p>
          <a:p>
            <a:pPr>
              <a:lnSpc>
                <a:spcPct val="14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New Leadership Styles. </a:t>
            </a:r>
          </a:p>
          <a:p>
            <a:pPr>
              <a:lnSpc>
                <a:spcPct val="140000"/>
              </a:lnSpc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Globalisation (Cultural Dimensions).</a:t>
            </a:r>
          </a:p>
          <a:p>
            <a:pPr>
              <a:lnSpc>
                <a:spcPct val="140000"/>
              </a:lnSpc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Talent Management. </a:t>
            </a:r>
          </a:p>
          <a:p>
            <a:pPr>
              <a:lnSpc>
                <a:spcPct val="140000"/>
              </a:lnSpc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Digitization.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40000"/>
              </a:lnSpc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FF0000"/>
                </a:solidFill>
                <a:latin typeface="Algerian" pitchFamily="82" charset="0"/>
              </a:rPr>
              <a:t>Thank You … </a:t>
            </a:r>
            <a:endParaRPr lang="en-US" i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Read more at: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https://economictimes.indiatimes.com/jobs/c-suite/the-future-of-leadership-trends-and-skills-to-develop-through-management-courses/articleshow/103363764.cms?utm_source=contentofinterest&amp;utm_medium=text&amp;utm_campaign=cppst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https://www.youtube.com/watch?v=azoMYRJ0oB0</a:t>
            </a:r>
            <a:endParaRPr lang="en-US" dirty="0" smtClean="0"/>
          </a:p>
          <a:p>
            <a:r>
              <a:rPr lang="en-US" dirty="0" smtClean="0"/>
              <a:t>https://www.slideshare.net/slideshow/contemporary-issues-of-management/244605492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242</Words>
  <Application>Microsoft Office PowerPoint</Application>
  <PresentationFormat>On-screen Show (4:3)</PresentationFormat>
  <Paragraphs>71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Principles of Management</vt:lpstr>
      <vt:lpstr>Meaning and Definition</vt:lpstr>
      <vt:lpstr>Slide 3</vt:lpstr>
      <vt:lpstr>Nature of Management:</vt:lpstr>
      <vt:lpstr>Slide 5</vt:lpstr>
      <vt:lpstr>In Short, </vt:lpstr>
      <vt:lpstr>Objectives or Significance of Management</vt:lpstr>
      <vt:lpstr>Administration v/s Management</vt:lpstr>
      <vt:lpstr>Levels of Management</vt:lpstr>
      <vt:lpstr>Managerial roles</vt:lpstr>
      <vt:lpstr>Contemporary issues in Management : </vt:lpstr>
      <vt:lpstr>Slide 12</vt:lpstr>
      <vt:lpstr>Thank You …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Principles of Management</dc:title>
  <dc:creator>HP</dc:creator>
  <cp:lastModifiedBy>vtu</cp:lastModifiedBy>
  <cp:revision>23</cp:revision>
  <dcterms:created xsi:type="dcterms:W3CDTF">2006-08-16T00:00:00Z</dcterms:created>
  <dcterms:modified xsi:type="dcterms:W3CDTF">2025-11-13T10:40:52Z</dcterms:modified>
</cp:coreProperties>
</file>