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0C8F6-8E67-4311-8FA7-7122A0E9EFE4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189F6-6839-4094-81D5-D1137E0CF6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Management is the art of maximizing efficiency, as a social process, a method of getting things done through others a plan of action and its direction by a co-operative group moving towards a common goal. Effective </a:t>
            </a:r>
            <a:r>
              <a:rPr lang="en-US" dirty="0" err="1" smtClean="0"/>
              <a:t>utilisation</a:t>
            </a:r>
            <a:r>
              <a:rPr lang="en-US" dirty="0" smtClean="0"/>
              <a:t> of available resources to achieve same objective is management. Management is a comprehensive function of Planning, </a:t>
            </a:r>
            <a:r>
              <a:rPr lang="en-US" dirty="0" err="1" smtClean="0"/>
              <a:t>Organising</a:t>
            </a:r>
            <a:r>
              <a:rPr lang="en-US" dirty="0" smtClean="0"/>
              <a:t>, Forecasting Coordinating, Leading, Controlling, Motivating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189F6-6839-4094-81D5-D1137E0CF6A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1"/>
            <a:ext cx="8001000" cy="1066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Includes…. ORGANISING</a:t>
            </a:r>
            <a:br>
              <a:rPr lang="en-US" dirty="0" smtClean="0">
                <a:solidFill>
                  <a:srgbClr val="FF0000"/>
                </a:solidFill>
                <a:latin typeface="Algerian" pitchFamily="82" charset="0"/>
              </a:rPr>
            </a:b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Meaning, Types of Organization structures, Traditional structures, Directions in organization structures.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Team 1. Presentation : Types of Organization Structures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Organizing:  Meaning and Definition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According to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Louis Allen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“Organization is the process of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identifying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grouping work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be performed, defining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responsibility and authority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establishing relationship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purpose of enabling people to work most efficiently together in accomplishing objectives”. 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/>
              <a:t> 	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Organizing is the second key management function which deals with deciding the ways and means with which the plans can be implemented.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Organizational Structure: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486400"/>
          </a:xfrm>
        </p:spPr>
        <p:txBody>
          <a:bodyPr>
            <a:normAutofit fontScale="325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</a:p>
          <a:p>
            <a:pPr algn="just"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5500" dirty="0" smtClean="0">
                <a:latin typeface="Times New Roman" pitchFamily="18" charset="0"/>
                <a:cs typeface="Times New Roman" pitchFamily="18" charset="0"/>
              </a:rPr>
              <a:t>The organization can divided into two type. They are:</a:t>
            </a:r>
          </a:p>
          <a:p>
            <a:pPr algn="just">
              <a:buNone/>
            </a:pPr>
            <a:endParaRPr lang="en-US" sz="5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55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5500" b="1" u="sng" dirty="0" smtClean="0">
                <a:latin typeface="Times New Roman" pitchFamily="18" charset="0"/>
                <a:cs typeface="Times New Roman" pitchFamily="18" charset="0"/>
              </a:rPr>
              <a:t>1.Formal organisation:</a:t>
            </a:r>
          </a:p>
          <a:p>
            <a:pPr marL="0" indent="0" algn="just">
              <a:buNone/>
            </a:pPr>
            <a:endParaRPr lang="en-IN" sz="55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5500" dirty="0" smtClean="0">
                <a:latin typeface="Times New Roman" pitchFamily="18" charset="0"/>
                <a:cs typeface="Times New Roman" pitchFamily="18" charset="0"/>
              </a:rPr>
              <a:t>	It s the network of official authority, responsibility, relationship and communication follows.</a:t>
            </a:r>
          </a:p>
          <a:p>
            <a:pPr marL="0" indent="0" algn="just">
              <a:buNone/>
            </a:pPr>
            <a:endParaRPr lang="en-IN" sz="5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55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5500" b="1" u="sng" dirty="0" smtClean="0">
                <a:latin typeface="Times New Roman" pitchFamily="18" charset="0"/>
                <a:cs typeface="Times New Roman" pitchFamily="18" charset="0"/>
              </a:rPr>
              <a:t>2.Informal organisation:</a:t>
            </a:r>
          </a:p>
          <a:p>
            <a:pPr marL="0" indent="0" algn="just">
              <a:buNone/>
            </a:pPr>
            <a:endParaRPr lang="en-IN" sz="55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5500" dirty="0" smtClean="0">
                <a:latin typeface="Times New Roman" pitchFamily="18" charset="0"/>
                <a:cs typeface="Times New Roman" pitchFamily="18" charset="0"/>
              </a:rPr>
              <a:t>	The interpersonal relationship in the organizations that affect decisions within it, but omitted from the formal  scheme or are not consistent with it.</a:t>
            </a:r>
            <a:endParaRPr lang="en-IN" sz="5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43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7400" dirty="0" smtClean="0">
                <a:latin typeface="Times New Roman" pitchFamily="18" charset="0"/>
                <a:cs typeface="Times New Roman" pitchFamily="18" charset="0"/>
              </a:rPr>
              <a:t>It is a network of personal and social relations which aroused spontaneously as people associate with one another</a:t>
            </a:r>
          </a:p>
          <a:p>
            <a:pPr marL="0" indent="0">
              <a:buNone/>
            </a:pPr>
            <a:endParaRPr lang="en-IN" sz="4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None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Formal Organization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Line Organisation / Hierarchical Organisation Structure.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Line and Staff Organisation.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Functional Organisation.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Project Organisation.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Matrix Organisation.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Horizontal or Flat Organisation Structure.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 smtClean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110</Words>
  <Application>Microsoft Office PowerPoint</Application>
  <PresentationFormat>On-screen Show (4:3)</PresentationFormat>
  <Paragraphs>41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 Includes…. ORGANISING </vt:lpstr>
      <vt:lpstr>Organizing:  Meaning and Definition</vt:lpstr>
      <vt:lpstr>Types of Organizational Structure: </vt:lpstr>
      <vt:lpstr>Types of Formal Organization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Principles of Management</dc:title>
  <dc:creator>HP</dc:creator>
  <cp:lastModifiedBy>HP</cp:lastModifiedBy>
  <cp:revision>44</cp:revision>
  <dcterms:created xsi:type="dcterms:W3CDTF">2006-08-16T00:00:00Z</dcterms:created>
  <dcterms:modified xsi:type="dcterms:W3CDTF">2025-01-15T04:19:23Z</dcterms:modified>
</cp:coreProperties>
</file>