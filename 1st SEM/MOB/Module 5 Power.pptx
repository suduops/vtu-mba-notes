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64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381001"/>
            <a:ext cx="7772400" cy="990599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POWER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057400"/>
            <a:ext cx="7543800" cy="2514600"/>
          </a:xfrm>
        </p:spPr>
        <p:txBody>
          <a:bodyPr/>
          <a:lstStyle/>
          <a:p>
            <a:pPr algn="l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Meaning, Sources, and Contingencies of Power, Consequences of Power.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/>
          <a:lstStyle/>
          <a:p>
            <a:pPr algn="l"/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Meaning: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054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	Power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is the capacity of a person, team, or organization to influence others.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Power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is not the act of changing someone’s attitudes or behavior; it is only the potential to do so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	Power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refers to that control or holds over another person,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organization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or body of people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	The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more power you have, the more responsible you must be with it.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Sources and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Contingencies of Power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14362" y="1295400"/>
            <a:ext cx="7915275" cy="5257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152400"/>
            <a:ext cx="8534400" cy="640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Contingencies+of+Power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381000"/>
            <a:ext cx="8305799" cy="6096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Consequences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Power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/>
          <a:lstStyle/>
          <a:p>
            <a:pPr algn="just">
              <a:buNone/>
            </a:pPr>
            <a:r>
              <a:rPr lang="en-US" dirty="0" smtClean="0"/>
              <a:t>	</a:t>
            </a:r>
            <a:r>
              <a:rPr lang="en-US" dirty="0" smtClean="0"/>
              <a:t> </a:t>
            </a:r>
            <a:r>
              <a:rPr lang="en-US" dirty="0" smtClean="0"/>
              <a:t>	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unequal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power in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organizational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behaviour refers to the imbalance of authority, control, or influence between two or more parties within an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organization.</a:t>
            </a:r>
          </a:p>
          <a:p>
            <a:pPr algn="just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 There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are three consequences of unequal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power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 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1. Compliance.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2. Commitment. 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3. Resistance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24</Words>
  <Application>Microsoft Office PowerPoint</Application>
  <PresentationFormat>On-screen Show (4:3)</PresentationFormat>
  <Paragraphs>13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 </vt:lpstr>
      <vt:lpstr>Meaning:</vt:lpstr>
      <vt:lpstr>Sources and Contingencies of Power</vt:lpstr>
      <vt:lpstr>Slide 4</vt:lpstr>
      <vt:lpstr>Slide 5</vt:lpstr>
      <vt:lpstr>Consequences of Power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</dc:title>
  <dc:creator>HP</dc:creator>
  <cp:lastModifiedBy>HP</cp:lastModifiedBy>
  <cp:revision>14</cp:revision>
  <dcterms:created xsi:type="dcterms:W3CDTF">2006-08-16T00:00:00Z</dcterms:created>
  <dcterms:modified xsi:type="dcterms:W3CDTF">2024-05-30T07:54:36Z</dcterms:modified>
</cp:coreProperties>
</file>