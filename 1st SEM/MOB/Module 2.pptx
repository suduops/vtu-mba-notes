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0"/>
  </p:notesMasterIdLst>
  <p:sldIdLst>
    <p:sldId id="256" r:id="rId2"/>
    <p:sldId id="257" r:id="rId3"/>
    <p:sldId id="258" r:id="rId4"/>
    <p:sldId id="259" r:id="rId5"/>
    <p:sldId id="268" r:id="rId6"/>
    <p:sldId id="261" r:id="rId7"/>
    <p:sldId id="262" r:id="rId8"/>
    <p:sldId id="264" r:id="rId9"/>
    <p:sldId id="267" r:id="rId10"/>
    <p:sldId id="269" r:id="rId11"/>
    <p:sldId id="270" r:id="rId12"/>
    <p:sldId id="271" r:id="rId13"/>
    <p:sldId id="272" r:id="rId14"/>
    <p:sldId id="274" r:id="rId15"/>
    <p:sldId id="278" r:id="rId16"/>
    <p:sldId id="273" r:id="rId17"/>
    <p:sldId id="275" r:id="rId18"/>
    <p:sldId id="276" r:id="rId19"/>
    <p:sldId id="277" r:id="rId20"/>
    <p:sldId id="279" r:id="rId21"/>
    <p:sldId id="280" r:id="rId22"/>
    <p:sldId id="281" r:id="rId23"/>
    <p:sldId id="282" r:id="rId24"/>
    <p:sldId id="283" r:id="rId25"/>
    <p:sldId id="284" r:id="rId26"/>
    <p:sldId id="285" r:id="rId27"/>
    <p:sldId id="286" r:id="rId28"/>
    <p:sldId id="287" r:id="rId29"/>
    <p:sldId id="288" r:id="rId30"/>
    <p:sldId id="289" r:id="rId31"/>
    <p:sldId id="292" r:id="rId32"/>
    <p:sldId id="293" r:id="rId33"/>
    <p:sldId id="290" r:id="rId34"/>
    <p:sldId id="291" r:id="rId35"/>
    <p:sldId id="294" r:id="rId36"/>
    <p:sldId id="296" r:id="rId37"/>
    <p:sldId id="299" r:id="rId38"/>
    <p:sldId id="301" r:id="rId39"/>
    <p:sldId id="302" r:id="rId40"/>
    <p:sldId id="300" r:id="rId41"/>
    <p:sldId id="304" r:id="rId42"/>
    <p:sldId id="305" r:id="rId43"/>
    <p:sldId id="306" r:id="rId44"/>
    <p:sldId id="307" r:id="rId45"/>
    <p:sldId id="309" r:id="rId46"/>
    <p:sldId id="297" r:id="rId47"/>
    <p:sldId id="298" r:id="rId48"/>
    <p:sldId id="312" r:id="rId49"/>
  </p:sldIdLst>
  <p:sldSz cx="18288000" cy="10287000"/>
  <p:notesSz cx="6858000" cy="9144000"/>
  <p:embeddedFontLst>
    <p:embeddedFont>
      <p:font typeface="Raleway Bold" panose="020B0604020202020204" charset="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4" d="100"/>
          <a:sy n="44" d="100"/>
        </p:scale>
        <p:origin x="660"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Ganagi" userId="696741978f092c3b" providerId="LiveId" clId="{CC53C1FC-CFCD-43E4-8824-4AF444FF6DBB}"/>
    <pc:docChg chg="undo custSel addSld modSld sldOrd">
      <pc:chgData name="Mahesh Ganagi" userId="696741978f092c3b" providerId="LiveId" clId="{CC53C1FC-CFCD-43E4-8824-4AF444FF6DBB}" dt="2024-12-22T14:19:27.393" v="580" actId="14100"/>
      <pc:docMkLst>
        <pc:docMk/>
      </pc:docMkLst>
      <pc:sldChg chg="addSp delSp modSp mod">
        <pc:chgData name="Mahesh Ganagi" userId="696741978f092c3b" providerId="LiveId" clId="{CC53C1FC-CFCD-43E4-8824-4AF444FF6DBB}" dt="2024-12-22T13:50:14.806" v="578" actId="14100"/>
        <pc:sldMkLst>
          <pc:docMk/>
          <pc:sldMk cId="0" sldId="256"/>
        </pc:sldMkLst>
        <pc:spChg chg="add del">
          <ac:chgData name="Mahesh Ganagi" userId="696741978f092c3b" providerId="LiveId" clId="{CC53C1FC-CFCD-43E4-8824-4AF444FF6DBB}" dt="2024-12-22T07:41:42.160" v="6" actId="478"/>
          <ac:spMkLst>
            <pc:docMk/>
            <pc:sldMk cId="0" sldId="256"/>
            <ac:spMk id="2" creationId="{00000000-0000-0000-0000-000000000000}"/>
          </ac:spMkLst>
        </pc:spChg>
        <pc:picChg chg="add mod">
          <ac:chgData name="Mahesh Ganagi" userId="696741978f092c3b" providerId="LiveId" clId="{CC53C1FC-CFCD-43E4-8824-4AF444FF6DBB}" dt="2024-12-22T13:50:14.806" v="578" actId="14100"/>
          <ac:picMkLst>
            <pc:docMk/>
            <pc:sldMk cId="0" sldId="256"/>
            <ac:picMk id="9" creationId="{D686DB7F-8B33-9322-F810-64DC28796135}"/>
          </ac:picMkLst>
        </pc:picChg>
      </pc:sldChg>
      <pc:sldChg chg="addSp delSp modSp mod">
        <pc:chgData name="Mahesh Ganagi" userId="696741978f092c3b" providerId="LiveId" clId="{CC53C1FC-CFCD-43E4-8824-4AF444FF6DBB}" dt="2024-12-22T08:10:25.352" v="102" actId="20577"/>
        <pc:sldMkLst>
          <pc:docMk/>
          <pc:sldMk cId="0" sldId="257"/>
        </pc:sldMkLst>
        <pc:spChg chg="add del">
          <ac:chgData name="Mahesh Ganagi" userId="696741978f092c3b" providerId="LiveId" clId="{CC53C1FC-CFCD-43E4-8824-4AF444FF6DBB}" dt="2024-12-22T07:41:56.617" v="9" actId="478"/>
          <ac:spMkLst>
            <pc:docMk/>
            <pc:sldMk cId="0" sldId="257"/>
            <ac:spMk id="2" creationId="{00000000-0000-0000-0000-000000000000}"/>
          </ac:spMkLst>
        </pc:spChg>
        <pc:spChg chg="add mod">
          <ac:chgData name="Mahesh Ganagi" userId="696741978f092c3b" providerId="LiveId" clId="{CC53C1FC-CFCD-43E4-8824-4AF444FF6DBB}" dt="2024-12-22T08:08:46.654" v="87" actId="404"/>
          <ac:spMkLst>
            <pc:docMk/>
            <pc:sldMk cId="0" sldId="257"/>
            <ac:spMk id="9" creationId="{4CD66311-E04D-B8F5-24B8-CE12ADE95663}"/>
          </ac:spMkLst>
        </pc:spChg>
        <pc:spChg chg="add mod">
          <ac:chgData name="Mahesh Ganagi" userId="696741978f092c3b" providerId="LiveId" clId="{CC53C1FC-CFCD-43E4-8824-4AF444FF6DBB}" dt="2024-12-22T08:10:25.352" v="102" actId="20577"/>
          <ac:spMkLst>
            <pc:docMk/>
            <pc:sldMk cId="0" sldId="257"/>
            <ac:spMk id="10" creationId="{5E515B04-19DC-9CDF-86AC-646A3F318098}"/>
          </ac:spMkLst>
        </pc:spChg>
        <pc:picChg chg="add mod">
          <ac:chgData name="Mahesh Ganagi" userId="696741978f092c3b" providerId="LiveId" clId="{CC53C1FC-CFCD-43E4-8824-4AF444FF6DBB}" dt="2024-12-22T08:09:43.845" v="93" actId="14100"/>
          <ac:picMkLst>
            <pc:docMk/>
            <pc:sldMk cId="0" sldId="257"/>
            <ac:picMk id="8" creationId="{EAE95971-F784-31D0-025F-CE2FFA8E2349}"/>
          </ac:picMkLst>
        </pc:picChg>
      </pc:sldChg>
      <pc:sldChg chg="addSp delSp modSp mod">
        <pc:chgData name="Mahesh Ganagi" userId="696741978f092c3b" providerId="LiveId" clId="{CC53C1FC-CFCD-43E4-8824-4AF444FF6DBB}" dt="2024-12-22T14:19:27.393" v="580" actId="14100"/>
        <pc:sldMkLst>
          <pc:docMk/>
          <pc:sldMk cId="0" sldId="258"/>
        </pc:sldMkLst>
        <pc:spChg chg="mod">
          <ac:chgData name="Mahesh Ganagi" userId="696741978f092c3b" providerId="LiveId" clId="{CC53C1FC-CFCD-43E4-8824-4AF444FF6DBB}" dt="2024-12-22T08:36:01.049" v="230" actId="1076"/>
          <ac:spMkLst>
            <pc:docMk/>
            <pc:sldMk cId="0" sldId="258"/>
            <ac:spMk id="2" creationId="{00000000-0000-0000-0000-000000000000}"/>
          </ac:spMkLst>
        </pc:spChg>
        <pc:spChg chg="add mod">
          <ac:chgData name="Mahesh Ganagi" userId="696741978f092c3b" providerId="LiveId" clId="{CC53C1FC-CFCD-43E4-8824-4AF444FF6DBB}" dt="2024-12-22T08:36:05.716" v="232" actId="403"/>
          <ac:spMkLst>
            <pc:docMk/>
            <pc:sldMk cId="0" sldId="258"/>
            <ac:spMk id="12" creationId="{433C14AF-F28E-C102-C1F0-4BD99E5C5518}"/>
          </ac:spMkLst>
        </pc:spChg>
        <pc:spChg chg="add mod">
          <ac:chgData name="Mahesh Ganagi" userId="696741978f092c3b" providerId="LiveId" clId="{CC53C1FC-CFCD-43E4-8824-4AF444FF6DBB}" dt="2024-12-22T08:12:45.584" v="128" actId="5793"/>
          <ac:spMkLst>
            <pc:docMk/>
            <pc:sldMk cId="0" sldId="258"/>
            <ac:spMk id="13" creationId="{7AE2E59B-F12B-8521-60A8-137D39D2FBC1}"/>
          </ac:spMkLst>
        </pc:spChg>
        <pc:picChg chg="add mod">
          <ac:chgData name="Mahesh Ganagi" userId="696741978f092c3b" providerId="LiveId" clId="{CC53C1FC-CFCD-43E4-8824-4AF444FF6DBB}" dt="2024-12-22T14:19:27.393" v="580" actId="14100"/>
          <ac:picMkLst>
            <pc:docMk/>
            <pc:sldMk cId="0" sldId="258"/>
            <ac:picMk id="14" creationId="{0A434476-30F4-45FD-1F2D-929B92405258}"/>
          </ac:picMkLst>
        </pc:picChg>
      </pc:sldChg>
      <pc:sldChg chg="addSp delSp modSp mod">
        <pc:chgData name="Mahesh Ganagi" userId="696741978f092c3b" providerId="LiveId" clId="{CC53C1FC-CFCD-43E4-8824-4AF444FF6DBB}" dt="2024-12-22T13:15:26.562" v="364" actId="14100"/>
        <pc:sldMkLst>
          <pc:docMk/>
          <pc:sldMk cId="0" sldId="259"/>
        </pc:sldMkLst>
        <pc:spChg chg="add del">
          <ac:chgData name="Mahesh Ganagi" userId="696741978f092c3b" providerId="LiveId" clId="{CC53C1FC-CFCD-43E4-8824-4AF444FF6DBB}" dt="2024-12-22T07:42:42.855" v="23" actId="478"/>
          <ac:spMkLst>
            <pc:docMk/>
            <pc:sldMk cId="0" sldId="259"/>
            <ac:spMk id="2" creationId="{00000000-0000-0000-0000-000000000000}"/>
          </ac:spMkLst>
        </pc:spChg>
        <pc:spChg chg="add mod">
          <ac:chgData name="Mahesh Ganagi" userId="696741978f092c3b" providerId="LiveId" clId="{CC53C1FC-CFCD-43E4-8824-4AF444FF6DBB}" dt="2024-12-22T08:22:08.936" v="150"/>
          <ac:spMkLst>
            <pc:docMk/>
            <pc:sldMk cId="0" sldId="259"/>
            <ac:spMk id="12" creationId="{06012461-4B19-60B3-1032-C1FD062231A1}"/>
          </ac:spMkLst>
        </pc:spChg>
        <pc:picChg chg="add mod">
          <ac:chgData name="Mahesh Ganagi" userId="696741978f092c3b" providerId="LiveId" clId="{CC53C1FC-CFCD-43E4-8824-4AF444FF6DBB}" dt="2024-12-22T13:15:26.562" v="364" actId="14100"/>
          <ac:picMkLst>
            <pc:docMk/>
            <pc:sldMk cId="0" sldId="259"/>
            <ac:picMk id="16" creationId="{C7E2F563-8C25-1116-6038-F71A6B005324}"/>
          </ac:picMkLst>
        </pc:picChg>
      </pc:sldChg>
      <pc:sldChg chg="addSp delSp modSp mod ord">
        <pc:chgData name="Mahesh Ganagi" userId="696741978f092c3b" providerId="LiveId" clId="{CC53C1FC-CFCD-43E4-8824-4AF444FF6DBB}" dt="2024-12-22T08:35:13.069" v="215"/>
        <pc:sldMkLst>
          <pc:docMk/>
          <pc:sldMk cId="0" sldId="260"/>
        </pc:sldMkLst>
      </pc:sldChg>
      <pc:sldChg chg="addSp delSp modSp mod">
        <pc:chgData name="Mahesh Ganagi" userId="696741978f092c3b" providerId="LiveId" clId="{CC53C1FC-CFCD-43E4-8824-4AF444FF6DBB}" dt="2024-12-22T13:15:34.599" v="365" actId="14100"/>
        <pc:sldMkLst>
          <pc:docMk/>
          <pc:sldMk cId="0" sldId="261"/>
        </pc:sldMkLst>
        <pc:spChg chg="add mod">
          <ac:chgData name="Mahesh Ganagi" userId="696741978f092c3b" providerId="LiveId" clId="{CC53C1FC-CFCD-43E4-8824-4AF444FF6DBB}" dt="2024-12-22T08:33:51.556" v="198"/>
          <ac:spMkLst>
            <pc:docMk/>
            <pc:sldMk cId="0" sldId="261"/>
            <ac:spMk id="15" creationId="{F82FE03D-3464-16D2-11C6-A1F337D67CFC}"/>
          </ac:spMkLst>
        </pc:spChg>
        <pc:picChg chg="add mod">
          <ac:chgData name="Mahesh Ganagi" userId="696741978f092c3b" providerId="LiveId" clId="{CC53C1FC-CFCD-43E4-8824-4AF444FF6DBB}" dt="2024-12-22T13:15:34.599" v="365" actId="14100"/>
          <ac:picMkLst>
            <pc:docMk/>
            <pc:sldMk cId="0" sldId="261"/>
            <ac:picMk id="17" creationId="{25AD2B6D-003B-6D9E-BEC1-404371802B72}"/>
          </ac:picMkLst>
        </pc:picChg>
      </pc:sldChg>
      <pc:sldChg chg="addSp delSp modSp mod ord">
        <pc:chgData name="Mahesh Ganagi" userId="696741978f092c3b" providerId="LiveId" clId="{CC53C1FC-CFCD-43E4-8824-4AF444FF6DBB}" dt="2024-12-22T13:46:50.922" v="571" actId="113"/>
        <pc:sldMkLst>
          <pc:docMk/>
          <pc:sldMk cId="0" sldId="262"/>
        </pc:sldMkLst>
        <pc:spChg chg="mod">
          <ac:chgData name="Mahesh Ganagi" userId="696741978f092c3b" providerId="LiveId" clId="{CC53C1FC-CFCD-43E4-8824-4AF444FF6DBB}" dt="2024-12-22T13:40:23.972" v="436" actId="1076"/>
          <ac:spMkLst>
            <pc:docMk/>
            <pc:sldMk cId="0" sldId="262"/>
            <ac:spMk id="2" creationId="{00000000-0000-0000-0000-000000000000}"/>
          </ac:spMkLst>
        </pc:spChg>
        <pc:spChg chg="add mod">
          <ac:chgData name="Mahesh Ganagi" userId="696741978f092c3b" providerId="LiveId" clId="{CC53C1FC-CFCD-43E4-8824-4AF444FF6DBB}" dt="2024-12-22T13:41:04.575" v="461" actId="1035"/>
          <ac:spMkLst>
            <pc:docMk/>
            <pc:sldMk cId="0" sldId="262"/>
            <ac:spMk id="23" creationId="{C521CE71-83B9-329B-38D4-C3F6EB8ECB1B}"/>
          </ac:spMkLst>
        </pc:spChg>
        <pc:spChg chg="add mod">
          <ac:chgData name="Mahesh Ganagi" userId="696741978f092c3b" providerId="LiveId" clId="{CC53C1FC-CFCD-43E4-8824-4AF444FF6DBB}" dt="2024-12-22T13:46:50.922" v="571" actId="113"/>
          <ac:spMkLst>
            <pc:docMk/>
            <pc:sldMk cId="0" sldId="262"/>
            <ac:spMk id="26" creationId="{9292E293-B597-94B5-2ED7-E9D885B98A13}"/>
          </ac:spMkLst>
        </pc:spChg>
      </pc:sldChg>
      <pc:sldChg chg="addSp delSp mod">
        <pc:chgData name="Mahesh Ganagi" userId="696741978f092c3b" providerId="LiveId" clId="{CC53C1FC-CFCD-43E4-8824-4AF444FF6DBB}" dt="2024-12-22T08:05:15.481" v="56" actId="478"/>
        <pc:sldMkLst>
          <pc:docMk/>
          <pc:sldMk cId="0" sldId="263"/>
        </pc:sldMkLst>
      </pc:sldChg>
      <pc:sldChg chg="addSp delSp modSp mod ord">
        <pc:chgData name="Mahesh Ganagi" userId="696741978f092c3b" providerId="LiveId" clId="{CC53C1FC-CFCD-43E4-8824-4AF444FF6DBB}" dt="2024-12-22T13:45:47.528" v="568" actId="313"/>
        <pc:sldMkLst>
          <pc:docMk/>
          <pc:sldMk cId="0" sldId="264"/>
        </pc:sldMkLst>
        <pc:spChg chg="add mod">
          <ac:chgData name="Mahesh Ganagi" userId="696741978f092c3b" providerId="LiveId" clId="{CC53C1FC-CFCD-43E4-8824-4AF444FF6DBB}" dt="2024-12-22T13:42:06.522" v="482" actId="403"/>
          <ac:spMkLst>
            <pc:docMk/>
            <pc:sldMk cId="0" sldId="264"/>
            <ac:spMk id="8" creationId="{D6C2DEAB-13E1-B29D-614B-1315A1110DBA}"/>
          </ac:spMkLst>
        </pc:spChg>
        <pc:spChg chg="add mod">
          <ac:chgData name="Mahesh Ganagi" userId="696741978f092c3b" providerId="LiveId" clId="{CC53C1FC-CFCD-43E4-8824-4AF444FF6DBB}" dt="2024-12-22T13:45:47.528" v="568" actId="313"/>
          <ac:spMkLst>
            <pc:docMk/>
            <pc:sldMk cId="0" sldId="264"/>
            <ac:spMk id="9" creationId="{A3D1C68E-6B49-FE36-7D01-9BCEB74917A1}"/>
          </ac:spMkLst>
        </pc:spChg>
      </pc:sldChg>
      <pc:sldChg chg="delSp mod">
        <pc:chgData name="Mahesh Ganagi" userId="696741978f092c3b" providerId="LiveId" clId="{CC53C1FC-CFCD-43E4-8824-4AF444FF6DBB}" dt="2024-12-22T08:05:59.179" v="65" actId="478"/>
        <pc:sldMkLst>
          <pc:docMk/>
          <pc:sldMk cId="0" sldId="265"/>
        </pc:sldMkLst>
      </pc:sldChg>
      <pc:sldChg chg="addSp delSp modSp new mod">
        <pc:chgData name="Mahesh Ganagi" userId="696741978f092c3b" providerId="LiveId" clId="{CC53C1FC-CFCD-43E4-8824-4AF444FF6DBB}" dt="2024-12-22T13:48:15.780" v="574" actId="478"/>
        <pc:sldMkLst>
          <pc:docMk/>
          <pc:sldMk cId="4162376783" sldId="266"/>
        </pc:sldMkLst>
        <pc:spChg chg="add mod">
          <ac:chgData name="Mahesh Ganagi" userId="696741978f092c3b" providerId="LiveId" clId="{CC53C1FC-CFCD-43E4-8824-4AF444FF6DBB}" dt="2024-12-22T09:35:33.284" v="274" actId="1076"/>
          <ac:spMkLst>
            <pc:docMk/>
            <pc:sldMk cId="4162376783" sldId="266"/>
            <ac:spMk id="2" creationId="{F47D8CFE-B866-9568-03D6-FC3EF13B1E43}"/>
          </ac:spMkLst>
        </pc:spChg>
        <pc:spChg chg="add mod">
          <ac:chgData name="Mahesh Ganagi" userId="696741978f092c3b" providerId="LiveId" clId="{CC53C1FC-CFCD-43E4-8824-4AF444FF6DBB}" dt="2024-12-22T09:35:00.206" v="259" actId="207"/>
          <ac:spMkLst>
            <pc:docMk/>
            <pc:sldMk cId="4162376783" sldId="266"/>
            <ac:spMk id="3" creationId="{8BF69218-0189-9101-58DC-E2032F30B6FB}"/>
          </ac:spMkLst>
        </pc:spChg>
        <pc:spChg chg="add mod">
          <ac:chgData name="Mahesh Ganagi" userId="696741978f092c3b" providerId="LiveId" clId="{CC53C1FC-CFCD-43E4-8824-4AF444FF6DBB}" dt="2024-12-22T09:35:29.941" v="272" actId="1076"/>
          <ac:spMkLst>
            <pc:docMk/>
            <pc:sldMk cId="4162376783" sldId="266"/>
            <ac:spMk id="4" creationId="{3F98E07F-D374-501C-1438-D57EE1BC5B50}"/>
          </ac:spMkLst>
        </pc:spChg>
        <pc:spChg chg="add mod">
          <ac:chgData name="Mahesh Ganagi" userId="696741978f092c3b" providerId="LiveId" clId="{CC53C1FC-CFCD-43E4-8824-4AF444FF6DBB}" dt="2024-12-22T09:36:47.210" v="300" actId="403"/>
          <ac:spMkLst>
            <pc:docMk/>
            <pc:sldMk cId="4162376783" sldId="266"/>
            <ac:spMk id="5" creationId="{AE0A3848-6D63-AFA3-BCB5-90FF65A1B0CC}"/>
          </ac:spMkLst>
        </pc:spChg>
        <pc:spChg chg="add mod">
          <ac:chgData name="Mahesh Ganagi" userId="696741978f092c3b" providerId="LiveId" clId="{CC53C1FC-CFCD-43E4-8824-4AF444FF6DBB}" dt="2024-12-22T09:38:15.886" v="331" actId="403"/>
          <ac:spMkLst>
            <pc:docMk/>
            <pc:sldMk cId="4162376783" sldId="266"/>
            <ac:spMk id="6" creationId="{A9415C27-408A-FB8F-9052-6D9916993CD3}"/>
          </ac:spMkLst>
        </pc:spChg>
        <pc:spChg chg="add mod">
          <ac:chgData name="Mahesh Ganagi" userId="696741978f092c3b" providerId="LiveId" clId="{CC53C1FC-CFCD-43E4-8824-4AF444FF6DBB}" dt="2024-12-22T09:40:23.829" v="356" actId="255"/>
          <ac:spMkLst>
            <pc:docMk/>
            <pc:sldMk cId="4162376783" sldId="266"/>
            <ac:spMk id="7" creationId="{71658184-3083-7672-3876-B9D2E8A8452B}"/>
          </ac:spMkLst>
        </pc:spChg>
        <pc:spChg chg="add mod">
          <ac:chgData name="Mahesh Ganagi" userId="696741978f092c3b" providerId="LiveId" clId="{CC53C1FC-CFCD-43E4-8824-4AF444FF6DBB}" dt="2024-12-22T09:39:25.238" v="344" actId="20577"/>
          <ac:spMkLst>
            <pc:docMk/>
            <pc:sldMk cId="4162376783" sldId="266"/>
            <ac:spMk id="8" creationId="{5758BB74-8EE1-0AA2-7CE8-434518832EF9}"/>
          </ac:spMkLst>
        </pc:spChg>
        <pc:spChg chg="add mod">
          <ac:chgData name="Mahesh Ganagi" userId="696741978f092c3b" providerId="LiveId" clId="{CC53C1FC-CFCD-43E4-8824-4AF444FF6DBB}" dt="2024-12-22T09:35:38.667" v="275" actId="1076"/>
          <ac:spMkLst>
            <pc:docMk/>
            <pc:sldMk cId="4162376783" sldId="266"/>
            <ac:spMk id="10" creationId="{7E594150-DF8A-5039-DA8E-E9FFA26B3FC1}"/>
          </ac:spMkLst>
        </pc:spChg>
        <pc:spChg chg="add mod">
          <ac:chgData name="Mahesh Ganagi" userId="696741978f092c3b" providerId="LiveId" clId="{CC53C1FC-CFCD-43E4-8824-4AF444FF6DBB}" dt="2024-12-22T09:36:33.004" v="290" actId="14100"/>
          <ac:spMkLst>
            <pc:docMk/>
            <pc:sldMk cId="4162376783" sldId="266"/>
            <ac:spMk id="11" creationId="{16F4E869-965D-A62D-4701-98A1CFD46859}"/>
          </ac:spMkLst>
        </pc:spChg>
        <pc:spChg chg="add mod">
          <ac:chgData name="Mahesh Ganagi" userId="696741978f092c3b" providerId="LiveId" clId="{CC53C1FC-CFCD-43E4-8824-4AF444FF6DBB}" dt="2024-12-22T09:37:46.831" v="319" actId="1076"/>
          <ac:spMkLst>
            <pc:docMk/>
            <pc:sldMk cId="4162376783" sldId="266"/>
            <ac:spMk id="12" creationId="{4434CDD1-6559-909F-D0D3-F94E282A6C09}"/>
          </ac:spMkLst>
        </pc:spChg>
        <pc:spChg chg="add mod">
          <ac:chgData name="Mahesh Ganagi" userId="696741978f092c3b" providerId="LiveId" clId="{CC53C1FC-CFCD-43E4-8824-4AF444FF6DBB}" dt="2024-12-22T09:38:58.083" v="338" actId="1076"/>
          <ac:spMkLst>
            <pc:docMk/>
            <pc:sldMk cId="4162376783" sldId="266"/>
            <ac:spMk id="13" creationId="{1AEC34D6-07A2-F298-4D5D-7E6C25612994}"/>
          </ac:spMkLst>
        </pc:spChg>
        <pc:spChg chg="add mod">
          <ac:chgData name="Mahesh Ganagi" userId="696741978f092c3b" providerId="LiveId" clId="{CC53C1FC-CFCD-43E4-8824-4AF444FF6DBB}" dt="2024-12-22T09:40:06.835" v="352" actId="1076"/>
          <ac:spMkLst>
            <pc:docMk/>
            <pc:sldMk cId="4162376783" sldId="266"/>
            <ac:spMk id="15" creationId="{8089834F-F28D-E45C-FD4B-E4975C741924}"/>
          </ac:spMkLst>
        </pc:spChg>
      </pc:sldChg>
      <pc:sldChg chg="addSp modSp new mod">
        <pc:chgData name="Mahesh Ganagi" userId="696741978f092c3b" providerId="LiveId" clId="{CC53C1FC-CFCD-43E4-8824-4AF444FF6DBB}" dt="2024-12-22T09:41:33.732" v="362" actId="207"/>
        <pc:sldMkLst>
          <pc:docMk/>
          <pc:sldMk cId="2855886385" sldId="267"/>
        </pc:sldMkLst>
        <pc:spChg chg="add mod">
          <ac:chgData name="Mahesh Ganagi" userId="696741978f092c3b" providerId="LiveId" clId="{CC53C1FC-CFCD-43E4-8824-4AF444FF6DBB}" dt="2024-12-22T08:35:07.082" v="213"/>
          <ac:spMkLst>
            <pc:docMk/>
            <pc:sldMk cId="2855886385" sldId="267"/>
            <ac:spMk id="2" creationId="{BF4147D0-1060-B0A6-C8CC-3FF32A20C362}"/>
          </ac:spMkLst>
        </pc:spChg>
        <pc:spChg chg="add mod">
          <ac:chgData name="Mahesh Ganagi" userId="696741978f092c3b" providerId="LiveId" clId="{CC53C1FC-CFCD-43E4-8824-4AF444FF6DBB}" dt="2024-12-22T09:41:33.732" v="362" actId="207"/>
          <ac:spMkLst>
            <pc:docMk/>
            <pc:sldMk cId="2855886385" sldId="267"/>
            <ac:spMk id="3" creationId="{3D2A895F-B2F8-89F6-B5EE-D81BD9FD508A}"/>
          </ac:spMkLst>
        </pc:spChg>
      </pc:sldChg>
      <pc:sldChg chg="add ord">
        <pc:chgData name="Mahesh Ganagi" userId="696741978f092c3b" providerId="LiveId" clId="{CC53C1FC-CFCD-43E4-8824-4AF444FF6DBB}" dt="2024-12-22T13:46:33.999" v="570"/>
        <pc:sldMkLst>
          <pc:docMk/>
          <pc:sldMk cId="1500629278" sldId="268"/>
        </pc:sldMkLst>
      </pc:sldChg>
      <pc:sldChg chg="add">
        <pc:chgData name="Mahesh Ganagi" userId="696741978f092c3b" providerId="LiveId" clId="{CC53C1FC-CFCD-43E4-8824-4AF444FF6DBB}" dt="2024-12-22T13:41:37.162" v="468"/>
        <pc:sldMkLst>
          <pc:docMk/>
          <pc:sldMk cId="1089814384" sldId="269"/>
        </pc:sldMkLst>
      </pc:sldChg>
      <pc:sldChg chg="add">
        <pc:chgData name="Mahesh Ganagi" userId="696741978f092c3b" providerId="LiveId" clId="{CC53C1FC-CFCD-43E4-8824-4AF444FF6DBB}" dt="2024-12-22T13:41:37.833" v="469"/>
        <pc:sldMkLst>
          <pc:docMk/>
          <pc:sldMk cId="2744662044" sldId="270"/>
        </pc:sldMkLst>
      </pc:sldChg>
    </pc:docChg>
  </pc:docChgLst>
  <pc:docChgLst>
    <pc:chgData name="Mahesh Ganagi" userId="696741978f092c3b" providerId="LiveId" clId="{8D5E3662-6CE1-4380-AD01-8022BB3ECB3D}"/>
    <pc:docChg chg="custSel addSld delSld modSld">
      <pc:chgData name="Mahesh Ganagi" userId="696741978f092c3b" providerId="LiveId" clId="{8D5E3662-6CE1-4380-AD01-8022BB3ECB3D}" dt="2024-12-24T06:15:42.974" v="90" actId="47"/>
      <pc:docMkLst>
        <pc:docMk/>
      </pc:docMkLst>
      <pc:sldChg chg="addSp modSp mod">
        <pc:chgData name="Mahesh Ganagi" userId="696741978f092c3b" providerId="LiveId" clId="{8D5E3662-6CE1-4380-AD01-8022BB3ECB3D}" dt="2024-12-24T05:23:06.413" v="15" actId="1035"/>
        <pc:sldMkLst>
          <pc:docMk/>
          <pc:sldMk cId="0" sldId="257"/>
        </pc:sldMkLst>
        <pc:spChg chg="add mod">
          <ac:chgData name="Mahesh Ganagi" userId="696741978f092c3b" providerId="LiveId" clId="{8D5E3662-6CE1-4380-AD01-8022BB3ECB3D}" dt="2024-12-24T05:23:06.413" v="15" actId="1035"/>
          <ac:spMkLst>
            <pc:docMk/>
            <pc:sldMk cId="0" sldId="257"/>
            <ac:spMk id="3" creationId="{6F254F00-990B-6960-5A81-D1D73A4E6729}"/>
          </ac:spMkLst>
        </pc:spChg>
      </pc:sldChg>
      <pc:sldChg chg="del">
        <pc:chgData name="Mahesh Ganagi" userId="696741978f092c3b" providerId="LiveId" clId="{8D5E3662-6CE1-4380-AD01-8022BB3ECB3D}" dt="2024-12-22T14:55:29.587" v="0" actId="47"/>
        <pc:sldMkLst>
          <pc:docMk/>
          <pc:sldMk cId="0" sldId="260"/>
        </pc:sldMkLst>
      </pc:sldChg>
      <pc:sldChg chg="del">
        <pc:chgData name="Mahesh Ganagi" userId="696741978f092c3b" providerId="LiveId" clId="{8D5E3662-6CE1-4380-AD01-8022BB3ECB3D}" dt="2024-12-22T14:55:31.914" v="1" actId="47"/>
        <pc:sldMkLst>
          <pc:docMk/>
          <pc:sldMk cId="0" sldId="263"/>
        </pc:sldMkLst>
      </pc:sldChg>
      <pc:sldChg chg="del">
        <pc:chgData name="Mahesh Ganagi" userId="696741978f092c3b" providerId="LiveId" clId="{8D5E3662-6CE1-4380-AD01-8022BB3ECB3D}" dt="2024-12-22T14:55:51.225" v="5" actId="47"/>
        <pc:sldMkLst>
          <pc:docMk/>
          <pc:sldMk cId="0" sldId="265"/>
        </pc:sldMkLst>
      </pc:sldChg>
      <pc:sldChg chg="addSp delSp new del mod">
        <pc:chgData name="Mahesh Ganagi" userId="696741978f092c3b" providerId="LiveId" clId="{8D5E3662-6CE1-4380-AD01-8022BB3ECB3D}" dt="2024-12-24T05:28:35.700" v="20" actId="47"/>
        <pc:sldMkLst>
          <pc:docMk/>
          <pc:sldMk cId="104294007" sldId="268"/>
        </pc:sldMkLst>
        <pc:spChg chg="add del">
          <ac:chgData name="Mahesh Ganagi" userId="696741978f092c3b" providerId="LiveId" clId="{8D5E3662-6CE1-4380-AD01-8022BB3ECB3D}" dt="2024-12-24T05:28:22.573" v="18" actId="478"/>
          <ac:spMkLst>
            <pc:docMk/>
            <pc:sldMk cId="104294007" sldId="268"/>
            <ac:spMk id="3" creationId="{0A4F72AC-137C-942F-F323-265D91A4F715}"/>
          </ac:spMkLst>
        </pc:spChg>
      </pc:sldChg>
      <pc:sldChg chg="del">
        <pc:chgData name="Mahesh Ganagi" userId="696741978f092c3b" providerId="LiveId" clId="{8D5E3662-6CE1-4380-AD01-8022BB3ECB3D}" dt="2024-12-22T14:55:34.008" v="2" actId="47"/>
        <pc:sldMkLst>
          <pc:docMk/>
          <pc:sldMk cId="1500629278" sldId="268"/>
        </pc:sldMkLst>
      </pc:sldChg>
      <pc:sldChg chg="del">
        <pc:chgData name="Mahesh Ganagi" userId="696741978f092c3b" providerId="LiveId" clId="{8D5E3662-6CE1-4380-AD01-8022BB3ECB3D}" dt="2024-12-22T14:55:36.257" v="3" actId="47"/>
        <pc:sldMkLst>
          <pc:docMk/>
          <pc:sldMk cId="1089814384" sldId="269"/>
        </pc:sldMkLst>
      </pc:sldChg>
      <pc:sldChg chg="addSp delSp modSp add mod">
        <pc:chgData name="Mahesh Ganagi" userId="696741978f092c3b" providerId="LiveId" clId="{8D5E3662-6CE1-4380-AD01-8022BB3ECB3D}" dt="2024-12-24T05:34:31.853" v="53" actId="2711"/>
        <pc:sldMkLst>
          <pc:docMk/>
          <pc:sldMk cId="2470888733" sldId="269"/>
        </pc:sldMkLst>
        <pc:spChg chg="mod">
          <ac:chgData name="Mahesh Ganagi" userId="696741978f092c3b" providerId="LiveId" clId="{8D5E3662-6CE1-4380-AD01-8022BB3ECB3D}" dt="2024-12-24T05:34:31.853" v="53" actId="2711"/>
          <ac:spMkLst>
            <pc:docMk/>
            <pc:sldMk cId="2470888733" sldId="269"/>
            <ac:spMk id="3" creationId="{4B2DF8B8-F548-9823-DE70-68171624E996}"/>
          </ac:spMkLst>
        </pc:spChg>
        <pc:spChg chg="add del mod">
          <ac:chgData name="Mahesh Ganagi" userId="696741978f092c3b" providerId="LiveId" clId="{8D5E3662-6CE1-4380-AD01-8022BB3ECB3D}" dt="2024-12-24T05:30:16.809" v="39" actId="478"/>
          <ac:spMkLst>
            <pc:docMk/>
            <pc:sldMk cId="2470888733" sldId="269"/>
            <ac:spMk id="4" creationId="{B3105AF2-B395-DFEA-D31F-F18C5D11DAAE}"/>
          </ac:spMkLst>
        </pc:spChg>
      </pc:sldChg>
      <pc:sldChg chg="modSp add mod">
        <pc:chgData name="Mahesh Ganagi" userId="696741978f092c3b" providerId="LiveId" clId="{8D5E3662-6CE1-4380-AD01-8022BB3ECB3D}" dt="2024-12-24T05:39:10.480" v="88" actId="2711"/>
        <pc:sldMkLst>
          <pc:docMk/>
          <pc:sldMk cId="477482227" sldId="270"/>
        </pc:sldMkLst>
        <pc:spChg chg="mod">
          <ac:chgData name="Mahesh Ganagi" userId="696741978f092c3b" providerId="LiveId" clId="{8D5E3662-6CE1-4380-AD01-8022BB3ECB3D}" dt="2024-12-24T05:39:10.480" v="88" actId="2711"/>
          <ac:spMkLst>
            <pc:docMk/>
            <pc:sldMk cId="477482227" sldId="270"/>
            <ac:spMk id="3" creationId="{927897C7-F0BF-A47A-A096-0F1E66D01854}"/>
          </ac:spMkLst>
        </pc:spChg>
      </pc:sldChg>
      <pc:sldChg chg="del">
        <pc:chgData name="Mahesh Ganagi" userId="696741978f092c3b" providerId="LiveId" clId="{8D5E3662-6CE1-4380-AD01-8022BB3ECB3D}" dt="2024-12-22T14:55:38.038" v="4" actId="47"/>
        <pc:sldMkLst>
          <pc:docMk/>
          <pc:sldMk cId="2744662044" sldId="270"/>
        </pc:sldMkLst>
      </pc:sldChg>
      <pc:sldChg chg="add del">
        <pc:chgData name="Mahesh Ganagi" userId="696741978f092c3b" providerId="LiveId" clId="{8D5E3662-6CE1-4380-AD01-8022BB3ECB3D}" dt="2024-12-24T06:15:41.002" v="89" actId="47"/>
        <pc:sldMkLst>
          <pc:docMk/>
          <pc:sldMk cId="3411221713" sldId="271"/>
        </pc:sldMkLst>
      </pc:sldChg>
      <pc:sldChg chg="add del">
        <pc:chgData name="Mahesh Ganagi" userId="696741978f092c3b" providerId="LiveId" clId="{8D5E3662-6CE1-4380-AD01-8022BB3ECB3D}" dt="2024-12-24T06:15:42.974" v="90" actId="47"/>
        <pc:sldMkLst>
          <pc:docMk/>
          <pc:sldMk cId="1010929826" sldId="27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CBF143-AEF7-46A3-9B50-46884950023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040B1D59-7C32-4D86-B966-0E310B9EB83B}">
      <dgm:prSet phldrT="[Text]" phldr="0"/>
      <dgm:spPr/>
      <dgm:t>
        <a:bodyPr/>
        <a:lstStyle/>
        <a:p>
          <a:r>
            <a:rPr lang="en-US" b="1" dirty="0">
              <a:latin typeface="Times New Roman" panose="02020603050405020304" pitchFamily="18" charset="0"/>
              <a:cs typeface="Times New Roman" panose="02020603050405020304" pitchFamily="18" charset="0"/>
            </a:rPr>
            <a:t>CEO</a:t>
          </a:r>
          <a:endParaRPr lang="en-IN" b="1" dirty="0">
            <a:latin typeface="Times New Roman" panose="02020603050405020304" pitchFamily="18" charset="0"/>
            <a:cs typeface="Times New Roman" panose="02020603050405020304" pitchFamily="18" charset="0"/>
          </a:endParaRPr>
        </a:p>
      </dgm:t>
    </dgm:pt>
    <dgm:pt modelId="{13641F84-0FF1-43B4-902E-0B05C5AE4C3C}" type="parTrans" cxnId="{2A3F33CB-573F-4976-8D24-E0F5F8500B08}">
      <dgm:prSet/>
      <dgm:spPr/>
      <dgm:t>
        <a:bodyPr/>
        <a:lstStyle/>
        <a:p>
          <a:endParaRPr lang="en-IN">
            <a:latin typeface="Times New Roman" panose="02020603050405020304" pitchFamily="18" charset="0"/>
            <a:cs typeface="Times New Roman" panose="02020603050405020304" pitchFamily="18" charset="0"/>
          </a:endParaRPr>
        </a:p>
      </dgm:t>
    </dgm:pt>
    <dgm:pt modelId="{49FD0C54-4336-4D23-888A-ED48A8BE2FD6}" type="sibTrans" cxnId="{2A3F33CB-573F-4976-8D24-E0F5F8500B08}">
      <dgm:prSet/>
      <dgm:spPr/>
      <dgm:t>
        <a:bodyPr/>
        <a:lstStyle/>
        <a:p>
          <a:endParaRPr lang="en-IN">
            <a:latin typeface="Times New Roman" panose="02020603050405020304" pitchFamily="18" charset="0"/>
            <a:cs typeface="Times New Roman" panose="02020603050405020304" pitchFamily="18" charset="0"/>
          </a:endParaRPr>
        </a:p>
      </dgm:t>
    </dgm:pt>
    <dgm:pt modelId="{DE5AC552-C459-463E-A0FC-BD013FB1C4FD}">
      <dgm:prSet phldrT="[Text]" phldr="0"/>
      <dgm:spPr/>
      <dgm:t>
        <a:bodyPr/>
        <a:lstStyle/>
        <a:p>
          <a:r>
            <a:rPr lang="en-US" dirty="0">
              <a:latin typeface="Times New Roman" panose="02020603050405020304" pitchFamily="18" charset="0"/>
              <a:cs typeface="Times New Roman" panose="02020603050405020304" pitchFamily="18" charset="0"/>
            </a:rPr>
            <a:t>Marketing</a:t>
          </a:r>
          <a:endParaRPr lang="en-IN" dirty="0">
            <a:latin typeface="Times New Roman" panose="02020603050405020304" pitchFamily="18" charset="0"/>
            <a:cs typeface="Times New Roman" panose="02020603050405020304" pitchFamily="18" charset="0"/>
          </a:endParaRPr>
        </a:p>
      </dgm:t>
    </dgm:pt>
    <dgm:pt modelId="{2C02333E-BD6A-4EE1-BAA8-00949FAEA38A}" type="parTrans" cxnId="{EE00DA47-6CC1-4715-9315-B10F2C9AB9B1}">
      <dgm:prSet/>
      <dgm:spPr/>
      <dgm:t>
        <a:bodyPr/>
        <a:lstStyle/>
        <a:p>
          <a:endParaRPr lang="en-IN">
            <a:latin typeface="Times New Roman" panose="02020603050405020304" pitchFamily="18" charset="0"/>
            <a:cs typeface="Times New Roman" panose="02020603050405020304" pitchFamily="18" charset="0"/>
          </a:endParaRPr>
        </a:p>
      </dgm:t>
    </dgm:pt>
    <dgm:pt modelId="{2AA8905B-D6FF-4BC0-B97C-A99BC6950466}" type="sibTrans" cxnId="{EE00DA47-6CC1-4715-9315-B10F2C9AB9B1}">
      <dgm:prSet/>
      <dgm:spPr/>
      <dgm:t>
        <a:bodyPr/>
        <a:lstStyle/>
        <a:p>
          <a:endParaRPr lang="en-IN">
            <a:latin typeface="Times New Roman" panose="02020603050405020304" pitchFamily="18" charset="0"/>
            <a:cs typeface="Times New Roman" panose="02020603050405020304" pitchFamily="18" charset="0"/>
          </a:endParaRPr>
        </a:p>
      </dgm:t>
    </dgm:pt>
    <dgm:pt modelId="{EB67E357-CD6F-4CF0-B80B-E2A74CCA52EA}">
      <dgm:prSet phldrT="[Text]" phldr="0"/>
      <dgm:spPr/>
      <dgm:t>
        <a:bodyPr/>
        <a:lstStyle/>
        <a:p>
          <a:r>
            <a:rPr lang="en-US" dirty="0">
              <a:latin typeface="Times New Roman" panose="02020603050405020304" pitchFamily="18" charset="0"/>
              <a:cs typeface="Times New Roman" panose="02020603050405020304" pitchFamily="18" charset="0"/>
            </a:rPr>
            <a:t>HR</a:t>
          </a:r>
          <a:endParaRPr lang="en-IN" dirty="0">
            <a:latin typeface="Times New Roman" panose="02020603050405020304" pitchFamily="18" charset="0"/>
            <a:cs typeface="Times New Roman" panose="02020603050405020304" pitchFamily="18" charset="0"/>
          </a:endParaRPr>
        </a:p>
      </dgm:t>
    </dgm:pt>
    <dgm:pt modelId="{73F4B206-5E0F-4868-9CC5-E3420B3A7C49}" type="parTrans" cxnId="{E8778123-A68A-47BB-BB55-9125837E1C5C}">
      <dgm:prSet/>
      <dgm:spPr/>
      <dgm:t>
        <a:bodyPr/>
        <a:lstStyle/>
        <a:p>
          <a:endParaRPr lang="en-IN">
            <a:latin typeface="Times New Roman" panose="02020603050405020304" pitchFamily="18" charset="0"/>
            <a:cs typeface="Times New Roman" panose="02020603050405020304" pitchFamily="18" charset="0"/>
          </a:endParaRPr>
        </a:p>
      </dgm:t>
    </dgm:pt>
    <dgm:pt modelId="{FA57202A-094D-47A9-9ECA-18942A3C61BD}" type="sibTrans" cxnId="{E8778123-A68A-47BB-BB55-9125837E1C5C}">
      <dgm:prSet/>
      <dgm:spPr/>
      <dgm:t>
        <a:bodyPr/>
        <a:lstStyle/>
        <a:p>
          <a:endParaRPr lang="en-IN">
            <a:latin typeface="Times New Roman" panose="02020603050405020304" pitchFamily="18" charset="0"/>
            <a:cs typeface="Times New Roman" panose="02020603050405020304" pitchFamily="18" charset="0"/>
          </a:endParaRPr>
        </a:p>
      </dgm:t>
    </dgm:pt>
    <dgm:pt modelId="{B54C796A-A244-434A-BF3C-D2C5913093D2}">
      <dgm:prSet phldrT="[Text]" phldr="0"/>
      <dgm:spPr/>
      <dgm:t>
        <a:bodyPr/>
        <a:lstStyle/>
        <a:p>
          <a:r>
            <a:rPr lang="en-US" dirty="0">
              <a:latin typeface="Times New Roman" panose="02020603050405020304" pitchFamily="18" charset="0"/>
              <a:cs typeface="Times New Roman" panose="02020603050405020304" pitchFamily="18" charset="0"/>
            </a:rPr>
            <a:t>Finance</a:t>
          </a:r>
        </a:p>
      </dgm:t>
    </dgm:pt>
    <dgm:pt modelId="{3A9EB002-801F-4068-A1ED-DA6386994AF5}" type="parTrans" cxnId="{EF2FBC42-42C5-486C-ADB5-33B13F768216}">
      <dgm:prSet/>
      <dgm:spPr/>
      <dgm:t>
        <a:bodyPr/>
        <a:lstStyle/>
        <a:p>
          <a:endParaRPr lang="en-IN">
            <a:latin typeface="Times New Roman" panose="02020603050405020304" pitchFamily="18" charset="0"/>
            <a:cs typeface="Times New Roman" panose="02020603050405020304" pitchFamily="18" charset="0"/>
          </a:endParaRPr>
        </a:p>
      </dgm:t>
    </dgm:pt>
    <dgm:pt modelId="{95682765-286A-4C0D-9897-D7C0E8AEEEED}" type="sibTrans" cxnId="{EF2FBC42-42C5-486C-ADB5-33B13F768216}">
      <dgm:prSet/>
      <dgm:spPr/>
      <dgm:t>
        <a:bodyPr/>
        <a:lstStyle/>
        <a:p>
          <a:endParaRPr lang="en-IN">
            <a:latin typeface="Times New Roman" panose="02020603050405020304" pitchFamily="18" charset="0"/>
            <a:cs typeface="Times New Roman" panose="02020603050405020304" pitchFamily="18" charset="0"/>
          </a:endParaRPr>
        </a:p>
      </dgm:t>
    </dgm:pt>
    <dgm:pt modelId="{7C40ADC3-352B-456C-BEC7-4850824469C9}">
      <dgm:prSet phldrT="[Text]" phldr="0"/>
      <dgm:spPr/>
      <dgm:t>
        <a:bodyPr/>
        <a:lstStyle/>
        <a:p>
          <a:r>
            <a:rPr lang="en-US" dirty="0">
              <a:latin typeface="Times New Roman" panose="02020603050405020304" pitchFamily="18" charset="0"/>
              <a:cs typeface="Times New Roman" panose="02020603050405020304" pitchFamily="18" charset="0"/>
            </a:rPr>
            <a:t>Production</a:t>
          </a:r>
        </a:p>
      </dgm:t>
    </dgm:pt>
    <dgm:pt modelId="{F3F64992-B26D-4F06-B1BA-EB24A8679795}" type="parTrans" cxnId="{E46E066C-C16A-4942-8048-277A5DE7DD3C}">
      <dgm:prSet/>
      <dgm:spPr/>
      <dgm:t>
        <a:bodyPr/>
        <a:lstStyle/>
        <a:p>
          <a:endParaRPr lang="en-IN">
            <a:latin typeface="Times New Roman" panose="02020603050405020304" pitchFamily="18" charset="0"/>
            <a:cs typeface="Times New Roman" panose="02020603050405020304" pitchFamily="18" charset="0"/>
          </a:endParaRPr>
        </a:p>
      </dgm:t>
    </dgm:pt>
    <dgm:pt modelId="{E438EEC1-9E24-4810-B62B-1DC272C4F173}" type="sibTrans" cxnId="{E46E066C-C16A-4942-8048-277A5DE7DD3C}">
      <dgm:prSet/>
      <dgm:spPr/>
      <dgm:t>
        <a:bodyPr/>
        <a:lstStyle/>
        <a:p>
          <a:endParaRPr lang="en-IN">
            <a:latin typeface="Times New Roman" panose="02020603050405020304" pitchFamily="18" charset="0"/>
            <a:cs typeface="Times New Roman" panose="02020603050405020304" pitchFamily="18" charset="0"/>
          </a:endParaRPr>
        </a:p>
      </dgm:t>
    </dgm:pt>
    <dgm:pt modelId="{EE880BCC-CB4E-4EF9-BD9A-6D502D8837B6}" type="pres">
      <dgm:prSet presAssocID="{32CBF143-AEF7-46A3-9B50-468849500238}" presName="hierChild1" presStyleCnt="0">
        <dgm:presLayoutVars>
          <dgm:orgChart val="1"/>
          <dgm:chPref val="1"/>
          <dgm:dir/>
          <dgm:animOne val="branch"/>
          <dgm:animLvl val="lvl"/>
          <dgm:resizeHandles/>
        </dgm:presLayoutVars>
      </dgm:prSet>
      <dgm:spPr/>
    </dgm:pt>
    <dgm:pt modelId="{768E4C19-20E0-4123-A9FC-5E48AEFD74C7}" type="pres">
      <dgm:prSet presAssocID="{040B1D59-7C32-4D86-B966-0E310B9EB83B}" presName="hierRoot1" presStyleCnt="0">
        <dgm:presLayoutVars>
          <dgm:hierBranch val="init"/>
        </dgm:presLayoutVars>
      </dgm:prSet>
      <dgm:spPr/>
    </dgm:pt>
    <dgm:pt modelId="{0A09338D-B57F-4F97-9971-F505EFAEAABC}" type="pres">
      <dgm:prSet presAssocID="{040B1D59-7C32-4D86-B966-0E310B9EB83B}" presName="rootComposite1" presStyleCnt="0"/>
      <dgm:spPr/>
    </dgm:pt>
    <dgm:pt modelId="{DEECA32F-EBA6-4E5A-9F9B-490A96750A4C}" type="pres">
      <dgm:prSet presAssocID="{040B1D59-7C32-4D86-B966-0E310B9EB83B}" presName="rootText1" presStyleLbl="node0" presStyleIdx="0" presStyleCnt="1">
        <dgm:presLayoutVars>
          <dgm:chPref val="3"/>
        </dgm:presLayoutVars>
      </dgm:prSet>
      <dgm:spPr/>
    </dgm:pt>
    <dgm:pt modelId="{8D29A52B-099A-40F2-AAF1-1B296BCFC78B}" type="pres">
      <dgm:prSet presAssocID="{040B1D59-7C32-4D86-B966-0E310B9EB83B}" presName="rootConnector1" presStyleLbl="node1" presStyleIdx="0" presStyleCnt="0"/>
      <dgm:spPr/>
    </dgm:pt>
    <dgm:pt modelId="{E2C0DA04-BFF7-4F5D-85E0-54DCD940D8E0}" type="pres">
      <dgm:prSet presAssocID="{040B1D59-7C32-4D86-B966-0E310B9EB83B}" presName="hierChild2" presStyleCnt="0"/>
      <dgm:spPr/>
    </dgm:pt>
    <dgm:pt modelId="{F7776E79-1FEB-4A9A-BBC7-3DF901889462}" type="pres">
      <dgm:prSet presAssocID="{2C02333E-BD6A-4EE1-BAA8-00949FAEA38A}" presName="Name37" presStyleLbl="parChTrans1D2" presStyleIdx="0" presStyleCnt="4"/>
      <dgm:spPr/>
    </dgm:pt>
    <dgm:pt modelId="{30105F12-5AE3-4AD2-8EFD-33CAD4105D9B}" type="pres">
      <dgm:prSet presAssocID="{DE5AC552-C459-463E-A0FC-BD013FB1C4FD}" presName="hierRoot2" presStyleCnt="0">
        <dgm:presLayoutVars>
          <dgm:hierBranch val="init"/>
        </dgm:presLayoutVars>
      </dgm:prSet>
      <dgm:spPr/>
    </dgm:pt>
    <dgm:pt modelId="{E26C7CA6-3C10-4649-88DE-238E4D2CBFAD}" type="pres">
      <dgm:prSet presAssocID="{DE5AC552-C459-463E-A0FC-BD013FB1C4FD}" presName="rootComposite" presStyleCnt="0"/>
      <dgm:spPr/>
    </dgm:pt>
    <dgm:pt modelId="{C477D76C-8DE3-4834-B7C5-748A6275766E}" type="pres">
      <dgm:prSet presAssocID="{DE5AC552-C459-463E-A0FC-BD013FB1C4FD}" presName="rootText" presStyleLbl="node2" presStyleIdx="0" presStyleCnt="4">
        <dgm:presLayoutVars>
          <dgm:chPref val="3"/>
        </dgm:presLayoutVars>
      </dgm:prSet>
      <dgm:spPr/>
    </dgm:pt>
    <dgm:pt modelId="{66A9A62B-3C7E-4AD5-9E1E-BE78ECEC2D4A}" type="pres">
      <dgm:prSet presAssocID="{DE5AC552-C459-463E-A0FC-BD013FB1C4FD}" presName="rootConnector" presStyleLbl="node2" presStyleIdx="0" presStyleCnt="4"/>
      <dgm:spPr/>
    </dgm:pt>
    <dgm:pt modelId="{4F22B32B-EDD5-4B34-A261-82E3A508D0D4}" type="pres">
      <dgm:prSet presAssocID="{DE5AC552-C459-463E-A0FC-BD013FB1C4FD}" presName="hierChild4" presStyleCnt="0"/>
      <dgm:spPr/>
    </dgm:pt>
    <dgm:pt modelId="{D25439E9-BCD7-4BB8-926F-BB333ABF351D}" type="pres">
      <dgm:prSet presAssocID="{DE5AC552-C459-463E-A0FC-BD013FB1C4FD}" presName="hierChild5" presStyleCnt="0"/>
      <dgm:spPr/>
    </dgm:pt>
    <dgm:pt modelId="{7CF4877D-F65B-42EB-8895-5428DC48B9D6}" type="pres">
      <dgm:prSet presAssocID="{73F4B206-5E0F-4868-9CC5-E3420B3A7C49}" presName="Name37" presStyleLbl="parChTrans1D2" presStyleIdx="1" presStyleCnt="4"/>
      <dgm:spPr/>
    </dgm:pt>
    <dgm:pt modelId="{EBC92327-7FC9-4EC6-AD5E-FEC69DF7071E}" type="pres">
      <dgm:prSet presAssocID="{EB67E357-CD6F-4CF0-B80B-E2A74CCA52EA}" presName="hierRoot2" presStyleCnt="0">
        <dgm:presLayoutVars>
          <dgm:hierBranch val="init"/>
        </dgm:presLayoutVars>
      </dgm:prSet>
      <dgm:spPr/>
    </dgm:pt>
    <dgm:pt modelId="{FE134AF4-5545-4CE2-841E-D8043208FF89}" type="pres">
      <dgm:prSet presAssocID="{EB67E357-CD6F-4CF0-B80B-E2A74CCA52EA}" presName="rootComposite" presStyleCnt="0"/>
      <dgm:spPr/>
    </dgm:pt>
    <dgm:pt modelId="{34C6985C-A1D1-4FA8-BED6-4121B40D297D}" type="pres">
      <dgm:prSet presAssocID="{EB67E357-CD6F-4CF0-B80B-E2A74CCA52EA}" presName="rootText" presStyleLbl="node2" presStyleIdx="1" presStyleCnt="4">
        <dgm:presLayoutVars>
          <dgm:chPref val="3"/>
        </dgm:presLayoutVars>
      </dgm:prSet>
      <dgm:spPr/>
    </dgm:pt>
    <dgm:pt modelId="{29B3B3D9-5AD0-412D-AA1C-7881632E841D}" type="pres">
      <dgm:prSet presAssocID="{EB67E357-CD6F-4CF0-B80B-E2A74CCA52EA}" presName="rootConnector" presStyleLbl="node2" presStyleIdx="1" presStyleCnt="4"/>
      <dgm:spPr/>
    </dgm:pt>
    <dgm:pt modelId="{DA422AEF-5930-411A-BA84-A9E1E1E2D249}" type="pres">
      <dgm:prSet presAssocID="{EB67E357-CD6F-4CF0-B80B-E2A74CCA52EA}" presName="hierChild4" presStyleCnt="0"/>
      <dgm:spPr/>
    </dgm:pt>
    <dgm:pt modelId="{2B41F276-738C-434B-8041-69047B15D7CD}" type="pres">
      <dgm:prSet presAssocID="{EB67E357-CD6F-4CF0-B80B-E2A74CCA52EA}" presName="hierChild5" presStyleCnt="0"/>
      <dgm:spPr/>
    </dgm:pt>
    <dgm:pt modelId="{1CA5F01B-828C-4218-B1FA-AE902EC887C3}" type="pres">
      <dgm:prSet presAssocID="{3A9EB002-801F-4068-A1ED-DA6386994AF5}" presName="Name37" presStyleLbl="parChTrans1D2" presStyleIdx="2" presStyleCnt="4"/>
      <dgm:spPr/>
    </dgm:pt>
    <dgm:pt modelId="{A134FDA0-547D-4D25-8E72-761713166F7D}" type="pres">
      <dgm:prSet presAssocID="{B54C796A-A244-434A-BF3C-D2C5913093D2}" presName="hierRoot2" presStyleCnt="0">
        <dgm:presLayoutVars>
          <dgm:hierBranch val="init"/>
        </dgm:presLayoutVars>
      </dgm:prSet>
      <dgm:spPr/>
    </dgm:pt>
    <dgm:pt modelId="{883D08F8-FD75-49B3-8293-C99683E2027C}" type="pres">
      <dgm:prSet presAssocID="{B54C796A-A244-434A-BF3C-D2C5913093D2}" presName="rootComposite" presStyleCnt="0"/>
      <dgm:spPr/>
    </dgm:pt>
    <dgm:pt modelId="{CDC75D44-41BB-4993-939F-F4CAA7877412}" type="pres">
      <dgm:prSet presAssocID="{B54C796A-A244-434A-BF3C-D2C5913093D2}" presName="rootText" presStyleLbl="node2" presStyleIdx="2" presStyleCnt="4">
        <dgm:presLayoutVars>
          <dgm:chPref val="3"/>
        </dgm:presLayoutVars>
      </dgm:prSet>
      <dgm:spPr/>
    </dgm:pt>
    <dgm:pt modelId="{D2962026-6A34-4737-ABF9-DF7A9683A1CD}" type="pres">
      <dgm:prSet presAssocID="{B54C796A-A244-434A-BF3C-D2C5913093D2}" presName="rootConnector" presStyleLbl="node2" presStyleIdx="2" presStyleCnt="4"/>
      <dgm:spPr/>
    </dgm:pt>
    <dgm:pt modelId="{37997D96-00AD-4AE6-A91E-A349BA7FAFD0}" type="pres">
      <dgm:prSet presAssocID="{B54C796A-A244-434A-BF3C-D2C5913093D2}" presName="hierChild4" presStyleCnt="0"/>
      <dgm:spPr/>
    </dgm:pt>
    <dgm:pt modelId="{D9F463B3-37F7-4277-87E8-F4711C527507}" type="pres">
      <dgm:prSet presAssocID="{B54C796A-A244-434A-BF3C-D2C5913093D2}" presName="hierChild5" presStyleCnt="0"/>
      <dgm:spPr/>
    </dgm:pt>
    <dgm:pt modelId="{9967F2EF-08F0-4B87-97A8-31006FE65E5C}" type="pres">
      <dgm:prSet presAssocID="{F3F64992-B26D-4F06-B1BA-EB24A8679795}" presName="Name37" presStyleLbl="parChTrans1D2" presStyleIdx="3" presStyleCnt="4"/>
      <dgm:spPr/>
    </dgm:pt>
    <dgm:pt modelId="{9C27C2C5-EBD4-477D-B6F0-ADF2F9BE31CF}" type="pres">
      <dgm:prSet presAssocID="{7C40ADC3-352B-456C-BEC7-4850824469C9}" presName="hierRoot2" presStyleCnt="0">
        <dgm:presLayoutVars>
          <dgm:hierBranch val="init"/>
        </dgm:presLayoutVars>
      </dgm:prSet>
      <dgm:spPr/>
    </dgm:pt>
    <dgm:pt modelId="{76D32490-EE5D-42E2-9F11-35E80F3499E4}" type="pres">
      <dgm:prSet presAssocID="{7C40ADC3-352B-456C-BEC7-4850824469C9}" presName="rootComposite" presStyleCnt="0"/>
      <dgm:spPr/>
    </dgm:pt>
    <dgm:pt modelId="{8D7F506A-62D5-4BDC-A710-090C33674FB5}" type="pres">
      <dgm:prSet presAssocID="{7C40ADC3-352B-456C-BEC7-4850824469C9}" presName="rootText" presStyleLbl="node2" presStyleIdx="3" presStyleCnt="4">
        <dgm:presLayoutVars>
          <dgm:chPref val="3"/>
        </dgm:presLayoutVars>
      </dgm:prSet>
      <dgm:spPr/>
    </dgm:pt>
    <dgm:pt modelId="{C7746284-8D22-4C1C-8C30-64F0E480C3C1}" type="pres">
      <dgm:prSet presAssocID="{7C40ADC3-352B-456C-BEC7-4850824469C9}" presName="rootConnector" presStyleLbl="node2" presStyleIdx="3" presStyleCnt="4"/>
      <dgm:spPr/>
    </dgm:pt>
    <dgm:pt modelId="{EF54C36F-8D96-4671-9D05-8D56812B5E0B}" type="pres">
      <dgm:prSet presAssocID="{7C40ADC3-352B-456C-BEC7-4850824469C9}" presName="hierChild4" presStyleCnt="0"/>
      <dgm:spPr/>
    </dgm:pt>
    <dgm:pt modelId="{524657F4-8117-46A4-B65A-D25236C3E427}" type="pres">
      <dgm:prSet presAssocID="{7C40ADC3-352B-456C-BEC7-4850824469C9}" presName="hierChild5" presStyleCnt="0"/>
      <dgm:spPr/>
    </dgm:pt>
    <dgm:pt modelId="{9E93E219-682D-4C0E-A212-23C7F775FED2}" type="pres">
      <dgm:prSet presAssocID="{040B1D59-7C32-4D86-B966-0E310B9EB83B}" presName="hierChild3" presStyleCnt="0"/>
      <dgm:spPr/>
    </dgm:pt>
  </dgm:ptLst>
  <dgm:cxnLst>
    <dgm:cxn modelId="{F8067001-DEE8-4470-BC5C-B2244B536908}" type="presOf" srcId="{040B1D59-7C32-4D86-B966-0E310B9EB83B}" destId="{DEECA32F-EBA6-4E5A-9F9B-490A96750A4C}" srcOrd="0" destOrd="0" presId="urn:microsoft.com/office/officeart/2005/8/layout/orgChart1"/>
    <dgm:cxn modelId="{EB268D19-0E44-461A-B119-0EB95EC41342}" type="presOf" srcId="{DE5AC552-C459-463E-A0FC-BD013FB1C4FD}" destId="{66A9A62B-3C7E-4AD5-9E1E-BE78ECEC2D4A}" srcOrd="1" destOrd="0" presId="urn:microsoft.com/office/officeart/2005/8/layout/orgChart1"/>
    <dgm:cxn modelId="{E8778123-A68A-47BB-BB55-9125837E1C5C}" srcId="{040B1D59-7C32-4D86-B966-0E310B9EB83B}" destId="{EB67E357-CD6F-4CF0-B80B-E2A74CCA52EA}" srcOrd="1" destOrd="0" parTransId="{73F4B206-5E0F-4868-9CC5-E3420B3A7C49}" sibTransId="{FA57202A-094D-47A9-9ECA-18942A3C61BD}"/>
    <dgm:cxn modelId="{23CD1526-B283-4DAD-936B-3FF30E309101}" type="presOf" srcId="{DE5AC552-C459-463E-A0FC-BD013FB1C4FD}" destId="{C477D76C-8DE3-4834-B7C5-748A6275766E}" srcOrd="0" destOrd="0" presId="urn:microsoft.com/office/officeart/2005/8/layout/orgChart1"/>
    <dgm:cxn modelId="{3A943762-7E37-4D57-96FC-AB6C24F1CE05}" type="presOf" srcId="{040B1D59-7C32-4D86-B966-0E310B9EB83B}" destId="{8D29A52B-099A-40F2-AAF1-1B296BCFC78B}" srcOrd="1" destOrd="0" presId="urn:microsoft.com/office/officeart/2005/8/layout/orgChart1"/>
    <dgm:cxn modelId="{EF2FBC42-42C5-486C-ADB5-33B13F768216}" srcId="{040B1D59-7C32-4D86-B966-0E310B9EB83B}" destId="{B54C796A-A244-434A-BF3C-D2C5913093D2}" srcOrd="2" destOrd="0" parTransId="{3A9EB002-801F-4068-A1ED-DA6386994AF5}" sibTransId="{95682765-286A-4C0D-9897-D7C0E8AEEEED}"/>
    <dgm:cxn modelId="{EE00DA47-6CC1-4715-9315-B10F2C9AB9B1}" srcId="{040B1D59-7C32-4D86-B966-0E310B9EB83B}" destId="{DE5AC552-C459-463E-A0FC-BD013FB1C4FD}" srcOrd="0" destOrd="0" parTransId="{2C02333E-BD6A-4EE1-BAA8-00949FAEA38A}" sibTransId="{2AA8905B-D6FF-4BC0-B97C-A99BC6950466}"/>
    <dgm:cxn modelId="{F845B749-A96F-4734-9E90-74A85743859C}" type="presOf" srcId="{B54C796A-A244-434A-BF3C-D2C5913093D2}" destId="{CDC75D44-41BB-4993-939F-F4CAA7877412}" srcOrd="0" destOrd="0" presId="urn:microsoft.com/office/officeart/2005/8/layout/orgChart1"/>
    <dgm:cxn modelId="{E46E066C-C16A-4942-8048-277A5DE7DD3C}" srcId="{040B1D59-7C32-4D86-B966-0E310B9EB83B}" destId="{7C40ADC3-352B-456C-BEC7-4850824469C9}" srcOrd="3" destOrd="0" parTransId="{F3F64992-B26D-4F06-B1BA-EB24A8679795}" sibTransId="{E438EEC1-9E24-4810-B62B-1DC272C4F173}"/>
    <dgm:cxn modelId="{ADB93A4D-25B9-4FC7-9BCC-415434F5AD06}" type="presOf" srcId="{B54C796A-A244-434A-BF3C-D2C5913093D2}" destId="{D2962026-6A34-4737-ABF9-DF7A9683A1CD}" srcOrd="1" destOrd="0" presId="urn:microsoft.com/office/officeart/2005/8/layout/orgChart1"/>
    <dgm:cxn modelId="{8157AA73-99D7-40CB-8A86-7D76873FDBDE}" type="presOf" srcId="{F3F64992-B26D-4F06-B1BA-EB24A8679795}" destId="{9967F2EF-08F0-4B87-97A8-31006FE65E5C}" srcOrd="0" destOrd="0" presId="urn:microsoft.com/office/officeart/2005/8/layout/orgChart1"/>
    <dgm:cxn modelId="{FAB3CC56-3638-4F37-8152-AE6183A13707}" type="presOf" srcId="{32CBF143-AEF7-46A3-9B50-468849500238}" destId="{EE880BCC-CB4E-4EF9-BD9A-6D502D8837B6}" srcOrd="0" destOrd="0" presId="urn:microsoft.com/office/officeart/2005/8/layout/orgChart1"/>
    <dgm:cxn modelId="{83D29979-5CF5-424E-BDBD-09194EA79A18}" type="presOf" srcId="{2C02333E-BD6A-4EE1-BAA8-00949FAEA38A}" destId="{F7776E79-1FEB-4A9A-BBC7-3DF901889462}" srcOrd="0" destOrd="0" presId="urn:microsoft.com/office/officeart/2005/8/layout/orgChart1"/>
    <dgm:cxn modelId="{E4F3BB5A-A750-4181-869B-FAB6053861DD}" type="presOf" srcId="{73F4B206-5E0F-4868-9CC5-E3420B3A7C49}" destId="{7CF4877D-F65B-42EB-8895-5428DC48B9D6}" srcOrd="0" destOrd="0" presId="urn:microsoft.com/office/officeart/2005/8/layout/orgChart1"/>
    <dgm:cxn modelId="{FD3D2684-D4D1-4B00-8D8D-2DC6C80113F5}" type="presOf" srcId="{7C40ADC3-352B-456C-BEC7-4850824469C9}" destId="{8D7F506A-62D5-4BDC-A710-090C33674FB5}" srcOrd="0" destOrd="0" presId="urn:microsoft.com/office/officeart/2005/8/layout/orgChart1"/>
    <dgm:cxn modelId="{F5E90D9E-F911-4F06-8443-6255C7889DA8}" type="presOf" srcId="{EB67E357-CD6F-4CF0-B80B-E2A74CCA52EA}" destId="{29B3B3D9-5AD0-412D-AA1C-7881632E841D}" srcOrd="1" destOrd="0" presId="urn:microsoft.com/office/officeart/2005/8/layout/orgChart1"/>
    <dgm:cxn modelId="{8D8D65A4-7570-44A6-BDE3-7436B8A11791}" type="presOf" srcId="{7C40ADC3-352B-456C-BEC7-4850824469C9}" destId="{C7746284-8D22-4C1C-8C30-64F0E480C3C1}" srcOrd="1" destOrd="0" presId="urn:microsoft.com/office/officeart/2005/8/layout/orgChart1"/>
    <dgm:cxn modelId="{F78DEDB5-689E-48DE-8913-F5511F977D6F}" type="presOf" srcId="{EB67E357-CD6F-4CF0-B80B-E2A74CCA52EA}" destId="{34C6985C-A1D1-4FA8-BED6-4121B40D297D}" srcOrd="0" destOrd="0" presId="urn:microsoft.com/office/officeart/2005/8/layout/orgChart1"/>
    <dgm:cxn modelId="{2A3F33CB-573F-4976-8D24-E0F5F8500B08}" srcId="{32CBF143-AEF7-46A3-9B50-468849500238}" destId="{040B1D59-7C32-4D86-B966-0E310B9EB83B}" srcOrd="0" destOrd="0" parTransId="{13641F84-0FF1-43B4-902E-0B05C5AE4C3C}" sibTransId="{49FD0C54-4336-4D23-888A-ED48A8BE2FD6}"/>
    <dgm:cxn modelId="{BB8461CE-2BB6-4A90-B9FB-6B6A93D705B1}" type="presOf" srcId="{3A9EB002-801F-4068-A1ED-DA6386994AF5}" destId="{1CA5F01B-828C-4218-B1FA-AE902EC887C3}" srcOrd="0" destOrd="0" presId="urn:microsoft.com/office/officeart/2005/8/layout/orgChart1"/>
    <dgm:cxn modelId="{F0F4C1EE-762D-41BE-83D8-503F3300CC62}" type="presParOf" srcId="{EE880BCC-CB4E-4EF9-BD9A-6D502D8837B6}" destId="{768E4C19-20E0-4123-A9FC-5E48AEFD74C7}" srcOrd="0" destOrd="0" presId="urn:microsoft.com/office/officeart/2005/8/layout/orgChart1"/>
    <dgm:cxn modelId="{8053C155-CE14-4B03-9B74-C31BAB387BA5}" type="presParOf" srcId="{768E4C19-20E0-4123-A9FC-5E48AEFD74C7}" destId="{0A09338D-B57F-4F97-9971-F505EFAEAABC}" srcOrd="0" destOrd="0" presId="urn:microsoft.com/office/officeart/2005/8/layout/orgChart1"/>
    <dgm:cxn modelId="{7E547514-5BC7-4880-86BF-6D95B575DBB2}" type="presParOf" srcId="{0A09338D-B57F-4F97-9971-F505EFAEAABC}" destId="{DEECA32F-EBA6-4E5A-9F9B-490A96750A4C}" srcOrd="0" destOrd="0" presId="urn:microsoft.com/office/officeart/2005/8/layout/orgChart1"/>
    <dgm:cxn modelId="{94F5795B-AFF7-42A2-A40E-EE1F1A4F987D}" type="presParOf" srcId="{0A09338D-B57F-4F97-9971-F505EFAEAABC}" destId="{8D29A52B-099A-40F2-AAF1-1B296BCFC78B}" srcOrd="1" destOrd="0" presId="urn:microsoft.com/office/officeart/2005/8/layout/orgChart1"/>
    <dgm:cxn modelId="{56E3AFB2-F2D7-4B31-9A9A-19D8759E629D}" type="presParOf" srcId="{768E4C19-20E0-4123-A9FC-5E48AEFD74C7}" destId="{E2C0DA04-BFF7-4F5D-85E0-54DCD940D8E0}" srcOrd="1" destOrd="0" presId="urn:microsoft.com/office/officeart/2005/8/layout/orgChart1"/>
    <dgm:cxn modelId="{3A7359A6-0460-415B-959B-98F136E9E20D}" type="presParOf" srcId="{E2C0DA04-BFF7-4F5D-85E0-54DCD940D8E0}" destId="{F7776E79-1FEB-4A9A-BBC7-3DF901889462}" srcOrd="0" destOrd="0" presId="urn:microsoft.com/office/officeart/2005/8/layout/orgChart1"/>
    <dgm:cxn modelId="{9217230B-B416-4309-BBFB-A1DA6E15CA8C}" type="presParOf" srcId="{E2C0DA04-BFF7-4F5D-85E0-54DCD940D8E0}" destId="{30105F12-5AE3-4AD2-8EFD-33CAD4105D9B}" srcOrd="1" destOrd="0" presId="urn:microsoft.com/office/officeart/2005/8/layout/orgChart1"/>
    <dgm:cxn modelId="{8E7FB864-EF9A-495C-9258-4773F5DA1304}" type="presParOf" srcId="{30105F12-5AE3-4AD2-8EFD-33CAD4105D9B}" destId="{E26C7CA6-3C10-4649-88DE-238E4D2CBFAD}" srcOrd="0" destOrd="0" presId="urn:microsoft.com/office/officeart/2005/8/layout/orgChart1"/>
    <dgm:cxn modelId="{91E12634-9498-44F6-A900-1C4D110BC337}" type="presParOf" srcId="{E26C7CA6-3C10-4649-88DE-238E4D2CBFAD}" destId="{C477D76C-8DE3-4834-B7C5-748A6275766E}" srcOrd="0" destOrd="0" presId="urn:microsoft.com/office/officeart/2005/8/layout/orgChart1"/>
    <dgm:cxn modelId="{132C1B70-89B7-4ACE-B787-3A57B7EECEB7}" type="presParOf" srcId="{E26C7CA6-3C10-4649-88DE-238E4D2CBFAD}" destId="{66A9A62B-3C7E-4AD5-9E1E-BE78ECEC2D4A}" srcOrd="1" destOrd="0" presId="urn:microsoft.com/office/officeart/2005/8/layout/orgChart1"/>
    <dgm:cxn modelId="{E13DFCBE-7145-4162-B9A0-38A27A4DB0A9}" type="presParOf" srcId="{30105F12-5AE3-4AD2-8EFD-33CAD4105D9B}" destId="{4F22B32B-EDD5-4B34-A261-82E3A508D0D4}" srcOrd="1" destOrd="0" presId="urn:microsoft.com/office/officeart/2005/8/layout/orgChart1"/>
    <dgm:cxn modelId="{FA2A4B2B-0306-4844-9E37-9E4DC7D7A655}" type="presParOf" srcId="{30105F12-5AE3-4AD2-8EFD-33CAD4105D9B}" destId="{D25439E9-BCD7-4BB8-926F-BB333ABF351D}" srcOrd="2" destOrd="0" presId="urn:microsoft.com/office/officeart/2005/8/layout/orgChart1"/>
    <dgm:cxn modelId="{01986406-4C3E-451B-833C-167AE67F2C05}" type="presParOf" srcId="{E2C0DA04-BFF7-4F5D-85E0-54DCD940D8E0}" destId="{7CF4877D-F65B-42EB-8895-5428DC48B9D6}" srcOrd="2" destOrd="0" presId="urn:microsoft.com/office/officeart/2005/8/layout/orgChart1"/>
    <dgm:cxn modelId="{F9DF7648-189D-486B-964D-ECAA85C24AB5}" type="presParOf" srcId="{E2C0DA04-BFF7-4F5D-85E0-54DCD940D8E0}" destId="{EBC92327-7FC9-4EC6-AD5E-FEC69DF7071E}" srcOrd="3" destOrd="0" presId="urn:microsoft.com/office/officeart/2005/8/layout/orgChart1"/>
    <dgm:cxn modelId="{94477813-DAB2-4277-A5AF-05B1D96EEB8E}" type="presParOf" srcId="{EBC92327-7FC9-4EC6-AD5E-FEC69DF7071E}" destId="{FE134AF4-5545-4CE2-841E-D8043208FF89}" srcOrd="0" destOrd="0" presId="urn:microsoft.com/office/officeart/2005/8/layout/orgChart1"/>
    <dgm:cxn modelId="{33F0CCC9-9D8F-4735-A9A6-6E789B1A4500}" type="presParOf" srcId="{FE134AF4-5545-4CE2-841E-D8043208FF89}" destId="{34C6985C-A1D1-4FA8-BED6-4121B40D297D}" srcOrd="0" destOrd="0" presId="urn:microsoft.com/office/officeart/2005/8/layout/orgChart1"/>
    <dgm:cxn modelId="{FE75F4D8-14D0-40B1-9E31-82F8A083C203}" type="presParOf" srcId="{FE134AF4-5545-4CE2-841E-D8043208FF89}" destId="{29B3B3D9-5AD0-412D-AA1C-7881632E841D}" srcOrd="1" destOrd="0" presId="urn:microsoft.com/office/officeart/2005/8/layout/orgChart1"/>
    <dgm:cxn modelId="{6291B40D-BF98-4D37-A4AF-89C4ACD0D2A3}" type="presParOf" srcId="{EBC92327-7FC9-4EC6-AD5E-FEC69DF7071E}" destId="{DA422AEF-5930-411A-BA84-A9E1E1E2D249}" srcOrd="1" destOrd="0" presId="urn:microsoft.com/office/officeart/2005/8/layout/orgChart1"/>
    <dgm:cxn modelId="{03F4D784-FC6C-4E39-81F5-76FECF471357}" type="presParOf" srcId="{EBC92327-7FC9-4EC6-AD5E-FEC69DF7071E}" destId="{2B41F276-738C-434B-8041-69047B15D7CD}" srcOrd="2" destOrd="0" presId="urn:microsoft.com/office/officeart/2005/8/layout/orgChart1"/>
    <dgm:cxn modelId="{90A38A1E-71D5-4E34-9B73-BEFAE17B1DD4}" type="presParOf" srcId="{E2C0DA04-BFF7-4F5D-85E0-54DCD940D8E0}" destId="{1CA5F01B-828C-4218-B1FA-AE902EC887C3}" srcOrd="4" destOrd="0" presId="urn:microsoft.com/office/officeart/2005/8/layout/orgChart1"/>
    <dgm:cxn modelId="{27936399-CBE8-4B13-B857-13F5EFA7A56E}" type="presParOf" srcId="{E2C0DA04-BFF7-4F5D-85E0-54DCD940D8E0}" destId="{A134FDA0-547D-4D25-8E72-761713166F7D}" srcOrd="5" destOrd="0" presId="urn:microsoft.com/office/officeart/2005/8/layout/orgChart1"/>
    <dgm:cxn modelId="{E6ECE30C-5FFF-4CC4-AEF0-0FBC07ECCDBB}" type="presParOf" srcId="{A134FDA0-547D-4D25-8E72-761713166F7D}" destId="{883D08F8-FD75-49B3-8293-C99683E2027C}" srcOrd="0" destOrd="0" presId="urn:microsoft.com/office/officeart/2005/8/layout/orgChart1"/>
    <dgm:cxn modelId="{5CA3C73B-650B-4758-B6BF-A93CE9151004}" type="presParOf" srcId="{883D08F8-FD75-49B3-8293-C99683E2027C}" destId="{CDC75D44-41BB-4993-939F-F4CAA7877412}" srcOrd="0" destOrd="0" presId="urn:microsoft.com/office/officeart/2005/8/layout/orgChart1"/>
    <dgm:cxn modelId="{CBE9294D-90D7-46C3-BAEC-4E8F9D3E89B1}" type="presParOf" srcId="{883D08F8-FD75-49B3-8293-C99683E2027C}" destId="{D2962026-6A34-4737-ABF9-DF7A9683A1CD}" srcOrd="1" destOrd="0" presId="urn:microsoft.com/office/officeart/2005/8/layout/orgChart1"/>
    <dgm:cxn modelId="{2A257A28-3A85-4B21-8B73-DB0CC9702308}" type="presParOf" srcId="{A134FDA0-547D-4D25-8E72-761713166F7D}" destId="{37997D96-00AD-4AE6-A91E-A349BA7FAFD0}" srcOrd="1" destOrd="0" presId="urn:microsoft.com/office/officeart/2005/8/layout/orgChart1"/>
    <dgm:cxn modelId="{A1B4FF2E-1218-4A49-BD24-E1BA176E54B5}" type="presParOf" srcId="{A134FDA0-547D-4D25-8E72-761713166F7D}" destId="{D9F463B3-37F7-4277-87E8-F4711C527507}" srcOrd="2" destOrd="0" presId="urn:microsoft.com/office/officeart/2005/8/layout/orgChart1"/>
    <dgm:cxn modelId="{BD272F3F-8CF0-430D-8835-45627DEAE35F}" type="presParOf" srcId="{E2C0DA04-BFF7-4F5D-85E0-54DCD940D8E0}" destId="{9967F2EF-08F0-4B87-97A8-31006FE65E5C}" srcOrd="6" destOrd="0" presId="urn:microsoft.com/office/officeart/2005/8/layout/orgChart1"/>
    <dgm:cxn modelId="{94631312-70BD-494C-B6D7-854CACDECA91}" type="presParOf" srcId="{E2C0DA04-BFF7-4F5D-85E0-54DCD940D8E0}" destId="{9C27C2C5-EBD4-477D-B6F0-ADF2F9BE31CF}" srcOrd="7" destOrd="0" presId="urn:microsoft.com/office/officeart/2005/8/layout/orgChart1"/>
    <dgm:cxn modelId="{7CA28B82-1879-4F4C-8F1A-F623A4DB3549}" type="presParOf" srcId="{9C27C2C5-EBD4-477D-B6F0-ADF2F9BE31CF}" destId="{76D32490-EE5D-42E2-9F11-35E80F3499E4}" srcOrd="0" destOrd="0" presId="urn:microsoft.com/office/officeart/2005/8/layout/orgChart1"/>
    <dgm:cxn modelId="{DB26E557-1108-41B4-BD77-4057572DBF94}" type="presParOf" srcId="{76D32490-EE5D-42E2-9F11-35E80F3499E4}" destId="{8D7F506A-62D5-4BDC-A710-090C33674FB5}" srcOrd="0" destOrd="0" presId="urn:microsoft.com/office/officeart/2005/8/layout/orgChart1"/>
    <dgm:cxn modelId="{10526F09-3084-40D3-B8C4-DF6B1824583C}" type="presParOf" srcId="{76D32490-EE5D-42E2-9F11-35E80F3499E4}" destId="{C7746284-8D22-4C1C-8C30-64F0E480C3C1}" srcOrd="1" destOrd="0" presId="urn:microsoft.com/office/officeart/2005/8/layout/orgChart1"/>
    <dgm:cxn modelId="{4A1BA40A-6142-4B85-8CB2-CB11411300D9}" type="presParOf" srcId="{9C27C2C5-EBD4-477D-B6F0-ADF2F9BE31CF}" destId="{EF54C36F-8D96-4671-9D05-8D56812B5E0B}" srcOrd="1" destOrd="0" presId="urn:microsoft.com/office/officeart/2005/8/layout/orgChart1"/>
    <dgm:cxn modelId="{E0BCBC4F-1D55-415E-979B-063173C9D835}" type="presParOf" srcId="{9C27C2C5-EBD4-477D-B6F0-ADF2F9BE31CF}" destId="{524657F4-8117-46A4-B65A-D25236C3E427}" srcOrd="2" destOrd="0" presId="urn:microsoft.com/office/officeart/2005/8/layout/orgChart1"/>
    <dgm:cxn modelId="{79A6AE11-0C99-4A3D-8EB9-C7654D5EB5D9}" type="presParOf" srcId="{768E4C19-20E0-4123-A9FC-5E48AEFD74C7}" destId="{9E93E219-682D-4C0E-A212-23C7F775FED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7F2EF-08F0-4B87-97A8-31006FE65E5C}">
      <dsp:nvSpPr>
        <dsp:cNvPr id="0" name=""/>
        <dsp:cNvSpPr/>
      </dsp:nvSpPr>
      <dsp:spPr>
        <a:xfrm>
          <a:off x="8382000" y="2217366"/>
          <a:ext cx="6564834" cy="759567"/>
        </a:xfrm>
        <a:custGeom>
          <a:avLst/>
          <a:gdLst/>
          <a:ahLst/>
          <a:cxnLst/>
          <a:rect l="0" t="0" r="0" b="0"/>
          <a:pathLst>
            <a:path>
              <a:moveTo>
                <a:pt x="0" y="0"/>
              </a:moveTo>
              <a:lnTo>
                <a:pt x="0" y="379783"/>
              </a:lnTo>
              <a:lnTo>
                <a:pt x="6564834" y="379783"/>
              </a:lnTo>
              <a:lnTo>
                <a:pt x="6564834" y="7595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A5F01B-828C-4218-B1FA-AE902EC887C3}">
      <dsp:nvSpPr>
        <dsp:cNvPr id="0" name=""/>
        <dsp:cNvSpPr/>
      </dsp:nvSpPr>
      <dsp:spPr>
        <a:xfrm>
          <a:off x="8382000" y="2217366"/>
          <a:ext cx="2188278" cy="759567"/>
        </a:xfrm>
        <a:custGeom>
          <a:avLst/>
          <a:gdLst/>
          <a:ahLst/>
          <a:cxnLst/>
          <a:rect l="0" t="0" r="0" b="0"/>
          <a:pathLst>
            <a:path>
              <a:moveTo>
                <a:pt x="0" y="0"/>
              </a:moveTo>
              <a:lnTo>
                <a:pt x="0" y="379783"/>
              </a:lnTo>
              <a:lnTo>
                <a:pt x="2188278" y="379783"/>
              </a:lnTo>
              <a:lnTo>
                <a:pt x="2188278" y="7595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F4877D-F65B-42EB-8895-5428DC48B9D6}">
      <dsp:nvSpPr>
        <dsp:cNvPr id="0" name=""/>
        <dsp:cNvSpPr/>
      </dsp:nvSpPr>
      <dsp:spPr>
        <a:xfrm>
          <a:off x="6193721" y="2217366"/>
          <a:ext cx="2188278" cy="759567"/>
        </a:xfrm>
        <a:custGeom>
          <a:avLst/>
          <a:gdLst/>
          <a:ahLst/>
          <a:cxnLst/>
          <a:rect l="0" t="0" r="0" b="0"/>
          <a:pathLst>
            <a:path>
              <a:moveTo>
                <a:pt x="2188278" y="0"/>
              </a:moveTo>
              <a:lnTo>
                <a:pt x="2188278" y="379783"/>
              </a:lnTo>
              <a:lnTo>
                <a:pt x="0" y="379783"/>
              </a:lnTo>
              <a:lnTo>
                <a:pt x="0" y="7595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776E79-1FEB-4A9A-BBC7-3DF901889462}">
      <dsp:nvSpPr>
        <dsp:cNvPr id="0" name=""/>
        <dsp:cNvSpPr/>
      </dsp:nvSpPr>
      <dsp:spPr>
        <a:xfrm>
          <a:off x="1817165" y="2217366"/>
          <a:ext cx="6564834" cy="759567"/>
        </a:xfrm>
        <a:custGeom>
          <a:avLst/>
          <a:gdLst/>
          <a:ahLst/>
          <a:cxnLst/>
          <a:rect l="0" t="0" r="0" b="0"/>
          <a:pathLst>
            <a:path>
              <a:moveTo>
                <a:pt x="6564834" y="0"/>
              </a:moveTo>
              <a:lnTo>
                <a:pt x="6564834" y="379783"/>
              </a:lnTo>
              <a:lnTo>
                <a:pt x="0" y="379783"/>
              </a:lnTo>
              <a:lnTo>
                <a:pt x="0" y="7595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ECA32F-EBA6-4E5A-9F9B-490A96750A4C}">
      <dsp:nvSpPr>
        <dsp:cNvPr id="0" name=""/>
        <dsp:cNvSpPr/>
      </dsp:nvSpPr>
      <dsp:spPr>
        <a:xfrm>
          <a:off x="6573505" y="408871"/>
          <a:ext cx="3616988" cy="180849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2800350">
            <a:lnSpc>
              <a:spcPct val="90000"/>
            </a:lnSpc>
            <a:spcBef>
              <a:spcPct val="0"/>
            </a:spcBef>
            <a:spcAft>
              <a:spcPct val="35000"/>
            </a:spcAft>
            <a:buNone/>
          </a:pPr>
          <a:r>
            <a:rPr lang="en-US" sz="6300" b="1" kern="1200" dirty="0">
              <a:latin typeface="Times New Roman" panose="02020603050405020304" pitchFamily="18" charset="0"/>
              <a:cs typeface="Times New Roman" panose="02020603050405020304" pitchFamily="18" charset="0"/>
            </a:rPr>
            <a:t>CEO</a:t>
          </a:r>
          <a:endParaRPr lang="en-IN" sz="6300" b="1" kern="1200" dirty="0">
            <a:latin typeface="Times New Roman" panose="02020603050405020304" pitchFamily="18" charset="0"/>
            <a:cs typeface="Times New Roman" panose="02020603050405020304" pitchFamily="18" charset="0"/>
          </a:endParaRPr>
        </a:p>
      </dsp:txBody>
      <dsp:txXfrm>
        <a:off x="6573505" y="408871"/>
        <a:ext cx="3616988" cy="1808494"/>
      </dsp:txXfrm>
    </dsp:sp>
    <dsp:sp modelId="{C477D76C-8DE3-4834-B7C5-748A6275766E}">
      <dsp:nvSpPr>
        <dsp:cNvPr id="0" name=""/>
        <dsp:cNvSpPr/>
      </dsp:nvSpPr>
      <dsp:spPr>
        <a:xfrm>
          <a:off x="8671" y="2976933"/>
          <a:ext cx="3616988" cy="180849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2800350">
            <a:lnSpc>
              <a:spcPct val="90000"/>
            </a:lnSpc>
            <a:spcBef>
              <a:spcPct val="0"/>
            </a:spcBef>
            <a:spcAft>
              <a:spcPct val="35000"/>
            </a:spcAft>
            <a:buNone/>
          </a:pPr>
          <a:r>
            <a:rPr lang="en-US" sz="6300" kern="1200" dirty="0">
              <a:latin typeface="Times New Roman" panose="02020603050405020304" pitchFamily="18" charset="0"/>
              <a:cs typeface="Times New Roman" panose="02020603050405020304" pitchFamily="18" charset="0"/>
            </a:rPr>
            <a:t>Marketing</a:t>
          </a:r>
          <a:endParaRPr lang="en-IN" sz="6300" kern="1200" dirty="0">
            <a:latin typeface="Times New Roman" panose="02020603050405020304" pitchFamily="18" charset="0"/>
            <a:cs typeface="Times New Roman" panose="02020603050405020304" pitchFamily="18" charset="0"/>
          </a:endParaRPr>
        </a:p>
      </dsp:txBody>
      <dsp:txXfrm>
        <a:off x="8671" y="2976933"/>
        <a:ext cx="3616988" cy="1808494"/>
      </dsp:txXfrm>
    </dsp:sp>
    <dsp:sp modelId="{34C6985C-A1D1-4FA8-BED6-4121B40D297D}">
      <dsp:nvSpPr>
        <dsp:cNvPr id="0" name=""/>
        <dsp:cNvSpPr/>
      </dsp:nvSpPr>
      <dsp:spPr>
        <a:xfrm>
          <a:off x="4385227" y="2976933"/>
          <a:ext cx="3616988" cy="180849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2800350">
            <a:lnSpc>
              <a:spcPct val="90000"/>
            </a:lnSpc>
            <a:spcBef>
              <a:spcPct val="0"/>
            </a:spcBef>
            <a:spcAft>
              <a:spcPct val="35000"/>
            </a:spcAft>
            <a:buNone/>
          </a:pPr>
          <a:r>
            <a:rPr lang="en-US" sz="6300" kern="1200" dirty="0">
              <a:latin typeface="Times New Roman" panose="02020603050405020304" pitchFamily="18" charset="0"/>
              <a:cs typeface="Times New Roman" panose="02020603050405020304" pitchFamily="18" charset="0"/>
            </a:rPr>
            <a:t>HR</a:t>
          </a:r>
          <a:endParaRPr lang="en-IN" sz="6300" kern="1200" dirty="0">
            <a:latin typeface="Times New Roman" panose="02020603050405020304" pitchFamily="18" charset="0"/>
            <a:cs typeface="Times New Roman" panose="02020603050405020304" pitchFamily="18" charset="0"/>
          </a:endParaRPr>
        </a:p>
      </dsp:txBody>
      <dsp:txXfrm>
        <a:off x="4385227" y="2976933"/>
        <a:ext cx="3616988" cy="1808494"/>
      </dsp:txXfrm>
    </dsp:sp>
    <dsp:sp modelId="{CDC75D44-41BB-4993-939F-F4CAA7877412}">
      <dsp:nvSpPr>
        <dsp:cNvPr id="0" name=""/>
        <dsp:cNvSpPr/>
      </dsp:nvSpPr>
      <dsp:spPr>
        <a:xfrm>
          <a:off x="8761783" y="2976933"/>
          <a:ext cx="3616988" cy="180849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2800350">
            <a:lnSpc>
              <a:spcPct val="90000"/>
            </a:lnSpc>
            <a:spcBef>
              <a:spcPct val="0"/>
            </a:spcBef>
            <a:spcAft>
              <a:spcPct val="35000"/>
            </a:spcAft>
            <a:buNone/>
          </a:pPr>
          <a:r>
            <a:rPr lang="en-US" sz="6300" kern="1200" dirty="0">
              <a:latin typeface="Times New Roman" panose="02020603050405020304" pitchFamily="18" charset="0"/>
              <a:cs typeface="Times New Roman" panose="02020603050405020304" pitchFamily="18" charset="0"/>
            </a:rPr>
            <a:t>Finance</a:t>
          </a:r>
        </a:p>
      </dsp:txBody>
      <dsp:txXfrm>
        <a:off x="8761783" y="2976933"/>
        <a:ext cx="3616988" cy="1808494"/>
      </dsp:txXfrm>
    </dsp:sp>
    <dsp:sp modelId="{8D7F506A-62D5-4BDC-A710-090C33674FB5}">
      <dsp:nvSpPr>
        <dsp:cNvPr id="0" name=""/>
        <dsp:cNvSpPr/>
      </dsp:nvSpPr>
      <dsp:spPr>
        <a:xfrm>
          <a:off x="13138339" y="2976933"/>
          <a:ext cx="3616988" cy="180849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2800350">
            <a:lnSpc>
              <a:spcPct val="90000"/>
            </a:lnSpc>
            <a:spcBef>
              <a:spcPct val="0"/>
            </a:spcBef>
            <a:spcAft>
              <a:spcPct val="35000"/>
            </a:spcAft>
            <a:buNone/>
          </a:pPr>
          <a:r>
            <a:rPr lang="en-US" sz="6300" kern="1200" dirty="0">
              <a:latin typeface="Times New Roman" panose="02020603050405020304" pitchFamily="18" charset="0"/>
              <a:cs typeface="Times New Roman" panose="02020603050405020304" pitchFamily="18" charset="0"/>
            </a:rPr>
            <a:t>Production</a:t>
          </a:r>
        </a:p>
      </dsp:txBody>
      <dsp:txXfrm>
        <a:off x="13138339" y="2976933"/>
        <a:ext cx="3616988" cy="180849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4AB0E1-8670-43EB-9520-1C8103A7518C}" type="datetimeFigureOut">
              <a:rPr lang="en-IN" smtClean="0"/>
              <a:t>02-01-2026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839DA0-BAB4-49B0-9B14-80C13E56BA61}" type="slidenum">
              <a:rPr lang="en-IN" smtClean="0"/>
              <a:t>‹#›</a:t>
            </a:fld>
            <a:endParaRPr lang="en-IN"/>
          </a:p>
        </p:txBody>
      </p:sp>
    </p:spTree>
    <p:extLst>
      <p:ext uri="{BB962C8B-B14F-4D97-AF65-F5344CB8AC3E}">
        <p14:creationId xmlns:p14="http://schemas.microsoft.com/office/powerpoint/2010/main" val="3376473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839DA0-BAB4-49B0-9B14-80C13E56BA61}" type="slidenum">
              <a:rPr lang="en-IN" smtClean="0"/>
              <a:t>2</a:t>
            </a:fld>
            <a:endParaRPr lang="en-IN"/>
          </a:p>
        </p:txBody>
      </p:sp>
    </p:spTree>
    <p:extLst>
      <p:ext uri="{BB962C8B-B14F-4D97-AF65-F5344CB8AC3E}">
        <p14:creationId xmlns:p14="http://schemas.microsoft.com/office/powerpoint/2010/main" val="443434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2">
            <a:extLst>
              <a:ext uri="{FF2B5EF4-FFF2-40B4-BE49-F238E27FC236}">
                <a16:creationId xmlns:a16="http://schemas.microsoft.com/office/drawing/2014/main" id="{EC8A3E85-927D-2197-033B-0A60B384558C}"/>
              </a:ext>
            </a:extLst>
          </p:cNvPr>
          <p:cNvSpPr>
            <a:spLocks noGrp="1"/>
          </p:cNvSpPr>
          <p:nvPr>
            <p:ph type="title"/>
          </p:nvPr>
        </p:nvSpPr>
        <p:spPr>
          <a:xfrm>
            <a:off x="2819400" y="3246438"/>
            <a:ext cx="12649200" cy="1897062"/>
          </a:xfrm>
        </p:spPr>
        <p:txBody>
          <a:bodyPr>
            <a:normAutofit/>
          </a:bodyPr>
          <a:lstStyle/>
          <a:p>
            <a:r>
              <a:rPr lang="en-IN" sz="11500" i="1" dirty="0">
                <a:solidFill>
                  <a:srgbClr val="C00000"/>
                </a:solidFill>
                <a:latin typeface="Times New Roman" panose="02020603050405020304" pitchFamily="18" charset="0"/>
                <a:cs typeface="Times New Roman" panose="02020603050405020304" pitchFamily="18" charset="0"/>
              </a:rPr>
              <a:t>Planning</a:t>
            </a:r>
            <a:endParaRPr lang="en-IN" sz="11500" i="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8777" b="-8777"/>
            </a:stretch>
          </a:blipFill>
        </p:spPr>
        <p:txBody>
          <a:bodyPr/>
          <a:lstStyle/>
          <a:p>
            <a:endParaRPr lang="en-IN"/>
          </a:p>
        </p:txBody>
      </p:sp>
      <p:pic>
        <p:nvPicPr>
          <p:cNvPr id="8" name="Picture 7" descr="lali 4.jpg">
            <a:extLst>
              <a:ext uri="{FF2B5EF4-FFF2-40B4-BE49-F238E27FC236}">
                <a16:creationId xmlns:a16="http://schemas.microsoft.com/office/drawing/2014/main" id="{EAE95971-F784-31D0-025F-CE2FFA8E2349}"/>
              </a:ext>
            </a:extLst>
          </p:cNvPr>
          <p:cNvPicPr>
            <a:picLocks noChangeAspect="1"/>
          </p:cNvPicPr>
          <p:nvPr/>
        </p:nvPicPr>
        <p:blipFill>
          <a:blip r:embed="rId4" cstate="print"/>
          <a:stretch>
            <a:fillRect/>
          </a:stretch>
        </p:blipFill>
        <p:spPr>
          <a:xfrm>
            <a:off x="0" y="1489060"/>
            <a:ext cx="10058400" cy="6629400"/>
          </a:xfrm>
          <a:prstGeom prst="rect">
            <a:avLst/>
          </a:prstGeom>
        </p:spPr>
      </p:pic>
      <p:sp>
        <p:nvSpPr>
          <p:cNvPr id="9" name="Title 4">
            <a:extLst>
              <a:ext uri="{FF2B5EF4-FFF2-40B4-BE49-F238E27FC236}">
                <a16:creationId xmlns:a16="http://schemas.microsoft.com/office/drawing/2014/main" id="{4CD66311-E04D-B8F5-24B8-CE12ADE95663}"/>
              </a:ext>
            </a:extLst>
          </p:cNvPr>
          <p:cNvSpPr txBox="1">
            <a:spLocks/>
          </p:cNvSpPr>
          <p:nvPr/>
        </p:nvSpPr>
        <p:spPr>
          <a:xfrm>
            <a:off x="0" y="274638"/>
            <a:ext cx="18288000" cy="939784"/>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chemeClr val="tx2"/>
                </a:solidFill>
                <a:latin typeface="Times New Roman" panose="02020603050405020304" pitchFamily="18" charset="0"/>
                <a:cs typeface="Times New Roman" panose="02020603050405020304" pitchFamily="18" charset="0"/>
              </a:rPr>
              <a:t>PLANNING</a:t>
            </a:r>
          </a:p>
        </p:txBody>
      </p:sp>
      <p:sp>
        <p:nvSpPr>
          <p:cNvPr id="3" name="Content Placeholder 3">
            <a:extLst>
              <a:ext uri="{FF2B5EF4-FFF2-40B4-BE49-F238E27FC236}">
                <a16:creationId xmlns:a16="http://schemas.microsoft.com/office/drawing/2014/main" id="{6F254F00-990B-6960-5A81-D1D73A4E6729}"/>
              </a:ext>
            </a:extLst>
          </p:cNvPr>
          <p:cNvSpPr txBox="1">
            <a:spLocks/>
          </p:cNvSpPr>
          <p:nvPr/>
        </p:nvSpPr>
        <p:spPr>
          <a:xfrm>
            <a:off x="9829800" y="3238500"/>
            <a:ext cx="8229600" cy="4800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Arial" pitchFamily="34" charset="0"/>
              <a:buNone/>
            </a:pPr>
            <a:r>
              <a:rPr lang="en-IN" sz="4400" dirty="0"/>
              <a:t>  		</a:t>
            </a:r>
            <a:r>
              <a:rPr lang="en-IN" sz="4400" dirty="0">
                <a:latin typeface="Times New Roman" panose="02020603050405020304" pitchFamily="18" charset="0"/>
                <a:cs typeface="Times New Roman" panose="02020603050405020304" pitchFamily="18" charset="0"/>
              </a:rPr>
              <a:t> Planning is an intellectual process of thinking restored  to decide a course of action which helps to achieve the  pre determined objectives of the organization in future</a:t>
            </a:r>
          </a:p>
        </p:txBody>
      </p:sp>
      <p:sp>
        <p:nvSpPr>
          <p:cNvPr id="4" name="Title 3">
            <a:extLst>
              <a:ext uri="{FF2B5EF4-FFF2-40B4-BE49-F238E27FC236}">
                <a16:creationId xmlns:a16="http://schemas.microsoft.com/office/drawing/2014/main" id="{9E4A4B6F-B4A5-4A68-14DA-D1054C3D4D7C}"/>
              </a:ext>
            </a:extLst>
          </p:cNvPr>
          <p:cNvSpPr>
            <a:spLocks noGrp="1"/>
          </p:cNvSpPr>
          <p:nvPr>
            <p:ph type="title"/>
          </p:nvPr>
        </p:nvSpPr>
        <p:spPr>
          <a:xfrm>
            <a:off x="228600" y="8406478"/>
            <a:ext cx="17830800" cy="1461421"/>
          </a:xfrm>
        </p:spPr>
        <p:txBody>
          <a:bodyPr>
            <a:normAutofit fontScale="90000"/>
          </a:bodyPr>
          <a:lstStyle/>
          <a:p>
            <a:r>
              <a:rPr lang="en-US" sz="5400" dirty="0">
                <a:latin typeface="Times New Roman" panose="02020603050405020304" pitchFamily="18" charset="0"/>
                <a:cs typeface="Times New Roman" panose="02020603050405020304" pitchFamily="18" charset="0"/>
              </a:rPr>
              <a:t>It bridges the gap between </a:t>
            </a:r>
            <a:r>
              <a:rPr lang="en-US" sz="5400" b="1" u="sng" dirty="0">
                <a:latin typeface="Times New Roman" panose="02020603050405020304" pitchFamily="18" charset="0"/>
                <a:cs typeface="Times New Roman" panose="02020603050405020304" pitchFamily="18" charset="0"/>
              </a:rPr>
              <a:t>where we are</a:t>
            </a:r>
            <a:r>
              <a:rPr lang="en-US" sz="5400" u="sng" dirty="0">
                <a:latin typeface="Times New Roman" panose="02020603050405020304" pitchFamily="18" charset="0"/>
                <a:cs typeface="Times New Roman" panose="02020603050405020304" pitchFamily="18" charset="0"/>
              </a:rPr>
              <a:t> </a:t>
            </a:r>
            <a:r>
              <a:rPr lang="en-US" sz="5400" dirty="0">
                <a:latin typeface="Times New Roman" panose="02020603050405020304" pitchFamily="18" charset="0"/>
                <a:cs typeface="Times New Roman" panose="02020603050405020304" pitchFamily="18" charset="0"/>
              </a:rPr>
              <a:t>and </a:t>
            </a:r>
            <a:r>
              <a:rPr lang="en-US" sz="5400" b="1" u="sng" dirty="0">
                <a:latin typeface="Times New Roman" panose="02020603050405020304" pitchFamily="18" charset="0"/>
                <a:cs typeface="Times New Roman" panose="02020603050405020304" pitchFamily="18" charset="0"/>
              </a:rPr>
              <a:t>where we want to go.</a:t>
            </a:r>
            <a:endParaRPr lang="en-IN" sz="5400" u="sng"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sp>
      <p:sp>
        <p:nvSpPr>
          <p:cNvPr id="12" name="Title 1">
            <a:extLst>
              <a:ext uri="{FF2B5EF4-FFF2-40B4-BE49-F238E27FC236}">
                <a16:creationId xmlns:a16="http://schemas.microsoft.com/office/drawing/2014/main" id="{433C14AF-F28E-C102-C1F0-4BD99E5C5518}"/>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chemeClr val="tx2"/>
                </a:solidFill>
                <a:latin typeface="Times New Roman" panose="02020603050405020304" pitchFamily="18" charset="0"/>
                <a:cs typeface="Times New Roman" panose="02020603050405020304" pitchFamily="18" charset="0"/>
              </a:rPr>
              <a:t>DEFINITION</a:t>
            </a:r>
          </a:p>
        </p:txBody>
      </p:sp>
      <p:sp>
        <p:nvSpPr>
          <p:cNvPr id="13" name="Content Placeholder 2">
            <a:extLst>
              <a:ext uri="{FF2B5EF4-FFF2-40B4-BE49-F238E27FC236}">
                <a16:creationId xmlns:a16="http://schemas.microsoft.com/office/drawing/2014/main" id="{7AE2E59B-F12B-8521-60A8-137D39D2FBC1}"/>
              </a:ext>
            </a:extLst>
          </p:cNvPr>
          <p:cNvSpPr txBox="1">
            <a:spLocks/>
          </p:cNvSpPr>
          <p:nvPr/>
        </p:nvSpPr>
        <p:spPr>
          <a:xfrm>
            <a:off x="228600" y="1935480"/>
            <a:ext cx="17830800" cy="438912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en-IN" sz="4400" dirty="0">
                <a:latin typeface="Times New Roman" panose="02020603050405020304" pitchFamily="18" charset="0"/>
                <a:cs typeface="Times New Roman" panose="02020603050405020304" pitchFamily="18" charset="0"/>
              </a:rPr>
              <a:t>Planning is deciding in advance what to do, how to do it, when to do it, and who to do it. It bridges the gap from where we are to , where we want to go.</a:t>
            </a:r>
          </a:p>
          <a:p>
            <a:pPr>
              <a:lnSpc>
                <a:spcPct val="150000"/>
              </a:lnSpc>
              <a:buFont typeface="Arial" pitchFamily="34" charset="0"/>
              <a:buNone/>
            </a:pPr>
            <a:r>
              <a:rPr lang="en-IN" sz="4400" dirty="0">
                <a:latin typeface="Times New Roman" panose="02020603050405020304" pitchFamily="18" charset="0"/>
                <a:cs typeface="Times New Roman" panose="02020603050405020304" pitchFamily="18" charset="0"/>
              </a:rPr>
              <a:t>                                    - KOONTZ AND O’DONNEL</a:t>
            </a:r>
          </a:p>
        </p:txBody>
      </p:sp>
      <p:pic>
        <p:nvPicPr>
          <p:cNvPr id="14" name="Picture 13" descr="lali.jpg">
            <a:extLst>
              <a:ext uri="{FF2B5EF4-FFF2-40B4-BE49-F238E27FC236}">
                <a16:creationId xmlns:a16="http://schemas.microsoft.com/office/drawing/2014/main" id="{0A434476-30F4-45FD-1F2D-929B92405258}"/>
              </a:ext>
            </a:extLst>
          </p:cNvPr>
          <p:cNvPicPr>
            <a:picLocks noChangeAspect="1"/>
          </p:cNvPicPr>
          <p:nvPr/>
        </p:nvPicPr>
        <p:blipFill>
          <a:blip r:embed="rId3" cstate="print"/>
          <a:stretch>
            <a:fillRect/>
          </a:stretch>
        </p:blipFill>
        <p:spPr>
          <a:xfrm>
            <a:off x="1183833" y="5981700"/>
            <a:ext cx="15920333" cy="35814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12" name="Title 1">
            <a:extLst>
              <a:ext uri="{FF2B5EF4-FFF2-40B4-BE49-F238E27FC236}">
                <a16:creationId xmlns:a16="http://schemas.microsoft.com/office/drawing/2014/main" id="{06012461-4B19-60B3-1032-C1FD062231A1}"/>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chemeClr val="tx2"/>
                </a:solidFill>
                <a:latin typeface="Times New Roman" panose="02020603050405020304" pitchFamily="18" charset="0"/>
                <a:cs typeface="Times New Roman" panose="02020603050405020304" pitchFamily="18" charset="0"/>
              </a:rPr>
              <a:t>IMPORTANCE OF PLANNING</a:t>
            </a:r>
          </a:p>
          <a:p>
            <a:endParaRPr lang="en-IN" sz="16600" b="1" dirty="0">
              <a:solidFill>
                <a:schemeClr val="tx2"/>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E524460-D839-C3BF-0D1C-303D1EDF8CAB}"/>
              </a:ext>
            </a:extLst>
          </p:cNvPr>
          <p:cNvSpPr>
            <a:spLocks noGrp="1"/>
          </p:cNvSpPr>
          <p:nvPr>
            <p:ph idx="1"/>
          </p:nvPr>
        </p:nvSpPr>
        <p:spPr>
          <a:xfrm>
            <a:off x="457200" y="1600200"/>
            <a:ext cx="17526000" cy="8412162"/>
          </a:xfrm>
        </p:spPr>
        <p:txBody>
          <a:bodyPr>
            <a:normAutofit/>
          </a:bodyPr>
          <a:lstStyle/>
          <a:p>
            <a:pPr lvl="0"/>
            <a:r>
              <a:rPr lang="en-IN" sz="5400" dirty="0">
                <a:latin typeface="Times New Roman" panose="02020603050405020304" pitchFamily="18" charset="0"/>
                <a:cs typeface="Times New Roman" panose="02020603050405020304" pitchFamily="18" charset="0"/>
              </a:rPr>
              <a:t>Planning Provides direction</a:t>
            </a:r>
          </a:p>
          <a:p>
            <a:pPr lvl="0"/>
            <a:r>
              <a:rPr lang="en-IN" sz="5400" dirty="0">
                <a:latin typeface="Times New Roman" panose="02020603050405020304" pitchFamily="18" charset="0"/>
                <a:cs typeface="Times New Roman" panose="02020603050405020304" pitchFamily="18" charset="0"/>
              </a:rPr>
              <a:t>Reduces uncertainty</a:t>
            </a:r>
          </a:p>
          <a:p>
            <a:pPr lvl="0"/>
            <a:r>
              <a:rPr lang="en-IN" sz="5400" dirty="0">
                <a:latin typeface="Times New Roman" panose="02020603050405020304" pitchFamily="18" charset="0"/>
                <a:cs typeface="Times New Roman" panose="02020603050405020304" pitchFamily="18" charset="0"/>
              </a:rPr>
              <a:t>Minimizes waste</a:t>
            </a:r>
          </a:p>
          <a:p>
            <a:pPr lvl="0"/>
            <a:r>
              <a:rPr lang="en-IN" sz="5400" dirty="0">
                <a:latin typeface="Times New Roman" panose="02020603050405020304" pitchFamily="18" charset="0"/>
                <a:cs typeface="Times New Roman" panose="02020603050405020304" pitchFamily="18" charset="0"/>
              </a:rPr>
              <a:t>Promotes creativity</a:t>
            </a:r>
          </a:p>
          <a:p>
            <a:pPr lvl="0"/>
            <a:r>
              <a:rPr lang="en-IN" sz="5400" dirty="0">
                <a:latin typeface="Times New Roman" panose="02020603050405020304" pitchFamily="18" charset="0"/>
                <a:cs typeface="Times New Roman" panose="02020603050405020304" pitchFamily="18" charset="0"/>
              </a:rPr>
              <a:t>Facilitates decision-making</a:t>
            </a:r>
          </a:p>
          <a:p>
            <a:pPr lvl="0"/>
            <a:r>
              <a:rPr lang="en-IN" sz="5400" dirty="0">
                <a:latin typeface="Times New Roman" panose="02020603050405020304" pitchFamily="18" charset="0"/>
                <a:cs typeface="Times New Roman" panose="02020603050405020304" pitchFamily="18" charset="0"/>
              </a:rPr>
              <a:t>Establishes standards for control</a:t>
            </a:r>
          </a:p>
          <a:p>
            <a:pPr marL="0" indent="0">
              <a:buNone/>
            </a:pPr>
            <a:endParaRPr lang="en-IN" sz="5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ECB99-3100-CC53-0104-8A9CA8B87CB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007D407-D1BD-26AA-2FF5-A6B6C914B1F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12" name="Title 1">
            <a:extLst>
              <a:ext uri="{FF2B5EF4-FFF2-40B4-BE49-F238E27FC236}">
                <a16:creationId xmlns:a16="http://schemas.microsoft.com/office/drawing/2014/main" id="{7C737598-8C97-F650-CAA2-E304632F75DA}"/>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chemeClr val="tx2"/>
                </a:solidFill>
                <a:latin typeface="Times New Roman" panose="02020603050405020304" pitchFamily="18" charset="0"/>
                <a:cs typeface="Times New Roman" panose="02020603050405020304" pitchFamily="18" charset="0"/>
              </a:rPr>
              <a:t>BENEFITS OF PLANNING</a:t>
            </a:r>
          </a:p>
          <a:p>
            <a:endParaRPr lang="en-IN" sz="16600" b="1" dirty="0">
              <a:solidFill>
                <a:schemeClr val="tx2"/>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644E300-CE81-FF64-363F-8A5FB9BCF836}"/>
              </a:ext>
            </a:extLst>
          </p:cNvPr>
          <p:cNvSpPr>
            <a:spLocks noGrp="1"/>
          </p:cNvSpPr>
          <p:nvPr>
            <p:ph idx="1"/>
          </p:nvPr>
        </p:nvSpPr>
        <p:spPr>
          <a:xfrm>
            <a:off x="457200" y="1600200"/>
            <a:ext cx="17526000" cy="8412162"/>
          </a:xfrm>
        </p:spPr>
        <p:txBody>
          <a:bodyPr>
            <a:normAutofit/>
          </a:bodyPr>
          <a:lstStyle/>
          <a:p>
            <a:pPr marL="0" indent="0">
              <a:buNone/>
            </a:pPr>
            <a:r>
              <a:rPr lang="en-IN" sz="5400" dirty="0">
                <a:latin typeface="Times New Roman" panose="02020603050405020304" pitchFamily="18" charset="0"/>
                <a:cs typeface="Times New Roman" panose="02020603050405020304" pitchFamily="18" charset="0"/>
              </a:rPr>
              <a:t>Improves organizational effectiveness</a:t>
            </a:r>
          </a:p>
          <a:p>
            <a:pPr marL="0" indent="0">
              <a:buNone/>
            </a:pPr>
            <a:r>
              <a:rPr lang="en-IN" sz="5400" dirty="0">
                <a:latin typeface="Times New Roman" panose="02020603050405020304" pitchFamily="18" charset="0"/>
                <a:cs typeface="Times New Roman" panose="02020603050405020304" pitchFamily="18" charset="0"/>
              </a:rPr>
              <a:t>Encourages innovation</a:t>
            </a:r>
          </a:p>
          <a:p>
            <a:pPr marL="0" indent="0">
              <a:buNone/>
            </a:pPr>
            <a:r>
              <a:rPr lang="en-IN" sz="5400" dirty="0">
                <a:latin typeface="Times New Roman" panose="02020603050405020304" pitchFamily="18" charset="0"/>
                <a:cs typeface="Times New Roman" panose="02020603050405020304" pitchFamily="18" charset="0"/>
              </a:rPr>
              <a:t>Helps in resource allocation</a:t>
            </a:r>
          </a:p>
          <a:p>
            <a:pPr marL="0" indent="0">
              <a:buNone/>
            </a:pPr>
            <a:r>
              <a:rPr lang="en-IN" sz="5400" dirty="0">
                <a:latin typeface="Times New Roman" panose="02020603050405020304" pitchFamily="18" charset="0"/>
                <a:cs typeface="Times New Roman" panose="02020603050405020304" pitchFamily="18" charset="0"/>
              </a:rPr>
              <a:t>Enhances coordination between departments</a:t>
            </a:r>
          </a:p>
          <a:p>
            <a:pPr marL="0" indent="0">
              <a:buNone/>
            </a:pPr>
            <a:r>
              <a:rPr lang="en-IN" sz="5400" dirty="0">
                <a:latin typeface="Times New Roman" panose="02020603050405020304" pitchFamily="18" charset="0"/>
                <a:cs typeface="Times New Roman" panose="02020603050405020304" pitchFamily="18" charset="0"/>
              </a:rPr>
              <a:t>Improves adaptability to change</a:t>
            </a:r>
          </a:p>
        </p:txBody>
      </p:sp>
    </p:spTree>
    <p:extLst>
      <p:ext uri="{BB962C8B-B14F-4D97-AF65-F5344CB8AC3E}">
        <p14:creationId xmlns:p14="http://schemas.microsoft.com/office/powerpoint/2010/main" val="213063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15" name="Title 1">
            <a:extLst>
              <a:ext uri="{FF2B5EF4-FFF2-40B4-BE49-F238E27FC236}">
                <a16:creationId xmlns:a16="http://schemas.microsoft.com/office/drawing/2014/main" id="{F82FE03D-3464-16D2-11C6-A1F337D67CFC}"/>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chemeClr val="tx2"/>
                </a:solidFill>
                <a:latin typeface="Times New Roman" panose="02020603050405020304" pitchFamily="18" charset="0"/>
                <a:cs typeface="Times New Roman" panose="02020603050405020304" pitchFamily="18" charset="0"/>
              </a:rPr>
              <a:t>PROCESS OF PLANNING</a:t>
            </a:r>
            <a:endParaRPr lang="en-IN" sz="16600" b="1" dirty="0">
              <a:solidFill>
                <a:schemeClr val="tx2"/>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82E43B8-983E-019B-B276-B996064444FC}"/>
              </a:ext>
            </a:extLst>
          </p:cNvPr>
          <p:cNvSpPr>
            <a:spLocks noGrp="1"/>
          </p:cNvSpPr>
          <p:nvPr>
            <p:ph idx="1"/>
          </p:nvPr>
        </p:nvSpPr>
        <p:spPr>
          <a:xfrm>
            <a:off x="457200" y="1600200"/>
            <a:ext cx="17526000" cy="8412162"/>
          </a:xfrm>
        </p:spPr>
        <p:txBody>
          <a:bodyPr>
            <a:normAutofit/>
          </a:bodyPr>
          <a:lstStyle/>
          <a:p>
            <a:r>
              <a:rPr lang="en-IN" sz="6000" dirty="0">
                <a:latin typeface="Times New Roman" panose="02020603050405020304" pitchFamily="18" charset="0"/>
                <a:cs typeface="Times New Roman" panose="02020603050405020304" pitchFamily="18" charset="0"/>
              </a:rPr>
              <a:t>Set Objectives</a:t>
            </a:r>
          </a:p>
          <a:p>
            <a:r>
              <a:rPr lang="en-IN" sz="6000" dirty="0">
                <a:latin typeface="Times New Roman" panose="02020603050405020304" pitchFamily="18" charset="0"/>
                <a:cs typeface="Times New Roman" panose="02020603050405020304" pitchFamily="18" charset="0"/>
              </a:rPr>
              <a:t>Developing Planning Premises</a:t>
            </a:r>
          </a:p>
          <a:p>
            <a:r>
              <a:rPr lang="en-IN" sz="6000" dirty="0">
                <a:latin typeface="Times New Roman" panose="02020603050405020304" pitchFamily="18" charset="0"/>
                <a:cs typeface="Times New Roman" panose="02020603050405020304" pitchFamily="18" charset="0"/>
              </a:rPr>
              <a:t>Identifying Alternative courses of Action</a:t>
            </a:r>
          </a:p>
          <a:p>
            <a:r>
              <a:rPr lang="en-IN" sz="6000" dirty="0">
                <a:latin typeface="Times New Roman" panose="02020603050405020304" pitchFamily="18" charset="0"/>
                <a:cs typeface="Times New Roman" panose="02020603050405020304" pitchFamily="18" charset="0"/>
              </a:rPr>
              <a:t>Evaluating Alternative Courses</a:t>
            </a:r>
          </a:p>
          <a:p>
            <a:r>
              <a:rPr lang="en-IN" sz="6000" dirty="0">
                <a:latin typeface="Times New Roman" panose="02020603050405020304" pitchFamily="18" charset="0"/>
                <a:cs typeface="Times New Roman" panose="02020603050405020304" pitchFamily="18" charset="0"/>
              </a:rPr>
              <a:t>Selecting Alternative</a:t>
            </a:r>
          </a:p>
          <a:p>
            <a:r>
              <a:rPr lang="en-IN" sz="6000" dirty="0">
                <a:latin typeface="Times New Roman" panose="02020603050405020304" pitchFamily="18" charset="0"/>
                <a:cs typeface="Times New Roman" panose="02020603050405020304" pitchFamily="18" charset="0"/>
              </a:rPr>
              <a:t>Implementing Plan</a:t>
            </a:r>
          </a:p>
          <a:p>
            <a:r>
              <a:rPr lang="en-IN" sz="6000" dirty="0">
                <a:latin typeface="Times New Roman" panose="02020603050405020304" pitchFamily="18" charset="0"/>
                <a:cs typeface="Times New Roman" panose="02020603050405020304" pitchFamily="18" charset="0"/>
              </a:rPr>
              <a:t>Follow-up Action </a:t>
            </a:r>
          </a:p>
          <a:p>
            <a:endParaRPr lang="en-IN" sz="6000" dirty="0">
              <a:latin typeface="Times New Roman" panose="02020603050405020304" pitchFamily="18" charset="0"/>
              <a:cs typeface="Times New Roman" panose="02020603050405020304" pitchFamily="18" charset="0"/>
            </a:endParaRPr>
          </a:p>
          <a:p>
            <a:endParaRPr lang="en-IN" sz="6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sp>
      <p:sp>
        <p:nvSpPr>
          <p:cNvPr id="23" name="TextBox 9">
            <a:extLst>
              <a:ext uri="{FF2B5EF4-FFF2-40B4-BE49-F238E27FC236}">
                <a16:creationId xmlns:a16="http://schemas.microsoft.com/office/drawing/2014/main" id="{C521CE71-83B9-329B-38D4-C3F6EB8ECB1B}"/>
              </a:ext>
            </a:extLst>
          </p:cNvPr>
          <p:cNvSpPr txBox="1"/>
          <p:nvPr/>
        </p:nvSpPr>
        <p:spPr>
          <a:xfrm>
            <a:off x="350520" y="-419100"/>
            <a:ext cx="17678400" cy="1639873"/>
          </a:xfrm>
          <a:prstGeom prst="rect">
            <a:avLst/>
          </a:prstGeom>
        </p:spPr>
        <p:txBody>
          <a:bodyPr wrap="square" lIns="0" tIns="0" rIns="0" bIns="0" rtlCol="0" anchor="t">
            <a:spAutoFit/>
          </a:bodyPr>
          <a:lstStyle/>
          <a:p>
            <a:pPr marL="0" lvl="0" indent="0" algn="ctr">
              <a:lnSpc>
                <a:spcPts val="14299"/>
              </a:lnSpc>
            </a:pPr>
            <a:r>
              <a:rPr lang="en-US" sz="8800" b="1" dirty="0">
                <a:solidFill>
                  <a:srgbClr val="1D1D1F"/>
                </a:solidFill>
                <a:latin typeface="Times New Roman" panose="02020603050405020304" pitchFamily="18" charset="0"/>
                <a:ea typeface="Raleway Bold"/>
                <a:cs typeface="Times New Roman" panose="02020603050405020304" pitchFamily="18" charset="0"/>
                <a:sym typeface="Raleway Bold"/>
              </a:rPr>
              <a:t>CASE STUDY</a:t>
            </a:r>
          </a:p>
        </p:txBody>
      </p:sp>
      <p:sp>
        <p:nvSpPr>
          <p:cNvPr id="26" name="TextBox 9">
            <a:extLst>
              <a:ext uri="{FF2B5EF4-FFF2-40B4-BE49-F238E27FC236}">
                <a16:creationId xmlns:a16="http://schemas.microsoft.com/office/drawing/2014/main" id="{9292E293-B597-94B5-2ED7-E9D885B98A13}"/>
              </a:ext>
            </a:extLst>
          </p:cNvPr>
          <p:cNvSpPr txBox="1"/>
          <p:nvPr/>
        </p:nvSpPr>
        <p:spPr>
          <a:xfrm>
            <a:off x="198120" y="800100"/>
            <a:ext cx="17830800" cy="11045524"/>
          </a:xfrm>
          <a:prstGeom prst="rect">
            <a:avLst/>
          </a:prstGeom>
        </p:spPr>
        <p:txBody>
          <a:bodyPr wrap="square" lIns="0" tIns="0" rIns="0" bIns="0" rtlCol="0" anchor="t">
            <a:spAutoFit/>
          </a:bodyPr>
          <a:lstStyle/>
          <a:p>
            <a:pPr algn="just"/>
            <a:r>
              <a:rPr lang="en-US" sz="4800" b="0" i="0" dirty="0">
                <a:solidFill>
                  <a:srgbClr val="000000"/>
                </a:solidFill>
                <a:effectLst/>
                <a:latin typeface="Times New Roman" panose="02020603050405020304" pitchFamily="18" charset="0"/>
                <a:cs typeface="Times New Roman" panose="02020603050405020304" pitchFamily="18" charset="0"/>
              </a:rPr>
              <a:t>A shoe manufacturing company wants to become a market leader. For this a detailed planning is required. The first step taken by the firm is to set targets for the three months duration for selling maximum number of shoes in the market which they set as 2, 50,000. The team doesn’t want to</a:t>
            </a:r>
            <a:r>
              <a:rPr lang="en-US" sz="4800" dirty="0">
                <a:solidFill>
                  <a:srgbClr val="000000"/>
                </a:solidFill>
                <a:latin typeface="Times New Roman" panose="02020603050405020304" pitchFamily="18" charset="0"/>
                <a:cs typeface="Times New Roman" panose="02020603050405020304" pitchFamily="18" charset="0"/>
              </a:rPr>
              <a:t> </a:t>
            </a:r>
            <a:r>
              <a:rPr lang="en-US" sz="4800" b="0" i="0" dirty="0">
                <a:solidFill>
                  <a:srgbClr val="000000"/>
                </a:solidFill>
                <a:effectLst/>
                <a:latin typeface="Times New Roman" panose="02020603050405020304" pitchFamily="18" charset="0"/>
                <a:cs typeface="Times New Roman" panose="02020603050405020304" pitchFamily="18" charset="0"/>
              </a:rPr>
              <a:t>make any mistake so they decide to do proper planning. They decide to chalk out alternative plans so that they can arrive at the best possible plan. However, the team is surrounded with doubts. To remove doubts, it goes for judging the plans to get the most profitable one. The plan is taken to the whole </a:t>
            </a:r>
            <a:r>
              <a:rPr lang="en-US" sz="4800" b="0" i="0" dirty="0" err="1">
                <a:solidFill>
                  <a:srgbClr val="000000"/>
                </a:solidFill>
                <a:effectLst/>
                <a:latin typeface="Times New Roman" panose="02020603050405020304" pitchFamily="18" charset="0"/>
                <a:cs typeface="Times New Roman" panose="02020603050405020304" pitchFamily="18" charset="0"/>
              </a:rPr>
              <a:t>organisation</a:t>
            </a:r>
            <a:r>
              <a:rPr lang="en-US" sz="4800" b="0" i="0" dirty="0">
                <a:solidFill>
                  <a:srgbClr val="000000"/>
                </a:solidFill>
                <a:effectLst/>
                <a:latin typeface="Times New Roman" panose="02020603050405020304" pitchFamily="18" charset="0"/>
                <a:cs typeface="Times New Roman" panose="02020603050405020304" pitchFamily="18" charset="0"/>
              </a:rPr>
              <a:t> and the concerned persons. Ultimately it is put into action. Without much caring for the results the company starts working on the other project simultaneously. </a:t>
            </a:r>
            <a:r>
              <a:rPr lang="en-US" sz="4800" b="1" i="0" dirty="0">
                <a:solidFill>
                  <a:srgbClr val="000000"/>
                </a:solidFill>
                <a:effectLst/>
                <a:latin typeface="Times New Roman" panose="02020603050405020304" pitchFamily="18" charset="0"/>
                <a:cs typeface="Times New Roman" panose="02020603050405020304" pitchFamily="18" charset="0"/>
              </a:rPr>
              <a:t>Identify the steps in the planning process which have been applied by the </a:t>
            </a:r>
            <a:r>
              <a:rPr lang="en-US" sz="4800" b="1" i="0" dirty="0" err="1">
                <a:solidFill>
                  <a:srgbClr val="000000"/>
                </a:solidFill>
                <a:effectLst/>
                <a:latin typeface="Times New Roman" panose="02020603050405020304" pitchFamily="18" charset="0"/>
                <a:cs typeface="Times New Roman" panose="02020603050405020304" pitchFamily="18" charset="0"/>
              </a:rPr>
              <a:t>organisation</a:t>
            </a:r>
            <a:r>
              <a:rPr lang="en-US" sz="4800" b="1" i="0" dirty="0">
                <a:solidFill>
                  <a:srgbClr val="000000"/>
                </a:solidFill>
                <a:effectLst/>
                <a:latin typeface="Times New Roman" panose="02020603050405020304" pitchFamily="18" charset="0"/>
                <a:cs typeface="Times New Roman" panose="02020603050405020304" pitchFamily="18" charset="0"/>
              </a:rPr>
              <a:t> in the above case?</a:t>
            </a:r>
          </a:p>
          <a:p>
            <a:pPr marL="0" lvl="0" indent="0" algn="l">
              <a:lnSpc>
                <a:spcPts val="14299"/>
              </a:lnSpc>
            </a:pPr>
            <a:endParaRPr lang="en-US" sz="2200" b="1" dirty="0">
              <a:solidFill>
                <a:srgbClr val="1D1D1F"/>
              </a:solidFill>
              <a:latin typeface="Raleway Bold"/>
              <a:ea typeface="Raleway Bold"/>
              <a:cs typeface="Raleway Bold"/>
              <a:sym typeface="Raleway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sp>
      <p:sp>
        <p:nvSpPr>
          <p:cNvPr id="8" name="Title 1">
            <a:extLst>
              <a:ext uri="{FF2B5EF4-FFF2-40B4-BE49-F238E27FC236}">
                <a16:creationId xmlns:a16="http://schemas.microsoft.com/office/drawing/2014/main" id="{D6C2DEAB-13E1-B29D-614B-1315A1110DBA}"/>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chemeClr val="tx2"/>
                </a:solidFill>
                <a:latin typeface="Times New Roman" panose="02020603050405020304" pitchFamily="18" charset="0"/>
                <a:cs typeface="Times New Roman" panose="02020603050405020304" pitchFamily="18" charset="0"/>
              </a:rPr>
              <a:t>SOLUTION</a:t>
            </a:r>
            <a:endParaRPr lang="en-IN" sz="71400" b="1" dirty="0">
              <a:solidFill>
                <a:schemeClr val="tx2"/>
              </a:solidFill>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A3D1C68E-6B49-FE36-7D01-9BCEB74917A1}"/>
              </a:ext>
            </a:extLst>
          </p:cNvPr>
          <p:cNvSpPr txBox="1">
            <a:spLocks/>
          </p:cNvSpPr>
          <p:nvPr/>
        </p:nvSpPr>
        <p:spPr>
          <a:xfrm>
            <a:off x="152400" y="1257300"/>
            <a:ext cx="17907000" cy="8686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b="1" i="0" dirty="0">
                <a:solidFill>
                  <a:srgbClr val="000000"/>
                </a:solidFill>
                <a:effectLst/>
                <a:latin typeface="Times New Roman" panose="02020603050405020304" pitchFamily="18" charset="0"/>
                <a:cs typeface="Times New Roman" panose="02020603050405020304" pitchFamily="18" charset="0"/>
              </a:rPr>
              <a:t>Setting Objectives: </a:t>
            </a:r>
            <a:r>
              <a:rPr lang="en-US" b="0" i="0" dirty="0">
                <a:solidFill>
                  <a:srgbClr val="000000"/>
                </a:solidFill>
                <a:effectLst/>
                <a:latin typeface="Times New Roman" panose="02020603050405020304" pitchFamily="18" charset="0"/>
                <a:cs typeface="Times New Roman" panose="02020603050405020304" pitchFamily="18" charset="0"/>
              </a:rPr>
              <a:t>The first step taken by the firm is to set targets for the three months duration for selling maximum number of shoes in the market which they set as 2, 50,000</a:t>
            </a:r>
          </a:p>
          <a:p>
            <a:pPr algn="just"/>
            <a:endParaRPr lang="en-US" b="0" i="0" dirty="0">
              <a:solidFill>
                <a:srgbClr val="000000"/>
              </a:solidFill>
              <a:effectLst/>
              <a:latin typeface="Times New Roman" panose="02020603050405020304" pitchFamily="18" charset="0"/>
              <a:cs typeface="Times New Roman" panose="02020603050405020304" pitchFamily="18" charset="0"/>
            </a:endParaRPr>
          </a:p>
          <a:p>
            <a:pPr algn="just"/>
            <a:r>
              <a:rPr lang="en-US" b="1" i="0" dirty="0">
                <a:solidFill>
                  <a:srgbClr val="000000"/>
                </a:solidFill>
                <a:effectLst/>
                <a:latin typeface="Times New Roman" panose="02020603050405020304" pitchFamily="18" charset="0"/>
                <a:cs typeface="Times New Roman" panose="02020603050405020304" pitchFamily="18" charset="0"/>
              </a:rPr>
              <a:t>Identifying alternative courses of action: </a:t>
            </a:r>
            <a:r>
              <a:rPr lang="en-US" b="0" i="0" dirty="0">
                <a:solidFill>
                  <a:srgbClr val="000000"/>
                </a:solidFill>
                <a:effectLst/>
                <a:latin typeface="Times New Roman" panose="02020603050405020304" pitchFamily="18" charset="0"/>
                <a:cs typeface="Times New Roman" panose="02020603050405020304" pitchFamily="18" charset="0"/>
              </a:rPr>
              <a:t>They decide to chalk out alternative plans so that they can arrive at the best possible plan.</a:t>
            </a:r>
          </a:p>
          <a:p>
            <a:pPr algn="just"/>
            <a:endParaRPr lang="en-US" b="0" i="0" dirty="0">
              <a:solidFill>
                <a:srgbClr val="000000"/>
              </a:solidFill>
              <a:effectLst/>
              <a:latin typeface="Times New Roman" panose="02020603050405020304" pitchFamily="18" charset="0"/>
              <a:cs typeface="Times New Roman" panose="02020603050405020304" pitchFamily="18" charset="0"/>
            </a:endParaRPr>
          </a:p>
          <a:p>
            <a:pPr algn="just"/>
            <a:r>
              <a:rPr lang="en-US" b="1" i="0" dirty="0">
                <a:solidFill>
                  <a:srgbClr val="000000"/>
                </a:solidFill>
                <a:effectLst/>
                <a:latin typeface="Times New Roman" panose="02020603050405020304" pitchFamily="18" charset="0"/>
                <a:cs typeface="Times New Roman" panose="02020603050405020304" pitchFamily="18" charset="0"/>
              </a:rPr>
              <a:t>Evaluating the different courses of action: </a:t>
            </a:r>
            <a:r>
              <a:rPr lang="en-US" b="0" i="0" dirty="0">
                <a:solidFill>
                  <a:srgbClr val="000000"/>
                </a:solidFill>
                <a:effectLst/>
                <a:latin typeface="Times New Roman" panose="02020603050405020304" pitchFamily="18" charset="0"/>
                <a:cs typeface="Times New Roman" panose="02020603050405020304" pitchFamily="18" charset="0"/>
              </a:rPr>
              <a:t>To remove doubts it goes for selecting the plan which can be considered as the most profitable.</a:t>
            </a:r>
          </a:p>
          <a:p>
            <a:pPr algn="just"/>
            <a:endParaRPr lang="en-US" b="0" i="0" dirty="0">
              <a:solidFill>
                <a:srgbClr val="000000"/>
              </a:solidFill>
              <a:effectLst/>
              <a:latin typeface="Times New Roman" panose="02020603050405020304" pitchFamily="18" charset="0"/>
              <a:cs typeface="Times New Roman" panose="02020603050405020304" pitchFamily="18" charset="0"/>
            </a:endParaRPr>
          </a:p>
          <a:p>
            <a:pPr algn="just"/>
            <a:r>
              <a:rPr lang="en-US" b="1" i="0" dirty="0">
                <a:solidFill>
                  <a:srgbClr val="000000"/>
                </a:solidFill>
                <a:effectLst/>
                <a:latin typeface="Times New Roman" panose="02020603050405020304" pitchFamily="18" charset="0"/>
                <a:cs typeface="Times New Roman" panose="02020603050405020304" pitchFamily="18" charset="0"/>
              </a:rPr>
              <a:t>Selection of the best plan: </a:t>
            </a:r>
            <a:r>
              <a:rPr lang="en-US" b="0" i="0" dirty="0">
                <a:solidFill>
                  <a:srgbClr val="000000"/>
                </a:solidFill>
                <a:effectLst/>
                <a:latin typeface="Times New Roman" panose="02020603050405020304" pitchFamily="18" charset="0"/>
                <a:cs typeface="Times New Roman" panose="02020603050405020304" pitchFamily="18" charset="0"/>
              </a:rPr>
              <a:t>The best plan is finalized.</a:t>
            </a:r>
          </a:p>
          <a:p>
            <a:pPr algn="just"/>
            <a:endParaRPr lang="en-US" b="0" i="0" dirty="0">
              <a:solidFill>
                <a:srgbClr val="000000"/>
              </a:solidFill>
              <a:effectLst/>
              <a:latin typeface="Times New Roman" panose="02020603050405020304" pitchFamily="18" charset="0"/>
              <a:cs typeface="Times New Roman" panose="02020603050405020304" pitchFamily="18" charset="0"/>
            </a:endParaRPr>
          </a:p>
          <a:p>
            <a:pPr algn="just"/>
            <a:r>
              <a:rPr lang="en-US" b="1" i="0" dirty="0">
                <a:solidFill>
                  <a:srgbClr val="000000"/>
                </a:solidFill>
                <a:effectLst/>
                <a:latin typeface="Times New Roman" panose="02020603050405020304" pitchFamily="18" charset="0"/>
                <a:cs typeface="Times New Roman" panose="02020603050405020304" pitchFamily="18" charset="0"/>
              </a:rPr>
              <a:t>Implementation of the plan: </a:t>
            </a:r>
            <a:r>
              <a:rPr lang="en-US" b="0" i="0" dirty="0">
                <a:solidFill>
                  <a:srgbClr val="000000"/>
                </a:solidFill>
                <a:effectLst/>
                <a:latin typeface="Times New Roman" panose="02020603050405020304" pitchFamily="18" charset="0"/>
                <a:cs typeface="Times New Roman" panose="02020603050405020304" pitchFamily="18" charset="0"/>
              </a:rPr>
              <a:t>Ultimately it is put into action.</a:t>
            </a:r>
          </a:p>
          <a:p>
            <a:endParaRPr lang="en-IN" sz="7200" b="1"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BF4147D0-1060-B0A6-C8CC-3FF32A20C362}"/>
              </a:ext>
            </a:extLst>
          </p:cNvPr>
          <p:cNvSpPr/>
          <p:nvPr/>
        </p:nvSpPr>
        <p:spPr>
          <a:xfrm>
            <a:off x="-1524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3D2A895F-B2F8-89F6-B5EE-D81BD9FD508A}"/>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chemeClr val="tx2"/>
                </a:solidFill>
                <a:latin typeface="Times New Roman" panose="02020603050405020304" pitchFamily="18" charset="0"/>
                <a:cs typeface="Times New Roman" panose="02020603050405020304" pitchFamily="18" charset="0"/>
              </a:rPr>
              <a:t>Types of Plans</a:t>
            </a:r>
          </a:p>
        </p:txBody>
      </p:sp>
      <p:sp>
        <p:nvSpPr>
          <p:cNvPr id="5" name="Content Placeholder 4">
            <a:extLst>
              <a:ext uri="{FF2B5EF4-FFF2-40B4-BE49-F238E27FC236}">
                <a16:creationId xmlns:a16="http://schemas.microsoft.com/office/drawing/2014/main" id="{40755254-3BE6-4C4D-A136-3A611B1AB497}"/>
              </a:ext>
            </a:extLst>
          </p:cNvPr>
          <p:cNvSpPr>
            <a:spLocks noGrp="1"/>
          </p:cNvSpPr>
          <p:nvPr>
            <p:ph idx="1"/>
          </p:nvPr>
        </p:nvSpPr>
        <p:spPr>
          <a:xfrm>
            <a:off x="457200" y="1219200"/>
            <a:ext cx="8534400" cy="8801100"/>
          </a:xfrm>
        </p:spPr>
        <p:txBody>
          <a:bodyPr>
            <a:normAutofit/>
          </a:bodyPr>
          <a:lstStyle/>
          <a:p>
            <a:r>
              <a:rPr lang="en-US" sz="6000" b="1" dirty="0">
                <a:latin typeface="Times New Roman" panose="02020603050405020304" pitchFamily="18" charset="0"/>
                <a:cs typeface="Times New Roman" panose="02020603050405020304" pitchFamily="18" charset="0"/>
              </a:rPr>
              <a:t>Strategic Plan</a:t>
            </a:r>
          </a:p>
          <a:p>
            <a:pPr>
              <a:buFont typeface="Wingdings" panose="05000000000000000000" pitchFamily="2" charset="2"/>
              <a:buChar char="ü"/>
            </a:pPr>
            <a:r>
              <a:rPr lang="en-US" sz="6000" dirty="0">
                <a:latin typeface="Times New Roman" panose="02020603050405020304" pitchFamily="18" charset="0"/>
                <a:cs typeface="Times New Roman" panose="02020603050405020304" pitchFamily="18" charset="0"/>
              </a:rPr>
              <a:t>Vision</a:t>
            </a:r>
          </a:p>
          <a:p>
            <a:pPr>
              <a:buFont typeface="Wingdings" panose="05000000000000000000" pitchFamily="2" charset="2"/>
              <a:buChar char="ü"/>
            </a:pPr>
            <a:r>
              <a:rPr lang="en-US" sz="6000" dirty="0">
                <a:latin typeface="Times New Roman" panose="02020603050405020304" pitchFamily="18" charset="0"/>
                <a:cs typeface="Times New Roman" panose="02020603050405020304" pitchFamily="18" charset="0"/>
              </a:rPr>
              <a:t>Mission</a:t>
            </a:r>
          </a:p>
          <a:p>
            <a:pPr>
              <a:buFont typeface="Wingdings" panose="05000000000000000000" pitchFamily="2" charset="2"/>
              <a:buChar char="ü"/>
            </a:pPr>
            <a:r>
              <a:rPr lang="en-US" sz="6000" dirty="0">
                <a:latin typeface="Times New Roman" panose="02020603050405020304" pitchFamily="18" charset="0"/>
                <a:cs typeface="Times New Roman" panose="02020603050405020304" pitchFamily="18" charset="0"/>
              </a:rPr>
              <a:t>Long-term goals</a:t>
            </a:r>
          </a:p>
          <a:p>
            <a:r>
              <a:rPr lang="en-US" sz="6000" b="1" dirty="0">
                <a:latin typeface="Times New Roman" panose="02020603050405020304" pitchFamily="18" charset="0"/>
                <a:cs typeface="Times New Roman" panose="02020603050405020304" pitchFamily="18" charset="0"/>
              </a:rPr>
              <a:t>Tactical Plan</a:t>
            </a:r>
          </a:p>
          <a:p>
            <a:pPr>
              <a:buFont typeface="Wingdings" panose="05000000000000000000" pitchFamily="2" charset="2"/>
              <a:buChar char="ü"/>
            </a:pPr>
            <a:r>
              <a:rPr lang="en-US" sz="6000" dirty="0">
                <a:latin typeface="Times New Roman" panose="02020603050405020304" pitchFamily="18" charset="0"/>
                <a:cs typeface="Times New Roman" panose="02020603050405020304" pitchFamily="18" charset="0"/>
              </a:rPr>
              <a:t>Department-level goals</a:t>
            </a:r>
          </a:p>
          <a:p>
            <a:pPr>
              <a:buFont typeface="Wingdings" panose="05000000000000000000" pitchFamily="2" charset="2"/>
              <a:buChar char="ü"/>
            </a:pPr>
            <a:r>
              <a:rPr lang="en-US" sz="6000" dirty="0">
                <a:latin typeface="Times New Roman" panose="02020603050405020304" pitchFamily="18" charset="0"/>
                <a:cs typeface="Times New Roman" panose="02020603050405020304" pitchFamily="18" charset="0"/>
              </a:rPr>
              <a:t>Resource allocation</a:t>
            </a:r>
          </a:p>
          <a:p>
            <a:pPr>
              <a:buFont typeface="Wingdings" panose="05000000000000000000" pitchFamily="2" charset="2"/>
              <a:buChar char="ü"/>
            </a:pPr>
            <a:r>
              <a:rPr lang="en-US" sz="6000" dirty="0">
                <a:latin typeface="Times New Roman" panose="02020603050405020304" pitchFamily="18" charset="0"/>
                <a:cs typeface="Times New Roman" panose="02020603050405020304" pitchFamily="18" charset="0"/>
              </a:rPr>
              <a:t>Implementing strategy</a:t>
            </a:r>
          </a:p>
          <a:p>
            <a:pPr marL="0" indent="0">
              <a:buNone/>
            </a:pPr>
            <a:endParaRPr lang="en-IN" sz="6000" dirty="0">
              <a:latin typeface="Times New Roman" panose="02020603050405020304" pitchFamily="18" charset="0"/>
              <a:cs typeface="Times New Roman" panose="02020603050405020304" pitchFamily="18" charset="0"/>
            </a:endParaRPr>
          </a:p>
        </p:txBody>
      </p:sp>
      <p:sp>
        <p:nvSpPr>
          <p:cNvPr id="6" name="Content Placeholder 4">
            <a:extLst>
              <a:ext uri="{FF2B5EF4-FFF2-40B4-BE49-F238E27FC236}">
                <a16:creationId xmlns:a16="http://schemas.microsoft.com/office/drawing/2014/main" id="{FAA33C34-1245-A6DC-1452-A313EA048CC5}"/>
              </a:ext>
            </a:extLst>
          </p:cNvPr>
          <p:cNvSpPr txBox="1">
            <a:spLocks/>
          </p:cNvSpPr>
          <p:nvPr/>
        </p:nvSpPr>
        <p:spPr>
          <a:xfrm>
            <a:off x="9372600" y="1447800"/>
            <a:ext cx="8534400" cy="88011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6000" b="1" dirty="0">
                <a:latin typeface="Times New Roman" panose="02020603050405020304" pitchFamily="18" charset="0"/>
                <a:cs typeface="Times New Roman" panose="02020603050405020304" pitchFamily="18" charset="0"/>
              </a:rPr>
              <a:t>Operational Plan</a:t>
            </a:r>
          </a:p>
          <a:p>
            <a:pPr>
              <a:buFont typeface="Wingdings" panose="05000000000000000000" pitchFamily="2" charset="2"/>
              <a:buChar char="ü"/>
            </a:pPr>
            <a:r>
              <a:rPr lang="en-IN" sz="6000" dirty="0">
                <a:latin typeface="Times New Roman" panose="02020603050405020304" pitchFamily="18" charset="0"/>
                <a:cs typeface="Times New Roman" panose="02020603050405020304" pitchFamily="18" charset="0"/>
              </a:rPr>
              <a:t>Daily schedules</a:t>
            </a:r>
          </a:p>
          <a:p>
            <a:pPr>
              <a:buFont typeface="Wingdings" panose="05000000000000000000" pitchFamily="2" charset="2"/>
              <a:buChar char="ü"/>
            </a:pPr>
            <a:r>
              <a:rPr lang="en-IN" sz="6000" dirty="0">
                <a:latin typeface="Times New Roman" panose="02020603050405020304" pitchFamily="18" charset="0"/>
                <a:cs typeface="Times New Roman" panose="02020603050405020304" pitchFamily="18" charset="0"/>
              </a:rPr>
              <a:t>Standard operating procedures</a:t>
            </a:r>
          </a:p>
          <a:p>
            <a:pPr>
              <a:buFont typeface="Wingdings" panose="05000000000000000000" pitchFamily="2" charset="2"/>
              <a:buChar char="ü"/>
            </a:pPr>
            <a:r>
              <a:rPr lang="en-IN" sz="6000" dirty="0">
                <a:latin typeface="Times New Roman" panose="02020603050405020304" pitchFamily="18" charset="0"/>
                <a:cs typeface="Times New Roman" panose="02020603050405020304" pitchFamily="18" charset="0"/>
              </a:rPr>
              <a:t>Work assignments</a:t>
            </a:r>
          </a:p>
          <a:p>
            <a:pPr>
              <a:buFont typeface="Wingdings" panose="05000000000000000000" pitchFamily="2" charset="2"/>
              <a:buChar char="ü"/>
            </a:pPr>
            <a:r>
              <a:rPr lang="en-IN" sz="6000" dirty="0">
                <a:latin typeface="Times New Roman" panose="02020603050405020304" pitchFamily="18" charset="0"/>
                <a:cs typeface="Times New Roman" panose="02020603050405020304" pitchFamily="18" charset="0"/>
              </a:rPr>
              <a:t>Quality checks</a:t>
            </a:r>
          </a:p>
        </p:txBody>
      </p:sp>
    </p:spTree>
    <p:extLst>
      <p:ext uri="{BB962C8B-B14F-4D97-AF65-F5344CB8AC3E}">
        <p14:creationId xmlns:p14="http://schemas.microsoft.com/office/powerpoint/2010/main" val="2855886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303E0-4A63-6B87-C273-D57BA0040FC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AF1F7DA-0F99-EF0D-E604-7139B4B77A5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8F04200D-AD55-DC5E-4FB3-54F8A5BBDE7F}"/>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chemeClr val="tx2"/>
                </a:solidFill>
                <a:latin typeface="Times New Roman" panose="02020603050405020304" pitchFamily="18" charset="0"/>
                <a:cs typeface="Times New Roman" panose="02020603050405020304" pitchFamily="18" charset="0"/>
              </a:rPr>
              <a:t>Planning Tools and Techniques</a:t>
            </a:r>
          </a:p>
        </p:txBody>
      </p:sp>
      <p:sp>
        <p:nvSpPr>
          <p:cNvPr id="5" name="Content Placeholder 4">
            <a:extLst>
              <a:ext uri="{FF2B5EF4-FFF2-40B4-BE49-F238E27FC236}">
                <a16:creationId xmlns:a16="http://schemas.microsoft.com/office/drawing/2014/main" id="{9269E332-52FE-0204-CDDC-64B7EC7DB880}"/>
              </a:ext>
            </a:extLst>
          </p:cNvPr>
          <p:cNvSpPr>
            <a:spLocks noGrp="1"/>
          </p:cNvSpPr>
          <p:nvPr>
            <p:ph idx="1"/>
          </p:nvPr>
        </p:nvSpPr>
        <p:spPr>
          <a:xfrm>
            <a:off x="457200" y="1181100"/>
            <a:ext cx="17449800" cy="8839200"/>
          </a:xfrm>
        </p:spPr>
        <p:txBody>
          <a:bodyPr>
            <a:normAutofit fontScale="92500" lnSpcReduction="10000"/>
          </a:bodyPr>
          <a:lstStyle/>
          <a:p>
            <a:r>
              <a:rPr lang="en-US" sz="6000" dirty="0">
                <a:latin typeface="Times New Roman" panose="02020603050405020304" pitchFamily="18" charset="0"/>
                <a:cs typeface="Times New Roman" panose="02020603050405020304" pitchFamily="18" charset="0"/>
              </a:rPr>
              <a:t>Forecasting</a:t>
            </a:r>
          </a:p>
          <a:p>
            <a:r>
              <a:rPr lang="en-IN" sz="6000" dirty="0">
                <a:latin typeface="Times New Roman" panose="02020603050405020304" pitchFamily="18" charset="0"/>
                <a:cs typeface="Times New Roman" panose="02020603050405020304" pitchFamily="18" charset="0"/>
              </a:rPr>
              <a:t>Budgeting</a:t>
            </a:r>
          </a:p>
          <a:p>
            <a:r>
              <a:rPr lang="en-IN" sz="6000" dirty="0">
                <a:latin typeface="Times New Roman" panose="02020603050405020304" pitchFamily="18" charset="0"/>
                <a:cs typeface="Times New Roman" panose="02020603050405020304" pitchFamily="18" charset="0"/>
              </a:rPr>
              <a:t>Break-Even Analysis (BEA)</a:t>
            </a:r>
          </a:p>
          <a:p>
            <a:r>
              <a:rPr lang="en-IN" sz="6000" dirty="0">
                <a:latin typeface="Times New Roman" panose="02020603050405020304" pitchFamily="18" charset="0"/>
                <a:cs typeface="Times New Roman" panose="02020603050405020304" pitchFamily="18" charset="0"/>
              </a:rPr>
              <a:t>Gantt Chart</a:t>
            </a:r>
          </a:p>
          <a:p>
            <a:r>
              <a:rPr lang="en-US" sz="6000" dirty="0">
                <a:latin typeface="Times New Roman" panose="02020603050405020304" pitchFamily="18" charset="0"/>
                <a:cs typeface="Times New Roman" panose="02020603050405020304" pitchFamily="18" charset="0"/>
              </a:rPr>
              <a:t>PERT (Program Evaluation and Review Technique)</a:t>
            </a:r>
          </a:p>
          <a:p>
            <a:r>
              <a:rPr lang="en-IN" sz="6000" dirty="0">
                <a:latin typeface="Times New Roman" panose="02020603050405020304" pitchFamily="18" charset="0"/>
                <a:cs typeface="Times New Roman" panose="02020603050405020304" pitchFamily="18" charset="0"/>
              </a:rPr>
              <a:t>SWOT Analysis</a:t>
            </a:r>
          </a:p>
          <a:p>
            <a:r>
              <a:rPr lang="en-IN" sz="6000" dirty="0">
                <a:latin typeface="Times New Roman" panose="02020603050405020304" pitchFamily="18" charset="0"/>
                <a:cs typeface="Times New Roman" panose="02020603050405020304" pitchFamily="18" charset="0"/>
              </a:rPr>
              <a:t>Decision Trees</a:t>
            </a:r>
          </a:p>
          <a:p>
            <a:r>
              <a:rPr lang="en-IN" sz="6000" dirty="0">
                <a:latin typeface="Times New Roman" panose="02020603050405020304" pitchFamily="18" charset="0"/>
                <a:cs typeface="Times New Roman" panose="02020603050405020304" pitchFamily="18" charset="0"/>
              </a:rPr>
              <a:t>MBO (Management by Objectives)</a:t>
            </a:r>
          </a:p>
          <a:p>
            <a:r>
              <a:rPr lang="en-IN" sz="6000" dirty="0">
                <a:latin typeface="Times New Roman" panose="02020603050405020304" pitchFamily="18" charset="0"/>
                <a:cs typeface="Times New Roman" panose="02020603050405020304" pitchFamily="18" charset="0"/>
              </a:rPr>
              <a:t>Gap Analysis</a:t>
            </a:r>
          </a:p>
        </p:txBody>
      </p:sp>
    </p:spTree>
    <p:extLst>
      <p:ext uri="{BB962C8B-B14F-4D97-AF65-F5344CB8AC3E}">
        <p14:creationId xmlns:p14="http://schemas.microsoft.com/office/powerpoint/2010/main" val="89355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AC937-60EB-354F-5170-00AFAAF0215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F9FFD49-8C6D-E517-66EC-833F73F45D2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3735D6C3-00E8-B8E2-EA55-D5BF35DF7DF2}"/>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Organising</a:t>
            </a:r>
          </a:p>
        </p:txBody>
      </p:sp>
      <p:sp>
        <p:nvSpPr>
          <p:cNvPr id="5" name="Content Placeholder 4">
            <a:extLst>
              <a:ext uri="{FF2B5EF4-FFF2-40B4-BE49-F238E27FC236}">
                <a16:creationId xmlns:a16="http://schemas.microsoft.com/office/drawing/2014/main" id="{61381155-2E9E-009F-F192-951A5679B2B7}"/>
              </a:ext>
            </a:extLst>
          </p:cNvPr>
          <p:cNvSpPr>
            <a:spLocks noGrp="1"/>
          </p:cNvSpPr>
          <p:nvPr>
            <p:ph idx="1"/>
          </p:nvPr>
        </p:nvSpPr>
        <p:spPr>
          <a:xfrm>
            <a:off x="152400" y="1181100"/>
            <a:ext cx="17754600" cy="8839200"/>
          </a:xfrm>
        </p:spPr>
        <p:txBody>
          <a:bodyPr>
            <a:normAutofit/>
          </a:bodyPr>
          <a:lstStyle/>
          <a:p>
            <a:pPr marL="0" indent="0" algn="just">
              <a:buNone/>
            </a:pPr>
            <a:r>
              <a:rPr lang="en-US" sz="6000" dirty="0" err="1">
                <a:latin typeface="Times New Roman" panose="02020603050405020304" pitchFamily="18" charset="0"/>
                <a:cs typeface="Times New Roman" panose="02020603050405020304" pitchFamily="18" charset="0"/>
              </a:rPr>
              <a:t>Organising</a:t>
            </a:r>
            <a:r>
              <a:rPr lang="en-US" sz="6000" dirty="0">
                <a:latin typeface="Times New Roman" panose="02020603050405020304" pitchFamily="18" charset="0"/>
                <a:cs typeface="Times New Roman" panose="02020603050405020304" pitchFamily="18" charset="0"/>
              </a:rPr>
              <a:t> is the management function of arranging people, work and resources in a structured way so that </a:t>
            </a:r>
            <a:r>
              <a:rPr lang="en-US" sz="6000" dirty="0" err="1">
                <a:latin typeface="Times New Roman" panose="02020603050405020304" pitchFamily="18" charset="0"/>
                <a:cs typeface="Times New Roman" panose="02020603050405020304" pitchFamily="18" charset="0"/>
              </a:rPr>
              <a:t>organisational</a:t>
            </a:r>
            <a:r>
              <a:rPr lang="en-US" sz="6000" dirty="0">
                <a:latin typeface="Times New Roman" panose="02020603050405020304" pitchFamily="18" charset="0"/>
                <a:cs typeface="Times New Roman" panose="02020603050405020304" pitchFamily="18" charset="0"/>
              </a:rPr>
              <a:t> goals can be achieved efficiently.</a:t>
            </a:r>
          </a:p>
          <a:p>
            <a:pPr marL="0" indent="0" algn="just">
              <a:buNone/>
            </a:pPr>
            <a:r>
              <a:rPr lang="en-US" sz="6000" dirty="0">
                <a:latin typeface="Times New Roman" panose="02020603050405020304" pitchFamily="18" charset="0"/>
                <a:cs typeface="Times New Roman" panose="02020603050405020304" pitchFamily="18" charset="0"/>
              </a:rPr>
              <a:t>It means deciding who will do what work, who will report to whom and how different jobs will be coordinated.</a:t>
            </a:r>
          </a:p>
          <a:p>
            <a:pPr marL="0" indent="0" algn="just">
              <a:buNone/>
            </a:pPr>
            <a:r>
              <a:rPr lang="en-US" sz="6000" b="1" dirty="0">
                <a:latin typeface="Times New Roman" panose="02020603050405020304" pitchFamily="18" charset="0"/>
                <a:cs typeface="Times New Roman" panose="02020603050405020304" pitchFamily="18" charset="0"/>
              </a:rPr>
              <a:t>Koontz &amp; O’Donnell:</a:t>
            </a:r>
            <a:r>
              <a:rPr lang="en-US" sz="6000" dirty="0">
                <a:latin typeface="Times New Roman" panose="02020603050405020304" pitchFamily="18" charset="0"/>
                <a:cs typeface="Times New Roman" panose="02020603050405020304" pitchFamily="18" charset="0"/>
              </a:rPr>
              <a:t> </a:t>
            </a:r>
            <a:r>
              <a:rPr lang="en-US" sz="6000" dirty="0" err="1">
                <a:latin typeface="Times New Roman" panose="02020603050405020304" pitchFamily="18" charset="0"/>
                <a:cs typeface="Times New Roman" panose="02020603050405020304" pitchFamily="18" charset="0"/>
              </a:rPr>
              <a:t>Organising</a:t>
            </a:r>
            <a:r>
              <a:rPr lang="en-US" sz="6000" dirty="0">
                <a:latin typeface="Times New Roman" panose="02020603050405020304" pitchFamily="18" charset="0"/>
                <a:cs typeface="Times New Roman" panose="02020603050405020304" pitchFamily="18" charset="0"/>
              </a:rPr>
              <a:t> is the process of establishing relationships among members of the enterprise by assigning duties and authority.</a:t>
            </a:r>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434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18EE9-74BE-30B5-00FC-2662D015ED9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E2C3477-4CFA-BBA2-EE44-5BB4A3DA425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2B30C4AD-E0B6-F2D8-61FE-AB8205B72E76}"/>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Features of Organising</a:t>
            </a:r>
          </a:p>
        </p:txBody>
      </p:sp>
      <p:sp>
        <p:nvSpPr>
          <p:cNvPr id="5" name="Content Placeholder 4">
            <a:extLst>
              <a:ext uri="{FF2B5EF4-FFF2-40B4-BE49-F238E27FC236}">
                <a16:creationId xmlns:a16="http://schemas.microsoft.com/office/drawing/2014/main" id="{6F0471EF-81DC-9508-2EFB-442ABD7CD919}"/>
              </a:ext>
            </a:extLst>
          </p:cNvPr>
          <p:cNvSpPr>
            <a:spLocks noGrp="1"/>
          </p:cNvSpPr>
          <p:nvPr>
            <p:ph idx="1"/>
          </p:nvPr>
        </p:nvSpPr>
        <p:spPr>
          <a:xfrm>
            <a:off x="152400" y="1181100"/>
            <a:ext cx="17754600" cy="8839200"/>
          </a:xfrm>
        </p:spPr>
        <p:txBody>
          <a:bodyPr>
            <a:normAutofit/>
          </a:bodyPr>
          <a:lstStyle/>
          <a:p>
            <a:r>
              <a:rPr lang="en-IN" sz="6000" dirty="0">
                <a:latin typeface="Times New Roman" panose="02020603050405020304" pitchFamily="18" charset="0"/>
                <a:cs typeface="Times New Roman" panose="02020603050405020304" pitchFamily="18" charset="0"/>
              </a:rPr>
              <a:t>Division of work</a:t>
            </a:r>
          </a:p>
          <a:p>
            <a:r>
              <a:rPr lang="en-IN" sz="6000" dirty="0">
                <a:latin typeface="Times New Roman" panose="02020603050405020304" pitchFamily="18" charset="0"/>
                <a:cs typeface="Times New Roman" panose="02020603050405020304" pitchFamily="18" charset="0"/>
              </a:rPr>
              <a:t>Departmentation</a:t>
            </a:r>
          </a:p>
          <a:p>
            <a:r>
              <a:rPr lang="en-IN" sz="6000" dirty="0">
                <a:latin typeface="Times New Roman" panose="02020603050405020304" pitchFamily="18" charset="0"/>
                <a:cs typeface="Times New Roman" panose="02020603050405020304" pitchFamily="18" charset="0"/>
              </a:rPr>
              <a:t>Assignment of duties</a:t>
            </a:r>
          </a:p>
          <a:p>
            <a:r>
              <a:rPr lang="en-IN" sz="6000" dirty="0">
                <a:latin typeface="Times New Roman" panose="02020603050405020304" pitchFamily="18" charset="0"/>
                <a:cs typeface="Times New Roman" panose="02020603050405020304" pitchFamily="18" charset="0"/>
              </a:rPr>
              <a:t>Authority-Responsibility</a:t>
            </a:r>
          </a:p>
          <a:p>
            <a:r>
              <a:rPr lang="en-IN" sz="6000" dirty="0">
                <a:latin typeface="Times New Roman" panose="02020603050405020304" pitchFamily="18" charset="0"/>
                <a:cs typeface="Times New Roman" panose="02020603050405020304" pitchFamily="18" charset="0"/>
              </a:rPr>
              <a:t>Hierarchy of Authority</a:t>
            </a:r>
          </a:p>
          <a:p>
            <a:r>
              <a:rPr lang="en-IN" sz="6000" dirty="0">
                <a:latin typeface="Times New Roman" panose="02020603050405020304" pitchFamily="18" charset="0"/>
                <a:cs typeface="Times New Roman" panose="02020603050405020304" pitchFamily="18" charset="0"/>
              </a:rPr>
              <a:t>Coordination</a:t>
            </a:r>
          </a:p>
        </p:txBody>
      </p:sp>
    </p:spTree>
    <p:extLst>
      <p:ext uri="{BB962C8B-B14F-4D97-AF65-F5344CB8AC3E}">
        <p14:creationId xmlns:p14="http://schemas.microsoft.com/office/powerpoint/2010/main" val="316062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696EE-996A-9EFA-EDAF-A6ACEBBB03C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14C807-8C78-8AAD-046F-D96C2E52DD7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7CAC9311-BD20-6B44-D005-F8DA13483428}"/>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Organisation Structure</a:t>
            </a:r>
          </a:p>
        </p:txBody>
      </p:sp>
      <p:sp>
        <p:nvSpPr>
          <p:cNvPr id="5" name="Content Placeholder 4">
            <a:extLst>
              <a:ext uri="{FF2B5EF4-FFF2-40B4-BE49-F238E27FC236}">
                <a16:creationId xmlns:a16="http://schemas.microsoft.com/office/drawing/2014/main" id="{FECA23A6-13B8-0590-7D42-E1675315BB23}"/>
              </a:ext>
            </a:extLst>
          </p:cNvPr>
          <p:cNvSpPr>
            <a:spLocks noGrp="1"/>
          </p:cNvSpPr>
          <p:nvPr>
            <p:ph idx="1"/>
          </p:nvPr>
        </p:nvSpPr>
        <p:spPr>
          <a:xfrm>
            <a:off x="152400" y="1181100"/>
            <a:ext cx="17983200" cy="4419600"/>
          </a:xfrm>
        </p:spPr>
        <p:txBody>
          <a:bodyPr>
            <a:normAutofit/>
          </a:bodyPr>
          <a:lstStyle/>
          <a:p>
            <a:pPr marL="0" indent="0" algn="just">
              <a:buNone/>
            </a:pPr>
            <a:r>
              <a:rPr lang="en-US" sz="6000" dirty="0">
                <a:latin typeface="Times New Roman" panose="02020603050405020304" pitchFamily="18" charset="0"/>
                <a:cs typeface="Times New Roman" panose="02020603050405020304" pitchFamily="18" charset="0"/>
              </a:rPr>
              <a:t>Organizational structure is the backbone of any company’s operating procedures and workflows. It determines each employee’s place and role in the business and is key to organizational development.</a:t>
            </a:r>
          </a:p>
          <a:p>
            <a:pPr marL="0" indent="0" algn="just">
              <a:buNone/>
            </a:pPr>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997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7C8EC-FD3F-513B-CBC3-E3BB9330E6D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5D8942-B941-B318-179A-B560B522A15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D005D638-E0CD-BE71-23BC-FD214B782500}"/>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pic>
        <p:nvPicPr>
          <p:cNvPr id="13" name="Content Placeholder 12">
            <a:extLst>
              <a:ext uri="{FF2B5EF4-FFF2-40B4-BE49-F238E27FC236}">
                <a16:creationId xmlns:a16="http://schemas.microsoft.com/office/drawing/2014/main" id="{335E1492-B2CD-FA6F-4D74-6A0336231B5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3799" y="1485900"/>
            <a:ext cx="18214201" cy="8458200"/>
          </a:xfrm>
        </p:spPr>
      </p:pic>
      <p:sp>
        <p:nvSpPr>
          <p:cNvPr id="7" name="Title 1">
            <a:extLst>
              <a:ext uri="{FF2B5EF4-FFF2-40B4-BE49-F238E27FC236}">
                <a16:creationId xmlns:a16="http://schemas.microsoft.com/office/drawing/2014/main" id="{B04C39ED-27BC-223A-86AF-B902140206B2}"/>
              </a:ext>
            </a:extLst>
          </p:cNvPr>
          <p:cNvSpPr txBox="1">
            <a:spLocks/>
          </p:cNvSpPr>
          <p:nvPr/>
        </p:nvSpPr>
        <p:spPr>
          <a:xfrm>
            <a:off x="152400" y="1905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Centralized Organizational Structure</a:t>
            </a:r>
          </a:p>
        </p:txBody>
      </p:sp>
    </p:spTree>
    <p:extLst>
      <p:ext uri="{BB962C8B-B14F-4D97-AF65-F5344CB8AC3E}">
        <p14:creationId xmlns:p14="http://schemas.microsoft.com/office/powerpoint/2010/main" val="2330962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91EA9-1D30-07B4-CC6B-B90F9AC82E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DF28E72-A752-702F-E814-F7739802D1A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FB228A4C-DECA-6F22-1F47-DAAA4E11A54F}"/>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39E16841-51C5-1A4C-0E99-9E63F706980A}"/>
              </a:ext>
            </a:extLst>
          </p:cNvPr>
          <p:cNvSpPr txBox="1">
            <a:spLocks/>
          </p:cNvSpPr>
          <p:nvPr/>
        </p:nvSpPr>
        <p:spPr>
          <a:xfrm>
            <a:off x="152400" y="1905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Decentralized Organizational Structure</a:t>
            </a:r>
          </a:p>
        </p:txBody>
      </p:sp>
      <p:pic>
        <p:nvPicPr>
          <p:cNvPr id="9" name="Picture 8">
            <a:extLst>
              <a:ext uri="{FF2B5EF4-FFF2-40B4-BE49-F238E27FC236}">
                <a16:creationId xmlns:a16="http://schemas.microsoft.com/office/drawing/2014/main" id="{87C7F4DD-204A-33C2-BAAB-68F3D6D1399B}"/>
              </a:ext>
            </a:extLst>
          </p:cNvPr>
          <p:cNvPicPr>
            <a:picLocks noChangeAspect="1"/>
          </p:cNvPicPr>
          <p:nvPr/>
        </p:nvPicPr>
        <p:blipFill>
          <a:blip r:embed="rId3"/>
          <a:stretch>
            <a:fillRect/>
          </a:stretch>
        </p:blipFill>
        <p:spPr>
          <a:xfrm>
            <a:off x="533400" y="2530332"/>
            <a:ext cx="17649666" cy="6575568"/>
          </a:xfrm>
          <a:prstGeom prst="rect">
            <a:avLst/>
          </a:prstGeom>
        </p:spPr>
      </p:pic>
    </p:spTree>
    <p:extLst>
      <p:ext uri="{BB962C8B-B14F-4D97-AF65-F5344CB8AC3E}">
        <p14:creationId xmlns:p14="http://schemas.microsoft.com/office/powerpoint/2010/main" val="2421450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53B98-8422-2859-DC56-8F637746BC8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8578A53-962F-8735-F5DF-43256F67C6B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CDF60396-6A49-5F74-A517-F660534FDF00}"/>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71EB43B-38E9-981E-F044-C0A6B691D4EA}"/>
              </a:ext>
            </a:extLst>
          </p:cNvPr>
          <p:cNvSpPr>
            <a:spLocks noGrp="1"/>
          </p:cNvSpPr>
          <p:nvPr>
            <p:ph idx="1"/>
          </p:nvPr>
        </p:nvSpPr>
        <p:spPr>
          <a:xfrm>
            <a:off x="457200" y="1562100"/>
            <a:ext cx="17449800" cy="8229600"/>
          </a:xfrm>
        </p:spPr>
        <p:txBody>
          <a:bodyPr>
            <a:normAutofit/>
          </a:bodyPr>
          <a:lstStyle/>
          <a:p>
            <a:r>
              <a:rPr lang="en-IN" sz="6000" dirty="0">
                <a:latin typeface="Times New Roman" panose="02020603050405020304" pitchFamily="18" charset="0"/>
                <a:cs typeface="Times New Roman" panose="02020603050405020304" pitchFamily="18" charset="0"/>
              </a:rPr>
              <a:t>Functional structure</a:t>
            </a:r>
          </a:p>
          <a:p>
            <a:r>
              <a:rPr lang="en-IN" sz="6000" dirty="0">
                <a:latin typeface="Times New Roman" panose="02020603050405020304" pitchFamily="18" charset="0"/>
                <a:cs typeface="Times New Roman" panose="02020603050405020304" pitchFamily="18" charset="0"/>
              </a:rPr>
              <a:t>Divisional structure</a:t>
            </a:r>
          </a:p>
          <a:p>
            <a:r>
              <a:rPr lang="en-IN" sz="6000" dirty="0">
                <a:latin typeface="Times New Roman" panose="02020603050405020304" pitchFamily="18" charset="0"/>
                <a:cs typeface="Times New Roman" panose="02020603050405020304" pitchFamily="18" charset="0"/>
              </a:rPr>
              <a:t>Matrix structure</a:t>
            </a:r>
          </a:p>
          <a:p>
            <a:r>
              <a:rPr lang="en-IN" sz="6000" dirty="0">
                <a:latin typeface="Times New Roman" panose="02020603050405020304" pitchFamily="18" charset="0"/>
                <a:cs typeface="Times New Roman" panose="02020603050405020304" pitchFamily="18" charset="0"/>
              </a:rPr>
              <a:t>Team structure</a:t>
            </a:r>
          </a:p>
          <a:p>
            <a:r>
              <a:rPr lang="en-IN" sz="6000" dirty="0">
                <a:latin typeface="Times New Roman" panose="02020603050405020304" pitchFamily="18" charset="0"/>
                <a:cs typeface="Times New Roman" panose="02020603050405020304" pitchFamily="18" charset="0"/>
              </a:rPr>
              <a:t>Line structure</a:t>
            </a:r>
          </a:p>
          <a:p>
            <a:r>
              <a:rPr lang="en-IN" sz="6000" dirty="0">
                <a:latin typeface="Times New Roman" panose="02020603050405020304" pitchFamily="18" charset="0"/>
                <a:cs typeface="Times New Roman" panose="02020603050405020304" pitchFamily="18" charset="0"/>
              </a:rPr>
              <a:t>Flat organization structure</a:t>
            </a:r>
          </a:p>
        </p:txBody>
      </p:sp>
      <p:sp>
        <p:nvSpPr>
          <p:cNvPr id="4" name="Title 1">
            <a:extLst>
              <a:ext uri="{FF2B5EF4-FFF2-40B4-BE49-F238E27FC236}">
                <a16:creationId xmlns:a16="http://schemas.microsoft.com/office/drawing/2014/main" id="{BC0E0F34-F77F-5499-9A96-681737AA8B67}"/>
              </a:ext>
            </a:extLst>
          </p:cNvPr>
          <p:cNvSpPr txBox="1">
            <a:spLocks/>
          </p:cNvSpPr>
          <p:nvPr/>
        </p:nvSpPr>
        <p:spPr>
          <a:xfrm>
            <a:off x="152400" y="1905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Types of Organisation Structure</a:t>
            </a:r>
          </a:p>
          <a:p>
            <a:r>
              <a:rPr lang="en-IN" sz="6600" b="1" dirty="0">
                <a:solidFill>
                  <a:srgbClr val="C000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466731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B067-1D27-AFDF-2AD5-8145DD57B67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9A3DBA4-9613-4397-3C44-1B8496DFC57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9FC4D2F2-8257-8857-C8F9-24D084C2890B}"/>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FD5B8587-29A4-B2D4-3538-E0D8B837272A}"/>
              </a:ext>
            </a:extLst>
          </p:cNvPr>
          <p:cNvSpPr txBox="1">
            <a:spLocks/>
          </p:cNvSpPr>
          <p:nvPr/>
        </p:nvSpPr>
        <p:spPr>
          <a:xfrm>
            <a:off x="152400" y="1905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Functional Structure</a:t>
            </a:r>
          </a:p>
        </p:txBody>
      </p:sp>
      <p:graphicFrame>
        <p:nvGraphicFramePr>
          <p:cNvPr id="6" name="Diagram 5">
            <a:extLst>
              <a:ext uri="{FF2B5EF4-FFF2-40B4-BE49-F238E27FC236}">
                <a16:creationId xmlns:a16="http://schemas.microsoft.com/office/drawing/2014/main" id="{29A0B250-10F2-F2BD-52A4-64916D8D69C3}"/>
              </a:ext>
            </a:extLst>
          </p:cNvPr>
          <p:cNvGraphicFramePr/>
          <p:nvPr>
            <p:extLst>
              <p:ext uri="{D42A27DB-BD31-4B8C-83A1-F6EECF244321}">
                <p14:modId xmlns:p14="http://schemas.microsoft.com/office/powerpoint/2010/main" val="1358804832"/>
              </p:ext>
            </p:extLst>
          </p:nvPr>
        </p:nvGraphicFramePr>
        <p:xfrm>
          <a:off x="746760" y="952500"/>
          <a:ext cx="16764000" cy="5194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Content Placeholder 4">
            <a:extLst>
              <a:ext uri="{FF2B5EF4-FFF2-40B4-BE49-F238E27FC236}">
                <a16:creationId xmlns:a16="http://schemas.microsoft.com/office/drawing/2014/main" id="{72032C29-93DE-6D17-BF50-BE1F1CAD31A5}"/>
              </a:ext>
            </a:extLst>
          </p:cNvPr>
          <p:cNvSpPr>
            <a:spLocks noGrp="1"/>
          </p:cNvSpPr>
          <p:nvPr>
            <p:ph idx="1"/>
          </p:nvPr>
        </p:nvSpPr>
        <p:spPr>
          <a:xfrm>
            <a:off x="320040" y="6896101"/>
            <a:ext cx="17983200" cy="3200400"/>
          </a:xfrm>
        </p:spPr>
        <p:txBody>
          <a:bodyPr>
            <a:normAutofit fontScale="92500" lnSpcReduction="10000"/>
          </a:bodyPr>
          <a:lstStyle/>
          <a:p>
            <a:pPr marL="0" indent="0" algn="just">
              <a:buNone/>
            </a:pPr>
            <a:r>
              <a:rPr lang="en-US" sz="6000" dirty="0">
                <a:latin typeface="Times New Roman" panose="02020603050405020304" pitchFamily="18" charset="0"/>
                <a:cs typeface="Times New Roman" panose="02020603050405020304" pitchFamily="18" charset="0"/>
              </a:rPr>
              <a:t>A functional organizational structure is one on which the tasks, people and technologies necessary to do the work of the business are divided into separate “functional” groups (such as Marketing, HR and Finance) </a:t>
            </a:r>
          </a:p>
        </p:txBody>
      </p:sp>
    </p:spTree>
    <p:extLst>
      <p:ext uri="{BB962C8B-B14F-4D97-AF65-F5344CB8AC3E}">
        <p14:creationId xmlns:p14="http://schemas.microsoft.com/office/powerpoint/2010/main" val="526295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7DF9F-6C97-3F95-668D-6186779C70B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1837E1C-D6A3-9FBE-CD84-5ADE0D1AA97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8733EECA-403A-3305-369C-7723B6C6F03D}"/>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62799D86-0016-3846-357A-FEB1DC1FBE1F}"/>
              </a:ext>
            </a:extLst>
          </p:cNvPr>
          <p:cNvSpPr txBox="1">
            <a:spLocks/>
          </p:cNvSpPr>
          <p:nvPr/>
        </p:nvSpPr>
        <p:spPr>
          <a:xfrm>
            <a:off x="15240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Divisional Structure</a:t>
            </a:r>
          </a:p>
        </p:txBody>
      </p:sp>
      <p:pic>
        <p:nvPicPr>
          <p:cNvPr id="18" name="Picture 17" descr="cadden-fig12_007 RRRRR.jpg">
            <a:extLst>
              <a:ext uri="{FF2B5EF4-FFF2-40B4-BE49-F238E27FC236}">
                <a16:creationId xmlns:a16="http://schemas.microsoft.com/office/drawing/2014/main" id="{A8C81AE9-2564-8B4E-5B37-C30E183F36ED}"/>
              </a:ext>
            </a:extLst>
          </p:cNvPr>
          <p:cNvPicPr>
            <a:picLocks noChangeAspect="1"/>
          </p:cNvPicPr>
          <p:nvPr/>
        </p:nvPicPr>
        <p:blipFill>
          <a:blip r:embed="rId3"/>
          <a:stretch>
            <a:fillRect/>
          </a:stretch>
        </p:blipFill>
        <p:spPr>
          <a:xfrm>
            <a:off x="274320" y="1028700"/>
            <a:ext cx="17983200" cy="5254171"/>
          </a:xfrm>
          <a:prstGeom prst="rect">
            <a:avLst/>
          </a:prstGeom>
        </p:spPr>
      </p:pic>
      <p:sp>
        <p:nvSpPr>
          <p:cNvPr id="19" name="Content Placeholder 4">
            <a:extLst>
              <a:ext uri="{FF2B5EF4-FFF2-40B4-BE49-F238E27FC236}">
                <a16:creationId xmlns:a16="http://schemas.microsoft.com/office/drawing/2014/main" id="{23E89FE1-BDB7-C2E8-53FD-70AE8C90B7E4}"/>
              </a:ext>
            </a:extLst>
          </p:cNvPr>
          <p:cNvSpPr>
            <a:spLocks noGrp="1"/>
          </p:cNvSpPr>
          <p:nvPr>
            <p:ph idx="1"/>
          </p:nvPr>
        </p:nvSpPr>
        <p:spPr>
          <a:xfrm>
            <a:off x="320040" y="6896101"/>
            <a:ext cx="17983200" cy="3200400"/>
          </a:xfrm>
        </p:spPr>
        <p:txBody>
          <a:bodyPr>
            <a:normAutofit fontScale="92500" lnSpcReduction="10000"/>
          </a:bodyPr>
          <a:lstStyle/>
          <a:p>
            <a:pPr marL="0" indent="0" algn="just">
              <a:buNone/>
            </a:pPr>
            <a:r>
              <a:rPr lang="en-US" sz="6000" dirty="0">
                <a:latin typeface="Times New Roman" panose="02020603050405020304" pitchFamily="18" charset="0"/>
                <a:cs typeface="Times New Roman" panose="02020603050405020304" pitchFamily="18" charset="0"/>
              </a:rPr>
              <a:t>When a company expands to supply goods or services to a variety of customers, offers   a variety of different products or are engaged in business in several different market, the company could adopt a divisional </a:t>
            </a:r>
            <a:r>
              <a:rPr lang="en-US" sz="6000" dirty="0" err="1">
                <a:latin typeface="Times New Roman" panose="02020603050405020304" pitchFamily="18" charset="0"/>
                <a:cs typeface="Times New Roman" panose="02020603050405020304" pitchFamily="18" charset="0"/>
              </a:rPr>
              <a:t>organisational</a:t>
            </a:r>
            <a:r>
              <a:rPr lang="en-US" sz="6000" dirty="0">
                <a:latin typeface="Times New Roman" panose="02020603050405020304" pitchFamily="18" charset="0"/>
                <a:cs typeface="Times New Roman" panose="02020603050405020304" pitchFamily="18" charset="0"/>
              </a:rPr>
              <a:t> structure.</a:t>
            </a:r>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054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xEl>
                                              <p:pRg st="0" end="0"/>
                                            </p:txEl>
                                          </p:spTgt>
                                        </p:tgtEl>
                                        <p:attrNameLst>
                                          <p:attrName>style.visibility</p:attrName>
                                        </p:attrNameLst>
                                      </p:cBhvr>
                                      <p:to>
                                        <p:strVal val="visible"/>
                                      </p:to>
                                    </p:set>
                                    <p:animEffect transition="in" filter="fade">
                                      <p:cBhvr>
                                        <p:cTn id="12"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C2702-CBA9-F702-B9F6-212257597DF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B4240BB-2E1C-E1D9-07A8-0DDF1685570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8327C644-1D99-9CD4-E327-E8733BC3E9B1}"/>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268633EE-33B4-1654-39CA-9A5123669D14}"/>
              </a:ext>
            </a:extLst>
          </p:cNvPr>
          <p:cNvSpPr txBox="1">
            <a:spLocks/>
          </p:cNvSpPr>
          <p:nvPr/>
        </p:nvSpPr>
        <p:spPr>
          <a:xfrm>
            <a:off x="152400" y="-1143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Matrix structure</a:t>
            </a:r>
          </a:p>
        </p:txBody>
      </p:sp>
      <p:sp>
        <p:nvSpPr>
          <p:cNvPr id="6" name="TextBox 5">
            <a:extLst>
              <a:ext uri="{FF2B5EF4-FFF2-40B4-BE49-F238E27FC236}">
                <a16:creationId xmlns:a16="http://schemas.microsoft.com/office/drawing/2014/main" id="{9B508CD9-5A3F-0359-7DD1-638C8B636633}"/>
              </a:ext>
            </a:extLst>
          </p:cNvPr>
          <p:cNvSpPr txBox="1"/>
          <p:nvPr/>
        </p:nvSpPr>
        <p:spPr>
          <a:xfrm>
            <a:off x="152400" y="800100"/>
            <a:ext cx="18105120" cy="1661993"/>
          </a:xfrm>
          <a:prstGeom prst="rect">
            <a:avLst/>
          </a:prstGeom>
          <a:noFill/>
        </p:spPr>
        <p:txBody>
          <a:bodyPr wrap="square" rtlCol="0">
            <a:spAutoFit/>
          </a:bodyPr>
          <a:lstStyle/>
          <a:p>
            <a:pPr algn="just"/>
            <a:r>
              <a:rPr lang="en-IN" sz="3400" dirty="0">
                <a:latin typeface="Times New Roman" panose="02020603050405020304" pitchFamily="18" charset="0"/>
                <a:cs typeface="Times New Roman" panose="02020603050405020304" pitchFamily="18" charset="0"/>
              </a:rPr>
              <a:t>Matrix design is one of the latest types of organisational designs which have been developed to establish flexible structure to achieve a series of project objectives.</a:t>
            </a:r>
          </a:p>
          <a:p>
            <a:pPr algn="just"/>
            <a:r>
              <a:rPr lang="en-US" sz="3400" dirty="0">
                <a:latin typeface="Times New Roman" panose="02020603050405020304" pitchFamily="18" charset="0"/>
                <a:cs typeface="Times New Roman" panose="02020603050405020304" pitchFamily="18" charset="0"/>
              </a:rPr>
              <a:t>Within a matrix organizational structure, team members report to several managers at once</a:t>
            </a:r>
            <a:endParaRPr lang="en-IN" sz="3400" dirty="0">
              <a:latin typeface="Times New Roman" panose="02020603050405020304" pitchFamily="18" charset="0"/>
              <a:cs typeface="Times New Roman" panose="02020603050405020304" pitchFamily="18" charset="0"/>
            </a:endParaRPr>
          </a:p>
        </p:txBody>
      </p:sp>
      <p:pic>
        <p:nvPicPr>
          <p:cNvPr id="7" name="Picture 6" descr="picture11343231874419.png">
            <a:extLst>
              <a:ext uri="{FF2B5EF4-FFF2-40B4-BE49-F238E27FC236}">
                <a16:creationId xmlns:a16="http://schemas.microsoft.com/office/drawing/2014/main" id="{4A7C21FD-4CC3-40AA-F1BE-9C6577DF109F}"/>
              </a:ext>
            </a:extLst>
          </p:cNvPr>
          <p:cNvPicPr>
            <a:picLocks noChangeAspect="1"/>
          </p:cNvPicPr>
          <p:nvPr/>
        </p:nvPicPr>
        <p:blipFill>
          <a:blip r:embed="rId3"/>
          <a:stretch>
            <a:fillRect/>
          </a:stretch>
        </p:blipFill>
        <p:spPr>
          <a:xfrm>
            <a:off x="108130" y="2459911"/>
            <a:ext cx="18027470" cy="7636590"/>
          </a:xfrm>
          <a:prstGeom prst="rect">
            <a:avLst/>
          </a:prstGeom>
        </p:spPr>
      </p:pic>
    </p:spTree>
    <p:extLst>
      <p:ext uri="{BB962C8B-B14F-4D97-AF65-F5344CB8AC3E}">
        <p14:creationId xmlns:p14="http://schemas.microsoft.com/office/powerpoint/2010/main" val="3850387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6D659-806E-9688-4DEF-31B7478F3A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42F6F64-1631-DC94-6332-1ED5E02A653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B216C48A-D173-8919-B36C-4D3AE826595C}"/>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EE41DDD-2616-C49A-D1E1-98AF65EF602E}"/>
              </a:ext>
            </a:extLst>
          </p:cNvPr>
          <p:cNvSpPr>
            <a:spLocks noGrp="1"/>
          </p:cNvSpPr>
          <p:nvPr>
            <p:ph idx="1"/>
          </p:nvPr>
        </p:nvSpPr>
        <p:spPr>
          <a:xfrm>
            <a:off x="152400" y="1181100"/>
            <a:ext cx="17983200" cy="3200400"/>
          </a:xfrm>
        </p:spPr>
        <p:txBody>
          <a:bodyPr>
            <a:normAutofit fontScale="92500" lnSpcReduction="10000"/>
          </a:bodyPr>
          <a:lstStyle/>
          <a:p>
            <a:pPr marL="0" indent="0" algn="just">
              <a:buNone/>
            </a:pPr>
            <a:r>
              <a:rPr lang="en-US" sz="6000" dirty="0">
                <a:latin typeface="Times New Roman" panose="02020603050405020304" pitchFamily="18" charset="0"/>
                <a:cs typeface="Times New Roman" panose="02020603050405020304" pitchFamily="18" charset="0"/>
              </a:rPr>
              <a:t>Strategies of business are not always fixed. They go on changing depending upon internal and external environmental factors. Hence, a single type of organizational structure is not suitable for all times and all situations. </a:t>
            </a:r>
          </a:p>
          <a:p>
            <a:pPr marL="0" indent="0">
              <a:buNone/>
            </a:pPr>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FC17ADAC-B3AE-5388-BCCC-561348D41C52}"/>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Team structure</a:t>
            </a:r>
          </a:p>
        </p:txBody>
      </p:sp>
      <p:pic>
        <p:nvPicPr>
          <p:cNvPr id="7" name="Picture 6">
            <a:extLst>
              <a:ext uri="{FF2B5EF4-FFF2-40B4-BE49-F238E27FC236}">
                <a16:creationId xmlns:a16="http://schemas.microsoft.com/office/drawing/2014/main" id="{A5582DA1-7A91-C85F-7653-1FB4DB9494FF}"/>
              </a:ext>
            </a:extLst>
          </p:cNvPr>
          <p:cNvPicPr>
            <a:picLocks noChangeAspect="1"/>
          </p:cNvPicPr>
          <p:nvPr/>
        </p:nvPicPr>
        <p:blipFill>
          <a:blip r:embed="rId3"/>
          <a:stretch>
            <a:fillRect/>
          </a:stretch>
        </p:blipFill>
        <p:spPr>
          <a:xfrm>
            <a:off x="11125200" y="4891495"/>
            <a:ext cx="7121434" cy="5341076"/>
          </a:xfrm>
          <a:prstGeom prst="rect">
            <a:avLst/>
          </a:prstGeom>
        </p:spPr>
      </p:pic>
      <p:pic>
        <p:nvPicPr>
          <p:cNvPr id="8" name="Picture 2">
            <a:extLst>
              <a:ext uri="{FF2B5EF4-FFF2-40B4-BE49-F238E27FC236}">
                <a16:creationId xmlns:a16="http://schemas.microsoft.com/office/drawing/2014/main" id="{750A12C7-9FCE-2638-328A-C70C871C6A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22" y="4991252"/>
            <a:ext cx="6783978" cy="5241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452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5AAEE-A11A-DD09-4D3D-F3F92210239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7120281-C536-5733-0521-C8C8364F19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C7BF89A8-173F-EFDC-5796-5E3476136F1C}"/>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DDDA66C-DB0F-548D-F77A-F73F5BD8E881}"/>
              </a:ext>
            </a:extLst>
          </p:cNvPr>
          <p:cNvSpPr>
            <a:spLocks noGrp="1"/>
          </p:cNvSpPr>
          <p:nvPr>
            <p:ph idx="1"/>
          </p:nvPr>
        </p:nvSpPr>
        <p:spPr>
          <a:xfrm>
            <a:off x="152400" y="1181100"/>
            <a:ext cx="7010400" cy="8763000"/>
          </a:xfrm>
        </p:spPr>
        <p:txBody>
          <a:bodyPr>
            <a:noAutofit/>
          </a:bodyPr>
          <a:lstStyle/>
          <a:p>
            <a:pPr marL="0" indent="0" algn="just">
              <a:buNone/>
            </a:pPr>
            <a:r>
              <a:rPr lang="en-US" sz="5200" dirty="0">
                <a:latin typeface="Times New Roman" panose="02020603050405020304" pitchFamily="18" charset="0"/>
                <a:cs typeface="Times New Roman" panose="02020603050405020304" pitchFamily="18" charset="0"/>
              </a:rPr>
              <a:t>A hierarchical structure is the most common type of organizational structure. This pyramid-shaped structure follows a direct chain of command from the top and flows down the </a:t>
            </a:r>
            <a:r>
              <a:rPr lang="en-US" sz="5200" dirty="0" err="1">
                <a:latin typeface="Times New Roman" panose="02020603050405020304" pitchFamily="18" charset="0"/>
                <a:cs typeface="Times New Roman" panose="02020603050405020304" pitchFamily="18" charset="0"/>
              </a:rPr>
              <a:t>organisation</a:t>
            </a:r>
            <a:r>
              <a:rPr lang="en-US" sz="5200" dirty="0">
                <a:latin typeface="Times New Roman" panose="02020603050405020304" pitchFamily="18" charset="0"/>
                <a:cs typeface="Times New Roman" panose="02020603050405020304" pitchFamily="18" charset="0"/>
              </a:rPr>
              <a:t> chart through individual teams and entry-level employees.</a:t>
            </a:r>
            <a:endParaRPr lang="en-IN" sz="52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A1511F6-6FA8-C63C-BF09-9AFF3DC1DD1F}"/>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Line Structure</a:t>
            </a:r>
          </a:p>
        </p:txBody>
      </p:sp>
      <p:pic>
        <p:nvPicPr>
          <p:cNvPr id="7" name="Picture 6">
            <a:extLst>
              <a:ext uri="{FF2B5EF4-FFF2-40B4-BE49-F238E27FC236}">
                <a16:creationId xmlns:a16="http://schemas.microsoft.com/office/drawing/2014/main" id="{A9ED5F0A-103B-D754-E15A-8F1C308EC774}"/>
              </a:ext>
            </a:extLst>
          </p:cNvPr>
          <p:cNvPicPr>
            <a:picLocks noChangeAspect="1"/>
          </p:cNvPicPr>
          <p:nvPr/>
        </p:nvPicPr>
        <p:blipFill>
          <a:blip r:embed="rId3"/>
          <a:stretch>
            <a:fillRect/>
          </a:stretch>
        </p:blipFill>
        <p:spPr>
          <a:xfrm>
            <a:off x="9982200" y="1150257"/>
            <a:ext cx="7620000" cy="8937625"/>
          </a:xfrm>
          <a:prstGeom prst="rect">
            <a:avLst/>
          </a:prstGeom>
        </p:spPr>
      </p:pic>
    </p:spTree>
    <p:extLst>
      <p:ext uri="{BB962C8B-B14F-4D97-AF65-F5344CB8AC3E}">
        <p14:creationId xmlns:p14="http://schemas.microsoft.com/office/powerpoint/2010/main" val="18440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61AC6-DF25-8AB0-CE3C-42E3AC94342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6095A77-452E-3BF9-6C3F-745906C4F93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A75C6D73-0627-DE7E-13D1-224092D0F156}"/>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126BF5F-5F0B-FE49-C69A-CA47B5CFB8C7}"/>
              </a:ext>
            </a:extLst>
          </p:cNvPr>
          <p:cNvSpPr>
            <a:spLocks noGrp="1"/>
          </p:cNvSpPr>
          <p:nvPr>
            <p:ph idx="1"/>
          </p:nvPr>
        </p:nvSpPr>
        <p:spPr>
          <a:xfrm>
            <a:off x="152400" y="1181100"/>
            <a:ext cx="17983200" cy="3657600"/>
          </a:xfrm>
        </p:spPr>
        <p:txBody>
          <a:bodyPr>
            <a:normAutofit fontScale="92500" lnSpcReduction="20000"/>
          </a:bodyPr>
          <a:lstStyle/>
          <a:p>
            <a:pPr marL="0" indent="0" algn="just">
              <a:buNone/>
            </a:pPr>
            <a:r>
              <a:rPr lang="en-US" sz="6000" dirty="0">
                <a:latin typeface="Times New Roman" panose="02020603050405020304" pitchFamily="18" charset="0"/>
                <a:cs typeface="Times New Roman" panose="02020603050405020304" pitchFamily="18" charset="0"/>
              </a:rPr>
              <a:t>A flat organization is a structure with few or no layers of middle management, allowing for direct communication between employees and top leadership. Organizations often start with a flat structure and then transition to a different type of organizational structure late in their maturity.</a:t>
            </a:r>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77DFC69D-8135-BEFF-C84B-9FD32B28FF91}"/>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Flat Organization Structure</a:t>
            </a:r>
          </a:p>
        </p:txBody>
      </p:sp>
      <p:pic>
        <p:nvPicPr>
          <p:cNvPr id="7" name="Picture 6">
            <a:extLst>
              <a:ext uri="{FF2B5EF4-FFF2-40B4-BE49-F238E27FC236}">
                <a16:creationId xmlns:a16="http://schemas.microsoft.com/office/drawing/2014/main" id="{CEB92F3E-C060-BCAA-B16B-A1316BB0DDA0}"/>
              </a:ext>
            </a:extLst>
          </p:cNvPr>
          <p:cNvPicPr>
            <a:picLocks noChangeAspect="1"/>
          </p:cNvPicPr>
          <p:nvPr/>
        </p:nvPicPr>
        <p:blipFill>
          <a:blip r:embed="rId3"/>
          <a:stretch>
            <a:fillRect/>
          </a:stretch>
        </p:blipFill>
        <p:spPr>
          <a:xfrm>
            <a:off x="304800" y="3086100"/>
            <a:ext cx="17779922" cy="7072063"/>
          </a:xfrm>
          <a:prstGeom prst="rect">
            <a:avLst/>
          </a:prstGeom>
        </p:spPr>
      </p:pic>
    </p:spTree>
    <p:extLst>
      <p:ext uri="{BB962C8B-B14F-4D97-AF65-F5344CB8AC3E}">
        <p14:creationId xmlns:p14="http://schemas.microsoft.com/office/powerpoint/2010/main" val="13148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8F2E-43C3-F52B-9A62-BF13582368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E74F5CB-C78F-5503-3D60-FA8418DF289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CD7203FC-9E17-9847-9DA2-A4F219C2AA89}"/>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9F6D97-D479-20DE-D5F8-62E1426C2485}"/>
              </a:ext>
            </a:extLst>
          </p:cNvPr>
          <p:cNvSpPr>
            <a:spLocks noGrp="1"/>
          </p:cNvSpPr>
          <p:nvPr>
            <p:ph idx="1"/>
          </p:nvPr>
        </p:nvSpPr>
        <p:spPr>
          <a:xfrm>
            <a:off x="457200" y="1181100"/>
            <a:ext cx="17449800" cy="8839200"/>
          </a:xfrm>
        </p:spPr>
        <p:txBody>
          <a:bodyPr>
            <a:normAutofit/>
          </a:bodyPr>
          <a:lstStyle/>
          <a:p>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5D48BDF8-563C-CE82-C60E-F10240F10F67}"/>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Traditional Structures</a:t>
            </a:r>
          </a:p>
        </p:txBody>
      </p:sp>
    </p:spTree>
    <p:extLst>
      <p:ext uri="{BB962C8B-B14F-4D97-AF65-F5344CB8AC3E}">
        <p14:creationId xmlns:p14="http://schemas.microsoft.com/office/powerpoint/2010/main" val="423906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CDCE8-71A7-33B3-068E-BC2120C04F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A70F3E-710C-E19D-342A-43DBC789DF1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4436B6A4-076F-650A-5BCA-31DC8EB735AC}"/>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C2223B9A-BFB0-8890-9172-6D6F3D693BF2}"/>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Directions in Organisation Structures.</a:t>
            </a:r>
          </a:p>
        </p:txBody>
      </p:sp>
      <p:sp>
        <p:nvSpPr>
          <p:cNvPr id="7" name="Content Placeholder 6">
            <a:extLst>
              <a:ext uri="{FF2B5EF4-FFF2-40B4-BE49-F238E27FC236}">
                <a16:creationId xmlns:a16="http://schemas.microsoft.com/office/drawing/2014/main" id="{149861B2-DB50-6369-AEB9-B76278AEFEF9}"/>
              </a:ext>
            </a:extLst>
          </p:cNvPr>
          <p:cNvSpPr>
            <a:spLocks noGrp="1"/>
          </p:cNvSpPr>
          <p:nvPr>
            <p:ph idx="1"/>
          </p:nvPr>
        </p:nvSpPr>
        <p:spPr>
          <a:xfrm>
            <a:off x="152400" y="1333500"/>
            <a:ext cx="17983200" cy="8763000"/>
          </a:xfrm>
        </p:spPr>
        <p:txBody>
          <a:bodyPr>
            <a:normAutofit/>
          </a:bodyPr>
          <a:lstStyle/>
          <a:p>
            <a:r>
              <a:rPr lang="en-IN" sz="6000" dirty="0">
                <a:latin typeface="Times New Roman" panose="02020603050405020304" pitchFamily="18" charset="0"/>
                <a:cs typeface="Times New Roman" panose="02020603050405020304" pitchFamily="18" charset="0"/>
              </a:rPr>
              <a:t>Vertical direction</a:t>
            </a:r>
          </a:p>
          <a:p>
            <a:r>
              <a:rPr lang="en-IN" sz="6000" dirty="0">
                <a:latin typeface="Times New Roman" panose="02020603050405020304" pitchFamily="18" charset="0"/>
                <a:cs typeface="Times New Roman" panose="02020603050405020304" pitchFamily="18" charset="0"/>
              </a:rPr>
              <a:t>Horizontal direction</a:t>
            </a:r>
          </a:p>
          <a:p>
            <a:r>
              <a:rPr lang="en-IN" sz="6000" dirty="0">
                <a:latin typeface="Times New Roman" panose="02020603050405020304" pitchFamily="18" charset="0"/>
                <a:cs typeface="Times New Roman" panose="02020603050405020304" pitchFamily="18" charset="0"/>
              </a:rPr>
              <a:t>Diagonal (cross-functional) direction</a:t>
            </a:r>
          </a:p>
          <a:p>
            <a:r>
              <a:rPr lang="en-IN" sz="6000" dirty="0">
                <a:latin typeface="Times New Roman" panose="02020603050405020304" pitchFamily="18" charset="0"/>
                <a:cs typeface="Times New Roman" panose="02020603050405020304" pitchFamily="18" charset="0"/>
              </a:rPr>
              <a:t>Centralisation vs Decentralisation</a:t>
            </a:r>
          </a:p>
        </p:txBody>
      </p:sp>
    </p:spTree>
    <p:extLst>
      <p:ext uri="{BB962C8B-B14F-4D97-AF65-F5344CB8AC3E}">
        <p14:creationId xmlns:p14="http://schemas.microsoft.com/office/powerpoint/2010/main" val="377911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3EDB6-2218-B9B9-730E-E278A9824D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192381-E083-5F65-E325-34ED97DC52A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8A664E64-00F2-7B88-CF39-1061F972F865}"/>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88EFF736-E60A-5ABD-0670-957748D25A24}"/>
              </a:ext>
            </a:extLst>
          </p:cNvPr>
          <p:cNvSpPr>
            <a:spLocks noGrp="1"/>
          </p:cNvSpPr>
          <p:nvPr>
            <p:ph idx="1"/>
          </p:nvPr>
        </p:nvSpPr>
        <p:spPr>
          <a:xfrm>
            <a:off x="152400" y="1181100"/>
            <a:ext cx="17983200" cy="8839200"/>
          </a:xfrm>
        </p:spPr>
        <p:txBody>
          <a:bodyPr>
            <a:normAutofit/>
          </a:bodyPr>
          <a:lstStyle/>
          <a:p>
            <a:pPr marL="0" indent="0" algn="just">
              <a:buNone/>
            </a:pPr>
            <a:r>
              <a:rPr lang="en-US" sz="6000" dirty="0">
                <a:latin typeface="Times New Roman" panose="02020603050405020304" pitchFamily="18" charset="0"/>
                <a:cs typeface="Times New Roman" panose="02020603050405020304" pitchFamily="18" charset="0"/>
              </a:rPr>
              <a:t>Leading is one of the core functions of management (along with Planning, </a:t>
            </a:r>
            <a:r>
              <a:rPr lang="en-US" sz="6000" dirty="0" err="1">
                <a:latin typeface="Times New Roman" panose="02020603050405020304" pitchFamily="18" charset="0"/>
                <a:cs typeface="Times New Roman" panose="02020603050405020304" pitchFamily="18" charset="0"/>
              </a:rPr>
              <a:t>Organising</a:t>
            </a:r>
            <a:r>
              <a:rPr lang="en-US" sz="6000" dirty="0">
                <a:latin typeface="Times New Roman" panose="02020603050405020304" pitchFamily="18" charset="0"/>
                <a:cs typeface="Times New Roman" panose="02020603050405020304" pitchFamily="18" charset="0"/>
              </a:rPr>
              <a:t>, Staffing and Controlling).</a:t>
            </a:r>
          </a:p>
          <a:p>
            <a:pPr marL="0" indent="0" algn="just">
              <a:buNone/>
            </a:pPr>
            <a:r>
              <a:rPr lang="en-US" sz="6000" dirty="0">
                <a:latin typeface="Times New Roman" panose="02020603050405020304" pitchFamily="18" charset="0"/>
                <a:cs typeface="Times New Roman" panose="02020603050405020304" pitchFamily="18" charset="0"/>
              </a:rPr>
              <a:t>Leading refers to the process of influencing, motivating, and guiding employees to work actively towards achieving </a:t>
            </a:r>
            <a:r>
              <a:rPr lang="en-US" sz="6000" dirty="0" err="1">
                <a:latin typeface="Times New Roman" panose="02020603050405020304" pitchFamily="18" charset="0"/>
                <a:cs typeface="Times New Roman" panose="02020603050405020304" pitchFamily="18" charset="0"/>
              </a:rPr>
              <a:t>organisational</a:t>
            </a:r>
            <a:r>
              <a:rPr lang="en-US" sz="6000" dirty="0">
                <a:latin typeface="Times New Roman" panose="02020603050405020304" pitchFamily="18" charset="0"/>
                <a:cs typeface="Times New Roman" panose="02020603050405020304" pitchFamily="18" charset="0"/>
              </a:rPr>
              <a:t> goals.</a:t>
            </a:r>
          </a:p>
          <a:p>
            <a:pPr marL="0" indent="0" algn="ctr">
              <a:buNone/>
            </a:pPr>
            <a:r>
              <a:rPr lang="en-US" sz="6000" b="1" dirty="0">
                <a:latin typeface="Times New Roman" panose="02020603050405020304" pitchFamily="18" charset="0"/>
                <a:cs typeface="Times New Roman" panose="02020603050405020304" pitchFamily="18" charset="0"/>
              </a:rPr>
              <a:t>Leadership is the ability to influence a group toward the achievement of goals.</a:t>
            </a:r>
            <a:endParaRPr lang="en-IN" sz="60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A05E052-521C-62E3-F105-6283F3B14A65}"/>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6600" b="1" dirty="0">
                <a:solidFill>
                  <a:srgbClr val="C00000"/>
                </a:solidFill>
                <a:latin typeface="Times New Roman" panose="02020603050405020304" pitchFamily="18" charset="0"/>
                <a:cs typeface="Times New Roman" panose="02020603050405020304" pitchFamily="18" charset="0"/>
              </a:rPr>
              <a:t>Leading</a:t>
            </a:r>
          </a:p>
        </p:txBody>
      </p:sp>
    </p:spTree>
    <p:extLst>
      <p:ext uri="{BB962C8B-B14F-4D97-AF65-F5344CB8AC3E}">
        <p14:creationId xmlns:p14="http://schemas.microsoft.com/office/powerpoint/2010/main" val="960063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5C08D-2336-0B86-3CC7-0667E89BED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30D6901-F1B0-FB06-D91F-2794E9BEAC2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334A1FDB-7B87-A586-066C-6124DAC82494}"/>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CD1C274-A780-9B64-2609-36D1AE518DC2}"/>
              </a:ext>
            </a:extLst>
          </p:cNvPr>
          <p:cNvSpPr>
            <a:spLocks noGrp="1"/>
          </p:cNvSpPr>
          <p:nvPr>
            <p:ph idx="1"/>
          </p:nvPr>
        </p:nvSpPr>
        <p:spPr>
          <a:xfrm>
            <a:off x="457200" y="571500"/>
            <a:ext cx="17449800" cy="9448800"/>
          </a:xfrm>
        </p:spPr>
        <p:txBody>
          <a:bodyPr>
            <a:normAutofit/>
          </a:bodyPr>
          <a:lstStyle/>
          <a:p>
            <a:pPr marL="0" indent="0" algn="ctr">
              <a:buNone/>
            </a:pPr>
            <a:r>
              <a:rPr lang="en-IN" sz="6600" b="1" dirty="0">
                <a:latin typeface="Times New Roman" panose="02020603050405020304" pitchFamily="18" charset="0"/>
                <a:cs typeface="Times New Roman" panose="02020603050405020304" pitchFamily="18" charset="0"/>
              </a:rPr>
              <a:t>Key Elements of Leading</a:t>
            </a:r>
          </a:p>
          <a:p>
            <a:r>
              <a:rPr lang="en-IN" sz="6000" dirty="0">
                <a:latin typeface="Times New Roman" panose="02020603050405020304" pitchFamily="18" charset="0"/>
                <a:cs typeface="Times New Roman" panose="02020603050405020304" pitchFamily="18" charset="0"/>
              </a:rPr>
              <a:t>Influence</a:t>
            </a:r>
          </a:p>
          <a:p>
            <a:r>
              <a:rPr lang="en-IN" sz="6000" dirty="0">
                <a:latin typeface="Times New Roman" panose="02020603050405020304" pitchFamily="18" charset="0"/>
                <a:cs typeface="Times New Roman" panose="02020603050405020304" pitchFamily="18" charset="0"/>
              </a:rPr>
              <a:t>Motivation</a:t>
            </a:r>
          </a:p>
          <a:p>
            <a:r>
              <a:rPr lang="en-IN" sz="6000" dirty="0">
                <a:latin typeface="Times New Roman" panose="02020603050405020304" pitchFamily="18" charset="0"/>
                <a:cs typeface="Times New Roman" panose="02020603050405020304" pitchFamily="18" charset="0"/>
              </a:rPr>
              <a:t>Communication</a:t>
            </a:r>
          </a:p>
          <a:p>
            <a:r>
              <a:rPr lang="en-IN" sz="6000" dirty="0">
                <a:latin typeface="Times New Roman" panose="02020603050405020304" pitchFamily="18" charset="0"/>
                <a:cs typeface="Times New Roman" panose="02020603050405020304" pitchFamily="18" charset="0"/>
              </a:rPr>
              <a:t>Guidance and supervision</a:t>
            </a:r>
          </a:p>
        </p:txBody>
      </p:sp>
    </p:spTree>
    <p:extLst>
      <p:ext uri="{BB962C8B-B14F-4D97-AF65-F5344CB8AC3E}">
        <p14:creationId xmlns:p14="http://schemas.microsoft.com/office/powerpoint/2010/main" val="208266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4DC45-79EF-66B3-C2C4-7D60B3EB05C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992A01-AB56-02F2-4274-39369CC12B5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57A00D66-A220-1537-09FF-48E028DA3BC7}"/>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17832C8F-EC1E-F7FA-74DE-9440A3A985E6}"/>
              </a:ext>
            </a:extLst>
          </p:cNvPr>
          <p:cNvSpPr>
            <a:spLocks noGrp="1"/>
          </p:cNvSpPr>
          <p:nvPr>
            <p:ph idx="1"/>
          </p:nvPr>
        </p:nvSpPr>
        <p:spPr>
          <a:xfrm>
            <a:off x="457200" y="1181100"/>
            <a:ext cx="17449800" cy="8839200"/>
          </a:xfrm>
        </p:spPr>
        <p:txBody>
          <a:bodyPr>
            <a:normAutofit/>
          </a:bodyPr>
          <a:lstStyle/>
          <a:p>
            <a:r>
              <a:rPr lang="en-IN" sz="6000" dirty="0">
                <a:latin typeface="Times New Roman" panose="02020603050405020304" pitchFamily="18" charset="0"/>
                <a:cs typeface="Times New Roman" panose="02020603050405020304" pitchFamily="18" charset="0"/>
              </a:rPr>
              <a:t>Continuous Process</a:t>
            </a:r>
          </a:p>
          <a:p>
            <a:r>
              <a:rPr lang="en-IN" sz="6000" dirty="0">
                <a:latin typeface="Times New Roman" panose="02020603050405020304" pitchFamily="18" charset="0"/>
                <a:cs typeface="Times New Roman" panose="02020603050405020304" pitchFamily="18" charset="0"/>
              </a:rPr>
              <a:t>Involves Influence</a:t>
            </a:r>
          </a:p>
          <a:p>
            <a:r>
              <a:rPr lang="en-IN" sz="6000" dirty="0">
                <a:latin typeface="Times New Roman" panose="02020603050405020304" pitchFamily="18" charset="0"/>
                <a:cs typeface="Times New Roman" panose="02020603050405020304" pitchFamily="18" charset="0"/>
              </a:rPr>
              <a:t>Goal-Oriented</a:t>
            </a:r>
          </a:p>
          <a:p>
            <a:r>
              <a:rPr lang="en-IN" sz="6000" dirty="0">
                <a:latin typeface="Times New Roman" panose="02020603050405020304" pitchFamily="18" charset="0"/>
                <a:cs typeface="Times New Roman" panose="02020603050405020304" pitchFamily="18" charset="0"/>
              </a:rPr>
              <a:t>Interpersonal Process</a:t>
            </a:r>
          </a:p>
          <a:p>
            <a:r>
              <a:rPr lang="en-IN" sz="6000" dirty="0">
                <a:latin typeface="Times New Roman" panose="02020603050405020304" pitchFamily="18" charset="0"/>
                <a:cs typeface="Times New Roman" panose="02020603050405020304" pitchFamily="18" charset="0"/>
              </a:rPr>
              <a:t>Dynamic and Situational</a:t>
            </a:r>
          </a:p>
          <a:p>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63CA160-6302-7EE7-DB36-6B5EC1EB5D25}"/>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Nature of Leading</a:t>
            </a:r>
          </a:p>
        </p:txBody>
      </p:sp>
    </p:spTree>
    <p:extLst>
      <p:ext uri="{BB962C8B-B14F-4D97-AF65-F5344CB8AC3E}">
        <p14:creationId xmlns:p14="http://schemas.microsoft.com/office/powerpoint/2010/main" val="371605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FB82D-1A99-A2BD-3C1C-A9D1BEFF7FE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05C029-DF65-7F07-C705-121339B15FA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56790BC6-FA0F-74D7-1059-77C00DD6B2E0}"/>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0E0B4F4-D7C6-1573-1F35-9B04E502A975}"/>
              </a:ext>
            </a:extLst>
          </p:cNvPr>
          <p:cNvSpPr>
            <a:spLocks noGrp="1"/>
          </p:cNvSpPr>
          <p:nvPr>
            <p:ph idx="1"/>
          </p:nvPr>
        </p:nvSpPr>
        <p:spPr>
          <a:xfrm>
            <a:off x="152400" y="1181100"/>
            <a:ext cx="17983200" cy="8839200"/>
          </a:xfrm>
        </p:spPr>
        <p:txBody>
          <a:bodyPr>
            <a:normAutofit/>
          </a:bodyPr>
          <a:lstStyle/>
          <a:p>
            <a:pPr marL="0" indent="0">
              <a:buNone/>
            </a:pPr>
            <a:r>
              <a:rPr lang="en-US" sz="5500" dirty="0">
                <a:latin typeface="Times New Roman" panose="02020603050405020304" pitchFamily="18" charset="0"/>
                <a:cs typeface="Times New Roman" panose="02020603050405020304" pitchFamily="18" charset="0"/>
              </a:rPr>
              <a:t>Trait theory suggests that leaders possess certain inborn or acquired qualities that make them effective.</a:t>
            </a:r>
          </a:p>
          <a:p>
            <a:pPr marL="0" indent="0" algn="just">
              <a:buNone/>
            </a:pPr>
            <a:r>
              <a:rPr lang="en-US" sz="5500" dirty="0">
                <a:latin typeface="Times New Roman" panose="02020603050405020304" pitchFamily="18" charset="0"/>
                <a:cs typeface="Times New Roman" panose="02020603050405020304" pitchFamily="18" charset="0"/>
              </a:rPr>
              <a:t>Some of the leaders in the history have always been identified as strong leaders based on the qualities that they display. Leaders like Mahatma Gandhi, Indira Gandhi, Nelson Mandela, Narayana Murthy of Infosys etc. has been identified, based on the traits that they displayed. </a:t>
            </a:r>
          </a:p>
          <a:p>
            <a:pPr marL="0" indent="0" algn="just">
              <a:buNone/>
            </a:pPr>
            <a:r>
              <a:rPr lang="en-US" sz="5500" dirty="0">
                <a:latin typeface="Times New Roman" panose="02020603050405020304" pitchFamily="18" charset="0"/>
                <a:cs typeface="Times New Roman" panose="02020603050405020304" pitchFamily="18" charset="0"/>
              </a:rPr>
              <a:t>The trait theories of leadership consider personal qualities and characteristics that differentiate leaders from non-leaders (Robbins, Judge, &amp; Sanghi, 2007). </a:t>
            </a:r>
            <a:endParaRPr lang="en-IN" sz="55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734F3C7D-D54E-569E-63AE-1C598A1DEEE0}"/>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Traits/Qualities of Leadership</a:t>
            </a:r>
          </a:p>
        </p:txBody>
      </p:sp>
    </p:spTree>
    <p:extLst>
      <p:ext uri="{BB962C8B-B14F-4D97-AF65-F5344CB8AC3E}">
        <p14:creationId xmlns:p14="http://schemas.microsoft.com/office/powerpoint/2010/main" val="46716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2001C-9989-86B4-4180-3AC5556F5A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B24D18-7114-8DD1-9C44-F7184D107DE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13FAD792-FD87-0118-A137-FA0BC1E5C276}"/>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8160CC22-8668-6ABA-6F09-6D0178728828}"/>
              </a:ext>
            </a:extLst>
          </p:cNvPr>
          <p:cNvSpPr>
            <a:spLocks noGrp="1"/>
          </p:cNvSpPr>
          <p:nvPr>
            <p:ph idx="1"/>
          </p:nvPr>
        </p:nvSpPr>
        <p:spPr>
          <a:xfrm>
            <a:off x="152400" y="190500"/>
            <a:ext cx="17983200" cy="9906000"/>
          </a:xfrm>
        </p:spPr>
        <p:txBody>
          <a:bodyPr>
            <a:normAutofit lnSpcReduction="10000"/>
          </a:bodyPr>
          <a:lstStyle/>
          <a:p>
            <a:pPr marL="0" indent="0" algn="just">
              <a:buNone/>
            </a:pPr>
            <a:r>
              <a:rPr lang="en-US" sz="6100" dirty="0">
                <a:latin typeface="Times New Roman" panose="02020603050405020304" pitchFamily="18" charset="0"/>
                <a:cs typeface="Times New Roman" panose="02020603050405020304" pitchFamily="18" charset="0"/>
              </a:rPr>
              <a:t>In the beginning, the assumption behind trait theory was leaders are born and not made. This concept was popularly known as the “Great Man Theory” of leadership. </a:t>
            </a:r>
          </a:p>
          <a:p>
            <a:pPr marL="0" indent="0" algn="just">
              <a:buNone/>
            </a:pPr>
            <a:r>
              <a:rPr lang="en-US" sz="6100" dirty="0">
                <a:latin typeface="Times New Roman" panose="02020603050405020304" pitchFamily="18" charset="0"/>
                <a:cs typeface="Times New Roman" panose="02020603050405020304" pitchFamily="18" charset="0"/>
              </a:rPr>
              <a:t>The great man theory was originally proposed by Thomas Carlyle in 1949 and the assumption behind this theory is that “Great leaders will arise, when there is great need”. The theory also assumes that a leader cannot be a normal person and they are different from the average person in terms of personality traits such as intelligence, perseverance and ambition.</a:t>
            </a:r>
            <a:endParaRPr lang="en-IN" sz="6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213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29A7A-BA5E-552A-A801-EB2A6BE4685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CE41E45-6A58-4CC6-4900-6B58D7C88AC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09EE695C-9DE0-0E81-E357-13AF865F255C}"/>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905C5340-89DE-A97E-2003-676158A3955C}"/>
              </a:ext>
            </a:extLst>
          </p:cNvPr>
          <p:cNvSpPr>
            <a:spLocks noGrp="1"/>
          </p:cNvSpPr>
          <p:nvPr>
            <p:ph idx="1"/>
          </p:nvPr>
        </p:nvSpPr>
        <p:spPr>
          <a:xfrm>
            <a:off x="152400" y="1181100"/>
            <a:ext cx="17983200" cy="8839200"/>
          </a:xfrm>
        </p:spPr>
        <p:txBody>
          <a:bodyPr>
            <a:normAutofit/>
          </a:bodyPr>
          <a:lstStyle/>
          <a:p>
            <a:r>
              <a:rPr lang="en-IN" sz="6000" dirty="0">
                <a:latin typeface="Times New Roman" panose="02020603050405020304" pitchFamily="18" charset="0"/>
                <a:cs typeface="Times New Roman" panose="02020603050405020304" pitchFamily="18" charset="0"/>
              </a:rPr>
              <a:t>Integrity</a:t>
            </a:r>
          </a:p>
          <a:p>
            <a:r>
              <a:rPr lang="en-IN" sz="6000" dirty="0">
                <a:latin typeface="Times New Roman" panose="02020603050405020304" pitchFamily="18" charset="0"/>
                <a:cs typeface="Times New Roman" panose="02020603050405020304" pitchFamily="18" charset="0"/>
              </a:rPr>
              <a:t>Intelligence</a:t>
            </a:r>
          </a:p>
          <a:p>
            <a:r>
              <a:rPr lang="en-IN" sz="6000" dirty="0">
                <a:latin typeface="Times New Roman" panose="02020603050405020304" pitchFamily="18" charset="0"/>
                <a:cs typeface="Times New Roman" panose="02020603050405020304" pitchFamily="18" charset="0"/>
              </a:rPr>
              <a:t>Extraversion</a:t>
            </a:r>
          </a:p>
          <a:p>
            <a:r>
              <a:rPr lang="en-IN" sz="6000" dirty="0">
                <a:latin typeface="Times New Roman" panose="02020603050405020304" pitchFamily="18" charset="0"/>
                <a:cs typeface="Times New Roman" panose="02020603050405020304" pitchFamily="18" charset="0"/>
              </a:rPr>
              <a:t>Meticulous</a:t>
            </a:r>
          </a:p>
          <a:p>
            <a:r>
              <a:rPr lang="en-IN" sz="6000" dirty="0">
                <a:latin typeface="Times New Roman" panose="02020603050405020304" pitchFamily="18" charset="0"/>
                <a:cs typeface="Times New Roman" panose="02020603050405020304" pitchFamily="18" charset="0"/>
              </a:rPr>
              <a:t>Open to Experience</a:t>
            </a:r>
          </a:p>
          <a:p>
            <a:r>
              <a:rPr lang="en-IN" sz="6000" dirty="0">
                <a:latin typeface="Times New Roman" panose="02020603050405020304" pitchFamily="18" charset="0"/>
                <a:cs typeface="Times New Roman" panose="02020603050405020304" pitchFamily="18" charset="0"/>
              </a:rPr>
              <a:t>Self-esteem</a:t>
            </a:r>
          </a:p>
        </p:txBody>
      </p:sp>
      <p:sp>
        <p:nvSpPr>
          <p:cNvPr id="4" name="Title 1">
            <a:extLst>
              <a:ext uri="{FF2B5EF4-FFF2-40B4-BE49-F238E27FC236}">
                <a16:creationId xmlns:a16="http://schemas.microsoft.com/office/drawing/2014/main" id="{60EAEBB1-EE97-2FE4-0575-0056F07A1947}"/>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Traits/Qualities of Leadership</a:t>
            </a:r>
          </a:p>
        </p:txBody>
      </p:sp>
    </p:spTree>
    <p:extLst>
      <p:ext uri="{BB962C8B-B14F-4D97-AF65-F5344CB8AC3E}">
        <p14:creationId xmlns:p14="http://schemas.microsoft.com/office/powerpoint/2010/main" val="2941204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E3939-7F11-E250-EFAC-0349B84210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EDEDB4A-7A1A-555D-0E36-78E2F9EF215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AAF2E1EE-4BA2-46F8-F0DE-2C6F2730156E}"/>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3369A22-50D9-33A5-CE72-D2C36160FA48}"/>
              </a:ext>
            </a:extLst>
          </p:cNvPr>
          <p:cNvSpPr>
            <a:spLocks noGrp="1"/>
          </p:cNvSpPr>
          <p:nvPr>
            <p:ph idx="1"/>
          </p:nvPr>
        </p:nvSpPr>
        <p:spPr>
          <a:xfrm>
            <a:off x="152400" y="1638300"/>
            <a:ext cx="17983200" cy="8382000"/>
          </a:xfrm>
        </p:spPr>
        <p:txBody>
          <a:bodyPr>
            <a:normAutofit/>
          </a:bodyPr>
          <a:lstStyle/>
          <a:p>
            <a:pPr algn="just"/>
            <a:r>
              <a:rPr lang="en-US" sz="6000" dirty="0">
                <a:latin typeface="Times New Roman" panose="02020603050405020304" pitchFamily="18" charset="0"/>
                <a:cs typeface="Times New Roman" panose="02020603050405020304" pitchFamily="18" charset="0"/>
              </a:rPr>
              <a:t>In the 1940s, apart from the research studies being conducted on the traits displayed by leaders, research was also conducted on the </a:t>
            </a:r>
            <a:r>
              <a:rPr lang="en-US" sz="6000" dirty="0" err="1">
                <a:latin typeface="Times New Roman" panose="02020603050405020304" pitchFamily="18" charset="0"/>
                <a:cs typeface="Times New Roman" panose="02020603050405020304" pitchFamily="18" charset="0"/>
              </a:rPr>
              <a:t>behaviours</a:t>
            </a:r>
            <a:r>
              <a:rPr lang="en-US" sz="6000" dirty="0">
                <a:latin typeface="Times New Roman" panose="02020603050405020304" pitchFamily="18" charset="0"/>
                <a:cs typeface="Times New Roman" panose="02020603050405020304" pitchFamily="18" charset="0"/>
              </a:rPr>
              <a:t> exhibited by leaders. The first and foremost study on leadership was carried out by psychologist, Kurt Lewin and his associates in 1939 and identified different styles of leadership, </a:t>
            </a:r>
            <a:r>
              <a:rPr lang="en-US" sz="6000" b="1" dirty="0">
                <a:latin typeface="Times New Roman" panose="02020603050405020304" pitchFamily="18" charset="0"/>
                <a:cs typeface="Times New Roman" panose="02020603050405020304" pitchFamily="18" charset="0"/>
              </a:rPr>
              <a:t>Autocratic, Democratic</a:t>
            </a:r>
            <a:r>
              <a:rPr lang="en-US" sz="6000" dirty="0">
                <a:latin typeface="Times New Roman" panose="02020603050405020304" pitchFamily="18" charset="0"/>
                <a:cs typeface="Times New Roman" panose="02020603050405020304" pitchFamily="18" charset="0"/>
              </a:rPr>
              <a:t> and </a:t>
            </a:r>
            <a:r>
              <a:rPr lang="en-US" sz="6000" b="1" dirty="0">
                <a:latin typeface="Times New Roman" panose="02020603050405020304" pitchFamily="18" charset="0"/>
                <a:cs typeface="Times New Roman" panose="02020603050405020304" pitchFamily="18" charset="0"/>
              </a:rPr>
              <a:t>Laissez-faire</a:t>
            </a:r>
            <a:r>
              <a:rPr lang="en-US" sz="6000" dirty="0">
                <a:latin typeface="Times New Roman" panose="02020603050405020304" pitchFamily="18" charset="0"/>
                <a:cs typeface="Times New Roman" panose="02020603050405020304" pitchFamily="18" charset="0"/>
              </a:rPr>
              <a:t> leadership.</a:t>
            </a:r>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B1251D9A-3225-E6F2-3A74-919663BFB3FF}"/>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Behavioural Theories of Leadership</a:t>
            </a:r>
          </a:p>
        </p:txBody>
      </p:sp>
    </p:spTree>
    <p:extLst>
      <p:ext uri="{BB962C8B-B14F-4D97-AF65-F5344CB8AC3E}">
        <p14:creationId xmlns:p14="http://schemas.microsoft.com/office/powerpoint/2010/main" val="194341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898BE-03CC-3878-523D-19113CC2277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087A9F-6164-2758-7665-A0F4A8A6DE4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1C7007E6-6972-421E-80E8-8F76C9130DB3}"/>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AC252A3-C24A-57FC-8A56-AD6C42C19C79}"/>
              </a:ext>
            </a:extLst>
          </p:cNvPr>
          <p:cNvSpPr>
            <a:spLocks noGrp="1"/>
          </p:cNvSpPr>
          <p:nvPr>
            <p:ph idx="1"/>
          </p:nvPr>
        </p:nvSpPr>
        <p:spPr>
          <a:xfrm>
            <a:off x="152400" y="1638300"/>
            <a:ext cx="17983200" cy="8382000"/>
          </a:xfrm>
        </p:spPr>
        <p:txBody>
          <a:bodyPr>
            <a:normAutofit/>
          </a:bodyPr>
          <a:lstStyle/>
          <a:p>
            <a:pPr algn="just"/>
            <a:r>
              <a:rPr lang="en-US" sz="6000" dirty="0">
                <a:latin typeface="Times New Roman" panose="02020603050405020304" pitchFamily="18" charset="0"/>
                <a:cs typeface="Times New Roman" panose="02020603050405020304" pitchFamily="18" charset="0"/>
              </a:rPr>
              <a:t>While the assumption behind traits theory is that “leaders are born, rather than made”, </a:t>
            </a:r>
            <a:r>
              <a:rPr lang="en-US" sz="6000" dirty="0" err="1">
                <a:latin typeface="Times New Roman" panose="02020603050405020304" pitchFamily="18" charset="0"/>
                <a:cs typeface="Times New Roman" panose="02020603050405020304" pitchFamily="18" charset="0"/>
              </a:rPr>
              <a:t>behavioural</a:t>
            </a:r>
            <a:r>
              <a:rPr lang="en-US" sz="6000" dirty="0">
                <a:latin typeface="Times New Roman" panose="02020603050405020304" pitchFamily="18" charset="0"/>
                <a:cs typeface="Times New Roman" panose="02020603050405020304" pitchFamily="18" charset="0"/>
              </a:rPr>
              <a:t> theories assume that specific </a:t>
            </a:r>
            <a:r>
              <a:rPr lang="en-US" sz="6000" dirty="0" err="1">
                <a:latin typeface="Times New Roman" panose="02020603050405020304" pitchFamily="18" charset="0"/>
                <a:cs typeface="Times New Roman" panose="02020603050405020304" pitchFamily="18" charset="0"/>
              </a:rPr>
              <a:t>behavioural</a:t>
            </a:r>
            <a:r>
              <a:rPr lang="en-US" sz="6000" dirty="0">
                <a:latin typeface="Times New Roman" panose="02020603050405020304" pitchFamily="18" charset="0"/>
                <a:cs typeface="Times New Roman" panose="02020603050405020304" pitchFamily="18" charset="0"/>
              </a:rPr>
              <a:t> patterns of leaders can be acquired through learning and experience. While the trait theory concentrates on “what the leaders are”, the </a:t>
            </a:r>
            <a:r>
              <a:rPr lang="en-US" sz="6000" dirty="0" err="1">
                <a:latin typeface="Times New Roman" panose="02020603050405020304" pitchFamily="18" charset="0"/>
                <a:cs typeface="Times New Roman" panose="02020603050405020304" pitchFamily="18" charset="0"/>
              </a:rPr>
              <a:t>behavioural</a:t>
            </a:r>
            <a:r>
              <a:rPr lang="en-US" sz="6000" dirty="0">
                <a:latin typeface="Times New Roman" panose="02020603050405020304" pitchFamily="18" charset="0"/>
                <a:cs typeface="Times New Roman" panose="02020603050405020304" pitchFamily="18" charset="0"/>
              </a:rPr>
              <a:t> theories concentrate on “what the leaders do”.</a:t>
            </a:r>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512D0231-BC63-1357-39E4-DFDD09C259F1}"/>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Behavioural Theories of Leadership</a:t>
            </a:r>
          </a:p>
        </p:txBody>
      </p:sp>
    </p:spTree>
    <p:extLst>
      <p:ext uri="{BB962C8B-B14F-4D97-AF65-F5344CB8AC3E}">
        <p14:creationId xmlns:p14="http://schemas.microsoft.com/office/powerpoint/2010/main" val="251014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CFF2E-6BBD-C519-E6C4-0FF6BB2C83B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771481-957F-7C8D-3095-E2FE461F78E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9FD9A767-781E-1386-DDD0-3F035B54B6E3}"/>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5FCE144-BAE7-A45B-E350-B1D3524ACC25}"/>
              </a:ext>
            </a:extLst>
          </p:cNvPr>
          <p:cNvSpPr>
            <a:spLocks noGrp="1"/>
          </p:cNvSpPr>
          <p:nvPr>
            <p:ph idx="1"/>
          </p:nvPr>
        </p:nvSpPr>
        <p:spPr>
          <a:xfrm>
            <a:off x="152400" y="1638300"/>
            <a:ext cx="17983200" cy="8382000"/>
          </a:xfrm>
        </p:spPr>
        <p:txBody>
          <a:bodyPr>
            <a:normAutofit/>
          </a:bodyPr>
          <a:lstStyle/>
          <a:p>
            <a:pPr algn="just"/>
            <a:r>
              <a:rPr lang="en-US" sz="6000" b="1" dirty="0">
                <a:latin typeface="Times New Roman" panose="02020603050405020304" pitchFamily="18" charset="0"/>
                <a:cs typeface="Times New Roman" panose="02020603050405020304" pitchFamily="18" charset="0"/>
              </a:rPr>
              <a:t>Task-oriented leader behaviors </a:t>
            </a:r>
            <a:r>
              <a:rPr lang="en-US" sz="6000" dirty="0">
                <a:latin typeface="Times New Roman" panose="02020603050405020304" pitchFamily="18" charset="0"/>
                <a:cs typeface="Times New Roman" panose="02020603050405020304" pitchFamily="18" charset="0"/>
              </a:rPr>
              <a:t>involve structuring the roles of subordinates, providing them with instructions and behaving in ways that will increase the performance of the group. Task-oriented behaviors are directives given to employees to get things done and to ensure that organizational goals are met</a:t>
            </a:r>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7A7769EB-700D-72CD-D6D8-3C5E96333899}"/>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Behavioural Theories of Leadership</a:t>
            </a:r>
          </a:p>
        </p:txBody>
      </p:sp>
    </p:spTree>
    <p:extLst>
      <p:ext uri="{BB962C8B-B14F-4D97-AF65-F5344CB8AC3E}">
        <p14:creationId xmlns:p14="http://schemas.microsoft.com/office/powerpoint/2010/main" val="2069075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CDCF4-D692-DEC5-D798-6899A306334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A692F8-C81A-CF60-D346-0BC5767E5CE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A3449B7F-19D2-B6C4-AAE4-3011AB66AA3E}"/>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4A1BF19-EEDC-ABC3-31ED-ACE41E7DB4B8}"/>
              </a:ext>
            </a:extLst>
          </p:cNvPr>
          <p:cNvSpPr>
            <a:spLocks noGrp="1"/>
          </p:cNvSpPr>
          <p:nvPr>
            <p:ph idx="1"/>
          </p:nvPr>
        </p:nvSpPr>
        <p:spPr>
          <a:xfrm>
            <a:off x="152400" y="1638300"/>
            <a:ext cx="17983200" cy="8382000"/>
          </a:xfrm>
        </p:spPr>
        <p:txBody>
          <a:bodyPr>
            <a:normAutofit/>
          </a:bodyPr>
          <a:lstStyle/>
          <a:p>
            <a:pPr algn="just"/>
            <a:r>
              <a:rPr lang="en-US" sz="6000" b="1" dirty="0">
                <a:latin typeface="Times New Roman" panose="02020603050405020304" pitchFamily="18" charset="0"/>
                <a:cs typeface="Times New Roman" panose="02020603050405020304" pitchFamily="18" charset="0"/>
              </a:rPr>
              <a:t>People-oriented leader behaviors </a:t>
            </a:r>
            <a:r>
              <a:rPr lang="en-US" sz="6000" dirty="0">
                <a:latin typeface="Times New Roman" panose="02020603050405020304" pitchFamily="18" charset="0"/>
                <a:cs typeface="Times New Roman" panose="02020603050405020304" pitchFamily="18" charset="0"/>
              </a:rPr>
              <a:t>include showing concern for employee feelings and treating employees with respect. People-oriented leaders genuinely care about the well-being of their employees and they demonstrate their concern in their actions and decisions. </a:t>
            </a:r>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8C55A55A-D3DD-7869-43B1-CB8B2F30288F}"/>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Behavioural Theories of Leadership</a:t>
            </a:r>
          </a:p>
        </p:txBody>
      </p:sp>
    </p:spTree>
    <p:extLst>
      <p:ext uri="{BB962C8B-B14F-4D97-AF65-F5344CB8AC3E}">
        <p14:creationId xmlns:p14="http://schemas.microsoft.com/office/powerpoint/2010/main" val="146476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70ECA-CFAB-668C-0883-63108D3941F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EC315A6-C66E-20DD-E501-66A539A329E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55E8D171-2329-C432-432A-51AFCB4DC82C}"/>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774C177-F90C-C992-FC5B-335AF542C19D}"/>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Leadership Styles Based on Authority</a:t>
            </a:r>
          </a:p>
        </p:txBody>
      </p:sp>
      <p:pic>
        <p:nvPicPr>
          <p:cNvPr id="11" name="Picture 10">
            <a:extLst>
              <a:ext uri="{FF2B5EF4-FFF2-40B4-BE49-F238E27FC236}">
                <a16:creationId xmlns:a16="http://schemas.microsoft.com/office/drawing/2014/main" id="{37503A5C-A7A4-8FCC-8F2F-2633A558ADBD}"/>
              </a:ext>
            </a:extLst>
          </p:cNvPr>
          <p:cNvPicPr>
            <a:picLocks noChangeAspect="1"/>
          </p:cNvPicPr>
          <p:nvPr/>
        </p:nvPicPr>
        <p:blipFill>
          <a:blip r:embed="rId3">
            <a:extLst>
              <a:ext uri="{28A0092B-C50C-407E-A947-70E740481C1C}">
                <a14:useLocalDpi xmlns:a14="http://schemas.microsoft.com/office/drawing/2010/main" val="0"/>
              </a:ext>
            </a:extLst>
          </a:blip>
          <a:srcRect b="64706"/>
          <a:stretch>
            <a:fillRect/>
          </a:stretch>
        </p:blipFill>
        <p:spPr>
          <a:xfrm>
            <a:off x="152400" y="1181101"/>
            <a:ext cx="17983200" cy="3200399"/>
          </a:xfrm>
          <a:prstGeom prst="rect">
            <a:avLst/>
          </a:prstGeom>
        </p:spPr>
      </p:pic>
      <p:pic>
        <p:nvPicPr>
          <p:cNvPr id="5" name="Picture 4">
            <a:extLst>
              <a:ext uri="{FF2B5EF4-FFF2-40B4-BE49-F238E27FC236}">
                <a16:creationId xmlns:a16="http://schemas.microsoft.com/office/drawing/2014/main" id="{BDD77F85-ECAF-CF5A-F535-7FA08F40376C}"/>
              </a:ext>
            </a:extLst>
          </p:cNvPr>
          <p:cNvPicPr>
            <a:picLocks noChangeAspect="1"/>
          </p:cNvPicPr>
          <p:nvPr/>
        </p:nvPicPr>
        <p:blipFill>
          <a:blip r:embed="rId3">
            <a:extLst>
              <a:ext uri="{28A0092B-C50C-407E-A947-70E740481C1C}">
                <a14:useLocalDpi xmlns:a14="http://schemas.microsoft.com/office/drawing/2010/main" val="0"/>
              </a:ext>
            </a:extLst>
          </a:blip>
          <a:srcRect t="32048" b="26628"/>
          <a:stretch>
            <a:fillRect/>
          </a:stretch>
        </p:blipFill>
        <p:spPr>
          <a:xfrm>
            <a:off x="152400" y="4381500"/>
            <a:ext cx="17983200" cy="3733800"/>
          </a:xfrm>
          <a:prstGeom prst="rect">
            <a:avLst/>
          </a:prstGeom>
        </p:spPr>
      </p:pic>
      <p:pic>
        <p:nvPicPr>
          <p:cNvPr id="6" name="Picture 5">
            <a:extLst>
              <a:ext uri="{FF2B5EF4-FFF2-40B4-BE49-F238E27FC236}">
                <a16:creationId xmlns:a16="http://schemas.microsoft.com/office/drawing/2014/main" id="{7BFE0B12-F0F5-4E28-31A8-BC9AEF281D21}"/>
              </a:ext>
            </a:extLst>
          </p:cNvPr>
          <p:cNvPicPr>
            <a:picLocks noChangeAspect="1"/>
          </p:cNvPicPr>
          <p:nvPr/>
        </p:nvPicPr>
        <p:blipFill>
          <a:blip r:embed="rId3">
            <a:extLst>
              <a:ext uri="{28A0092B-C50C-407E-A947-70E740481C1C}">
                <a14:useLocalDpi xmlns:a14="http://schemas.microsoft.com/office/drawing/2010/main" val="0"/>
              </a:ext>
            </a:extLst>
          </a:blip>
          <a:srcRect t="70841"/>
          <a:stretch>
            <a:fillRect/>
          </a:stretch>
        </p:blipFill>
        <p:spPr>
          <a:xfrm>
            <a:off x="152400" y="7581900"/>
            <a:ext cx="17983200" cy="2634615"/>
          </a:xfrm>
          <a:prstGeom prst="rect">
            <a:avLst/>
          </a:prstGeom>
        </p:spPr>
      </p:pic>
    </p:spTree>
    <p:extLst>
      <p:ext uri="{BB962C8B-B14F-4D97-AF65-F5344CB8AC3E}">
        <p14:creationId xmlns:p14="http://schemas.microsoft.com/office/powerpoint/2010/main" val="2249001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6FBD3-FDD2-6DD7-7FE7-9358BFD39DD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D5119E6-5664-C74E-10A0-9AC03C5BBF3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F2BF192D-ADCB-F4D6-E365-7804CE4BC37B}"/>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5F968CB-8C54-19DE-FC30-26A439A78D6C}"/>
              </a:ext>
            </a:extLst>
          </p:cNvPr>
          <p:cNvSpPr>
            <a:spLocks noGrp="1"/>
          </p:cNvSpPr>
          <p:nvPr>
            <p:ph idx="1"/>
          </p:nvPr>
        </p:nvSpPr>
        <p:spPr>
          <a:xfrm>
            <a:off x="152400" y="1638300"/>
            <a:ext cx="17983200" cy="8382000"/>
          </a:xfrm>
        </p:spPr>
        <p:txBody>
          <a:bodyPr>
            <a:normAutofit/>
          </a:bodyPr>
          <a:lstStyle/>
          <a:p>
            <a:pPr algn="just"/>
            <a:r>
              <a:rPr lang="en-US" sz="6600" dirty="0">
                <a:latin typeface="Times New Roman" panose="02020603050405020304" pitchFamily="18" charset="0"/>
                <a:cs typeface="Times New Roman" panose="02020603050405020304" pitchFamily="18" charset="0"/>
              </a:rPr>
              <a:t>Fiedler’s Contingency Theory </a:t>
            </a:r>
          </a:p>
          <a:p>
            <a:pPr algn="just"/>
            <a:r>
              <a:rPr lang="en-US" sz="6600" dirty="0">
                <a:latin typeface="Times New Roman" panose="02020603050405020304" pitchFamily="18" charset="0"/>
                <a:cs typeface="Times New Roman" panose="02020603050405020304" pitchFamily="18" charset="0"/>
              </a:rPr>
              <a:t>Situational Leadership </a:t>
            </a:r>
          </a:p>
          <a:p>
            <a:pPr algn="just"/>
            <a:r>
              <a:rPr lang="en-US" sz="6600" dirty="0">
                <a:latin typeface="Times New Roman" panose="02020603050405020304" pitchFamily="18" charset="0"/>
                <a:cs typeface="Times New Roman" panose="02020603050405020304" pitchFamily="18" charset="0"/>
              </a:rPr>
              <a:t>Path-Goal Theory of Leadership </a:t>
            </a:r>
          </a:p>
        </p:txBody>
      </p:sp>
      <p:sp>
        <p:nvSpPr>
          <p:cNvPr id="4" name="Title 1">
            <a:extLst>
              <a:ext uri="{FF2B5EF4-FFF2-40B4-BE49-F238E27FC236}">
                <a16:creationId xmlns:a16="http://schemas.microsoft.com/office/drawing/2014/main" id="{DCAE0031-7C4E-08B7-25F4-9AD2EFFAD621}"/>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8C353D37-67E6-0630-4173-9A7850914488}"/>
              </a:ext>
            </a:extLst>
          </p:cNvPr>
          <p:cNvSpPr txBox="1">
            <a:spLocks/>
          </p:cNvSpPr>
          <p:nvPr/>
        </p:nvSpPr>
        <p:spPr>
          <a:xfrm>
            <a:off x="304800" y="1143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Contingency approaches to Leadership</a:t>
            </a:r>
          </a:p>
        </p:txBody>
      </p:sp>
    </p:spTree>
    <p:extLst>
      <p:ext uri="{BB962C8B-B14F-4D97-AF65-F5344CB8AC3E}">
        <p14:creationId xmlns:p14="http://schemas.microsoft.com/office/powerpoint/2010/main" val="70630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4F3F6-96A7-3206-DB0F-9A30C36F115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BA0BD8D-80F6-5695-5090-26344CEF73C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58573302-F93B-DDB2-3700-0DEB249CC646}"/>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C7FC1DA-496C-4A31-7E31-ADBB666A89D0}"/>
              </a:ext>
            </a:extLst>
          </p:cNvPr>
          <p:cNvSpPr>
            <a:spLocks noGrp="1"/>
          </p:cNvSpPr>
          <p:nvPr>
            <p:ph idx="1"/>
          </p:nvPr>
        </p:nvSpPr>
        <p:spPr>
          <a:xfrm>
            <a:off x="152400" y="1295400"/>
            <a:ext cx="17983200" cy="8877300"/>
          </a:xfrm>
        </p:spPr>
        <p:txBody>
          <a:bodyPr>
            <a:normAutofit/>
          </a:bodyPr>
          <a:lstStyle/>
          <a:p>
            <a:pPr algn="just"/>
            <a:r>
              <a:rPr lang="en-US" sz="6000" dirty="0">
                <a:latin typeface="Times New Roman" panose="02020603050405020304" pitchFamily="18" charset="0"/>
                <a:cs typeface="Times New Roman" panose="02020603050405020304" pitchFamily="18" charset="0"/>
              </a:rPr>
              <a:t>The earliest and one of the most influential contingency theories was developed by Frederick Fiedler. </a:t>
            </a:r>
            <a:r>
              <a:rPr lang="en-US" sz="6000" i="1" dirty="0">
                <a:latin typeface="Times New Roman" panose="02020603050405020304" pitchFamily="18" charset="0"/>
                <a:cs typeface="Times New Roman" panose="02020603050405020304" pitchFamily="18" charset="0"/>
              </a:rPr>
              <a:t>Fiedler, F. (1967). A theory of leadership effectiveness.</a:t>
            </a:r>
          </a:p>
          <a:p>
            <a:pPr algn="just"/>
            <a:r>
              <a:rPr lang="en-US" sz="6000" dirty="0">
                <a:latin typeface="Times New Roman" panose="02020603050405020304" pitchFamily="18" charset="0"/>
                <a:cs typeface="Times New Roman" panose="02020603050405020304" pitchFamily="18" charset="0"/>
              </a:rPr>
              <a:t>According to the theory, a leader’s style is measured by a scale called Least Preferred Coworker (LPC) scale.</a:t>
            </a:r>
          </a:p>
          <a:p>
            <a:pPr algn="just"/>
            <a:r>
              <a:rPr lang="en-US" sz="6000" dirty="0">
                <a:latin typeface="Times New Roman" panose="02020603050405020304" pitchFamily="18" charset="0"/>
                <a:cs typeface="Times New Roman" panose="02020603050405020304" pitchFamily="18" charset="0"/>
              </a:rPr>
              <a:t>They rate the person in terms of how friendly, nice and cooperative the person is.</a:t>
            </a:r>
          </a:p>
          <a:p>
            <a:pPr algn="just"/>
            <a:r>
              <a:rPr lang="en-US" sz="6000" dirty="0">
                <a:latin typeface="Times New Roman" panose="02020603050405020304" pitchFamily="18" charset="0"/>
                <a:cs typeface="Times New Roman" panose="02020603050405020304" pitchFamily="18" charset="0"/>
              </a:rPr>
              <a:t>According to Fiedler’s theory, different people can be effective in different situations.</a:t>
            </a:r>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B75968AD-584C-8D80-413C-F880B9B5DF0E}"/>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804F8D4D-9F0E-6AA1-D3F2-112EE4D3C2F9}"/>
              </a:ext>
            </a:extLst>
          </p:cNvPr>
          <p:cNvSpPr txBox="1">
            <a:spLocks/>
          </p:cNvSpPr>
          <p:nvPr/>
        </p:nvSpPr>
        <p:spPr>
          <a:xfrm>
            <a:off x="304800" y="1143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chemeClr val="tx2">
                    <a:lumMod val="50000"/>
                  </a:schemeClr>
                </a:solidFill>
                <a:latin typeface="Times New Roman" panose="02020603050405020304" pitchFamily="18" charset="0"/>
                <a:cs typeface="Times New Roman" panose="02020603050405020304" pitchFamily="18" charset="0"/>
              </a:rPr>
              <a:t>Fiedler’s Contingency Theory </a:t>
            </a:r>
          </a:p>
        </p:txBody>
      </p:sp>
    </p:spTree>
    <p:extLst>
      <p:ext uri="{BB962C8B-B14F-4D97-AF65-F5344CB8AC3E}">
        <p14:creationId xmlns:p14="http://schemas.microsoft.com/office/powerpoint/2010/main" val="13842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283A3-635B-13BA-B46A-6B328B58FF9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6E17B39-5F3F-7E14-EBC3-F1D210B182A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F2816970-8765-A9D4-6979-B5CDE93D1AAB}"/>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1F17A96-BAF5-26CE-C912-8D6D871FD636}"/>
              </a:ext>
            </a:extLst>
          </p:cNvPr>
          <p:cNvSpPr>
            <a:spLocks noGrp="1"/>
          </p:cNvSpPr>
          <p:nvPr>
            <p:ph idx="1"/>
          </p:nvPr>
        </p:nvSpPr>
        <p:spPr>
          <a:xfrm>
            <a:off x="152400" y="342900"/>
            <a:ext cx="17983200" cy="9677400"/>
          </a:xfrm>
        </p:spPr>
        <p:txBody>
          <a:bodyPr>
            <a:normAutofit/>
          </a:bodyPr>
          <a:lstStyle/>
          <a:p>
            <a:pPr algn="just"/>
            <a:r>
              <a:rPr lang="en-US" sz="6000" dirty="0">
                <a:latin typeface="Times New Roman" panose="02020603050405020304" pitchFamily="18" charset="0"/>
                <a:cs typeface="Times New Roman" panose="02020603050405020304" pitchFamily="18" charset="0"/>
              </a:rPr>
              <a:t>The theory predicts that in “favorable” and “unfavorable” situations.</a:t>
            </a:r>
          </a:p>
          <a:p>
            <a:pPr algn="just"/>
            <a:r>
              <a:rPr lang="en-US" sz="6000" dirty="0">
                <a:latin typeface="Times New Roman" panose="02020603050405020304" pitchFamily="18" charset="0"/>
                <a:cs typeface="Times New Roman" panose="02020603050405020304" pitchFamily="18" charset="0"/>
              </a:rPr>
              <a:t>There are three conditions creating situational favorableness: (1) Leader-subordinate relations (2) Position power and (3) Task structure.</a:t>
            </a:r>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66D83739-3E8E-CFA1-47CB-7C4185503ABF}"/>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873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CFDE3-3D8C-4E7F-91BC-538C68B852A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E77ABD-1005-0F23-B965-8D870C98BBA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A2059DF2-BD3D-4586-6915-83703A45A758}"/>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6591CFDA-89FC-BED3-CC6C-31E6B625812C}"/>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1C4CD95-BD4B-C855-AE7E-580006F67F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 y="38100"/>
            <a:ext cx="18460905" cy="10210800"/>
          </a:xfrm>
          <a:prstGeom prst="rect">
            <a:avLst/>
          </a:prstGeom>
        </p:spPr>
      </p:pic>
    </p:spTree>
    <p:extLst>
      <p:ext uri="{BB962C8B-B14F-4D97-AF65-F5344CB8AC3E}">
        <p14:creationId xmlns:p14="http://schemas.microsoft.com/office/powerpoint/2010/main" val="25851531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FEFEB-7ECF-0A4C-68A3-30EE72B34D8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89C3602-2CBC-9763-5CF4-0AB2B1EC5EF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00F3FBFE-CA21-C4F0-F484-265684445856}"/>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294A14B-2E61-DE8F-8621-01250474F589}"/>
              </a:ext>
            </a:extLst>
          </p:cNvPr>
          <p:cNvSpPr>
            <a:spLocks noGrp="1"/>
          </p:cNvSpPr>
          <p:nvPr>
            <p:ph idx="1"/>
          </p:nvPr>
        </p:nvSpPr>
        <p:spPr>
          <a:xfrm>
            <a:off x="152400" y="1295400"/>
            <a:ext cx="17983200" cy="8724900"/>
          </a:xfrm>
        </p:spPr>
        <p:txBody>
          <a:bodyPr>
            <a:normAutofit fontScale="92500" lnSpcReduction="10000"/>
          </a:bodyPr>
          <a:lstStyle/>
          <a:p>
            <a:pPr algn="just"/>
            <a:r>
              <a:rPr lang="en-US" sz="6000" dirty="0">
                <a:latin typeface="Times New Roman" panose="02020603050405020304" pitchFamily="18" charset="0"/>
                <a:cs typeface="Times New Roman" panose="02020603050405020304" pitchFamily="18" charset="0"/>
              </a:rPr>
              <a:t>Another contingency approach to leadership is Kenneth Blanchard and Paul Hersey’s Situational Leadership Theory (SLT) which argues that leaders must use different leadership styles depending on their followers’ development level. </a:t>
            </a:r>
            <a:r>
              <a:rPr lang="en-US" sz="6000" i="1" dirty="0">
                <a:latin typeface="Times New Roman" panose="02020603050405020304" pitchFamily="18" charset="0"/>
                <a:cs typeface="Times New Roman" panose="02020603050405020304" pitchFamily="18" charset="0"/>
              </a:rPr>
              <a:t>Hersey, P.H., Blanchard, K.H., ' Johnson, D.E. (2007). Management of Organizational Behavior: Leadership human resources.</a:t>
            </a:r>
          </a:p>
          <a:p>
            <a:pPr algn="just"/>
            <a:r>
              <a:rPr lang="en-US" sz="6000" dirty="0">
                <a:latin typeface="Times New Roman" panose="02020603050405020304" pitchFamily="18" charset="0"/>
                <a:cs typeface="Times New Roman" panose="02020603050405020304" pitchFamily="18" charset="0"/>
              </a:rPr>
              <a:t>According to this model, employee readiness (defined as a combination of their competence and commitment levels) is the key factor determining the proper leadership style. </a:t>
            </a:r>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8A049281-6468-5757-A7A7-F11FECB8A492}"/>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2BC1D993-7675-EFAB-B0C1-4A7B806D628E}"/>
              </a:ext>
            </a:extLst>
          </p:cNvPr>
          <p:cNvSpPr txBox="1">
            <a:spLocks/>
          </p:cNvSpPr>
          <p:nvPr/>
        </p:nvSpPr>
        <p:spPr>
          <a:xfrm>
            <a:off x="304800" y="1143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chemeClr val="tx2">
                    <a:lumMod val="50000"/>
                  </a:schemeClr>
                </a:solidFill>
                <a:latin typeface="Times New Roman" panose="02020603050405020304" pitchFamily="18" charset="0"/>
                <a:cs typeface="Times New Roman" panose="02020603050405020304" pitchFamily="18" charset="0"/>
              </a:rPr>
              <a:t>Situational Leadership </a:t>
            </a:r>
          </a:p>
        </p:txBody>
      </p:sp>
    </p:spTree>
    <p:extLst>
      <p:ext uri="{BB962C8B-B14F-4D97-AF65-F5344CB8AC3E}">
        <p14:creationId xmlns:p14="http://schemas.microsoft.com/office/powerpoint/2010/main" val="326641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05065-CFD5-F2DE-6811-7CC62932216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2B36AF-EEDF-1D1F-53E7-C5AB60E4C9F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74C3E76C-46D4-8C9F-874F-7263E0C882EA}"/>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75033D15-7C88-6C2A-5000-B9109E68C441}"/>
              </a:ext>
            </a:extLst>
          </p:cNvPr>
          <p:cNvSpPr>
            <a:spLocks noGrp="1"/>
          </p:cNvSpPr>
          <p:nvPr>
            <p:ph idx="1"/>
          </p:nvPr>
        </p:nvSpPr>
        <p:spPr>
          <a:xfrm>
            <a:off x="152400" y="342900"/>
            <a:ext cx="17983200" cy="9677400"/>
          </a:xfrm>
        </p:spPr>
        <p:txBody>
          <a:bodyPr>
            <a:normAutofit/>
          </a:bodyPr>
          <a:lstStyle/>
          <a:p>
            <a:pPr algn="just"/>
            <a:r>
              <a:rPr lang="en-US" sz="6000" dirty="0">
                <a:latin typeface="Times New Roman" panose="02020603050405020304" pitchFamily="18" charset="0"/>
                <a:cs typeface="Times New Roman" panose="02020603050405020304" pitchFamily="18" charset="0"/>
              </a:rPr>
              <a:t>The model summarizes the level of directive and supportive behaviors that leaders may exhibit.</a:t>
            </a:r>
          </a:p>
          <a:p>
            <a:pPr algn="just"/>
            <a:r>
              <a:rPr lang="en-US" sz="6000" dirty="0">
                <a:latin typeface="Times New Roman" panose="02020603050405020304" pitchFamily="18" charset="0"/>
                <a:cs typeface="Times New Roman" panose="02020603050405020304" pitchFamily="18" charset="0"/>
              </a:rPr>
              <a:t>Leaders must use the right style of behaviors at the right time in each employee’s development.</a:t>
            </a:r>
          </a:p>
          <a:p>
            <a:pPr algn="just"/>
            <a:r>
              <a:rPr lang="en-US" sz="6000" dirty="0">
                <a:latin typeface="Times New Roman" panose="02020603050405020304" pitchFamily="18" charset="0"/>
                <a:cs typeface="Times New Roman" panose="02020603050405020304" pitchFamily="18" charset="0"/>
              </a:rPr>
              <a:t>It is recognized that followers are key to a leader’s success.</a:t>
            </a:r>
          </a:p>
          <a:p>
            <a:pPr algn="just"/>
            <a:r>
              <a:rPr lang="en-US" sz="6000" dirty="0">
                <a:latin typeface="Times New Roman" panose="02020603050405020304" pitchFamily="18" charset="0"/>
                <a:cs typeface="Times New Roman" panose="02020603050405020304" pitchFamily="18" charset="0"/>
              </a:rPr>
              <a:t> Supportive behaviors are recommended once the employee is at moderate to high levels of competence.</a:t>
            </a:r>
          </a:p>
          <a:p>
            <a:pPr algn="just"/>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9BBDBE3C-8007-9448-4A7B-70B351BC295D}"/>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50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A8746-2952-1310-FBF6-67875F82584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F67F1D-4F08-20E9-56D9-E434D37F16F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74CB6EB1-2C01-2263-B0BA-9ABC5E90E9D7}"/>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2938DF93-192D-B017-9B4D-C50C27556C1B}"/>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05BC4BC-DE6E-0D53-60FB-9D9C24274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1" y="419100"/>
            <a:ext cx="18257520" cy="6172200"/>
          </a:xfrm>
          <a:prstGeom prst="rect">
            <a:avLst/>
          </a:prstGeom>
        </p:spPr>
      </p:pic>
    </p:spTree>
    <p:extLst>
      <p:ext uri="{BB962C8B-B14F-4D97-AF65-F5344CB8AC3E}">
        <p14:creationId xmlns:p14="http://schemas.microsoft.com/office/powerpoint/2010/main" val="18091366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5420E-1AE4-2756-E880-40C6F1C18D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BA3BF7F-CC88-D815-5758-E8B2298EFDA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D8763E70-8FB9-C244-1B22-D8776C6245CE}"/>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62A2BDE-EC31-E705-7B01-09C28779173C}"/>
              </a:ext>
            </a:extLst>
          </p:cNvPr>
          <p:cNvSpPr>
            <a:spLocks noGrp="1"/>
          </p:cNvSpPr>
          <p:nvPr>
            <p:ph idx="1"/>
          </p:nvPr>
        </p:nvSpPr>
        <p:spPr>
          <a:xfrm>
            <a:off x="152400" y="1409700"/>
            <a:ext cx="17983200" cy="8610600"/>
          </a:xfrm>
        </p:spPr>
        <p:txBody>
          <a:bodyPr>
            <a:normAutofit lnSpcReduction="10000"/>
          </a:bodyPr>
          <a:lstStyle/>
          <a:p>
            <a:pPr algn="just"/>
            <a:r>
              <a:rPr lang="en-US" sz="6000" dirty="0">
                <a:latin typeface="Times New Roman" panose="02020603050405020304" pitchFamily="18" charset="0"/>
                <a:cs typeface="Times New Roman" panose="02020603050405020304" pitchFamily="18" charset="0"/>
              </a:rPr>
              <a:t>Robert House’s path-goal theory of leadership is based on the expectancy theory of motivation. </a:t>
            </a:r>
            <a:r>
              <a:rPr lang="en-US" sz="6000" i="1" dirty="0">
                <a:latin typeface="Times New Roman" panose="02020603050405020304" pitchFamily="18" charset="0"/>
                <a:cs typeface="Times New Roman" panose="02020603050405020304" pitchFamily="18" charset="0"/>
              </a:rPr>
              <a:t>House, R. J. (1971). A path goal theory of leader effectiveness. Administrative Science Quarterly, 16(3), 321–338.</a:t>
            </a:r>
          </a:p>
          <a:p>
            <a:pPr algn="just"/>
            <a:r>
              <a:rPr lang="en-US" sz="6000" dirty="0">
                <a:latin typeface="Times New Roman" panose="02020603050405020304" pitchFamily="18" charset="0"/>
                <a:cs typeface="Times New Roman" panose="02020603050405020304" pitchFamily="18" charset="0"/>
              </a:rPr>
              <a:t>Expectancy theory of motivation suggests that employees are motivated when they believe or expect;</a:t>
            </a:r>
          </a:p>
          <a:p>
            <a:pPr algn="just">
              <a:buFont typeface="Wingdings" panose="05000000000000000000" pitchFamily="2" charset="2"/>
              <a:buChar char="ü"/>
            </a:pPr>
            <a:r>
              <a:rPr lang="en-US" sz="6000" dirty="0">
                <a:latin typeface="Times New Roman" panose="02020603050405020304" pitchFamily="18" charset="0"/>
                <a:cs typeface="Times New Roman" panose="02020603050405020304" pitchFamily="18" charset="0"/>
              </a:rPr>
              <a:t>Their effort will lead to high performance</a:t>
            </a:r>
          </a:p>
          <a:p>
            <a:pPr algn="just">
              <a:buFont typeface="Wingdings" panose="05000000000000000000" pitchFamily="2" charset="2"/>
              <a:buChar char="ü"/>
            </a:pPr>
            <a:r>
              <a:rPr lang="en-US" sz="6000" dirty="0">
                <a:latin typeface="Times New Roman" panose="02020603050405020304" pitchFamily="18" charset="0"/>
                <a:cs typeface="Times New Roman" panose="02020603050405020304" pitchFamily="18" charset="0"/>
              </a:rPr>
              <a:t>Their high performance will be rewarded</a:t>
            </a:r>
          </a:p>
          <a:p>
            <a:pPr algn="just">
              <a:buFont typeface="Wingdings" panose="05000000000000000000" pitchFamily="2" charset="2"/>
              <a:buChar char="ü"/>
            </a:pPr>
            <a:r>
              <a:rPr lang="en-US" sz="6000" dirty="0">
                <a:latin typeface="Times New Roman" panose="02020603050405020304" pitchFamily="18" charset="0"/>
                <a:cs typeface="Times New Roman" panose="02020603050405020304" pitchFamily="18" charset="0"/>
              </a:rPr>
              <a:t>The rewards they will receive are valuable to them.</a:t>
            </a:r>
          </a:p>
          <a:p>
            <a:pPr algn="just"/>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28EE08C1-3376-E9F5-8C97-2E48FF91DAB4}"/>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F652E12F-CB91-55E5-D22D-6C8F8CD4368C}"/>
              </a:ext>
            </a:extLst>
          </p:cNvPr>
          <p:cNvSpPr txBox="1">
            <a:spLocks/>
          </p:cNvSpPr>
          <p:nvPr/>
        </p:nvSpPr>
        <p:spPr>
          <a:xfrm>
            <a:off x="304800" y="1143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chemeClr val="tx2">
                    <a:lumMod val="50000"/>
                  </a:schemeClr>
                </a:solidFill>
                <a:latin typeface="Times New Roman" panose="02020603050405020304" pitchFamily="18" charset="0"/>
                <a:cs typeface="Times New Roman" panose="02020603050405020304" pitchFamily="18" charset="0"/>
              </a:rPr>
              <a:t>Path-Goal Theory of Leadership </a:t>
            </a:r>
          </a:p>
        </p:txBody>
      </p:sp>
    </p:spTree>
    <p:extLst>
      <p:ext uri="{BB962C8B-B14F-4D97-AF65-F5344CB8AC3E}">
        <p14:creationId xmlns:p14="http://schemas.microsoft.com/office/powerpoint/2010/main" val="421368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C8330-7698-322C-52C9-5C736CF5D12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928732B-C8FB-96BB-AF79-1559483358C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C93D1FC3-6453-AF08-89DD-CB583790907F}"/>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E08A404-7F46-4AD5-8A33-E4539FCA4351}"/>
              </a:ext>
            </a:extLst>
          </p:cNvPr>
          <p:cNvSpPr>
            <a:spLocks noGrp="1"/>
          </p:cNvSpPr>
          <p:nvPr>
            <p:ph idx="1"/>
          </p:nvPr>
        </p:nvSpPr>
        <p:spPr>
          <a:xfrm>
            <a:off x="152400" y="190500"/>
            <a:ext cx="17983200" cy="10058400"/>
          </a:xfrm>
        </p:spPr>
        <p:txBody>
          <a:bodyPr>
            <a:normAutofit fontScale="92500" lnSpcReduction="20000"/>
          </a:bodyPr>
          <a:lstStyle/>
          <a:p>
            <a:pPr algn="just"/>
            <a:r>
              <a:rPr lang="en-US" sz="6000" dirty="0">
                <a:latin typeface="Times New Roman" panose="02020603050405020304" pitchFamily="18" charset="0"/>
                <a:cs typeface="Times New Roman" panose="02020603050405020304" pitchFamily="18" charset="0"/>
              </a:rPr>
              <a:t>According to the path-goal theory of leadership, the leader’s main job is to make sure that all three of these conditions exist.</a:t>
            </a:r>
          </a:p>
          <a:p>
            <a:pPr algn="just"/>
            <a:r>
              <a:rPr lang="en-US" sz="6000" dirty="0">
                <a:latin typeface="Times New Roman" panose="02020603050405020304" pitchFamily="18" charset="0"/>
                <a:cs typeface="Times New Roman" panose="02020603050405020304" pitchFamily="18" charset="0"/>
              </a:rPr>
              <a:t>The theory also makes specific predictions about what type of leader behavior will be effective under which circumstances. </a:t>
            </a:r>
            <a:r>
              <a:rPr lang="en-US" sz="6000" i="1" dirty="0">
                <a:latin typeface="Times New Roman" panose="02020603050405020304" pitchFamily="18" charset="0"/>
                <a:cs typeface="Times New Roman" panose="02020603050405020304" pitchFamily="18" charset="0"/>
              </a:rPr>
              <a:t>House, R. J. (1996). Path-goal theory of leadership:</a:t>
            </a:r>
            <a:r>
              <a:rPr lang="en-US" sz="6000" dirty="0">
                <a:latin typeface="Times New Roman" panose="02020603050405020304" pitchFamily="18" charset="0"/>
                <a:cs typeface="Times New Roman" panose="02020603050405020304" pitchFamily="18" charset="0"/>
              </a:rPr>
              <a:t> </a:t>
            </a:r>
          </a:p>
          <a:p>
            <a:pPr marL="0" indent="0" algn="ctr">
              <a:buNone/>
            </a:pPr>
            <a:r>
              <a:rPr lang="en-US" sz="6000" b="1" dirty="0">
                <a:latin typeface="Times New Roman" panose="02020603050405020304" pitchFamily="18" charset="0"/>
                <a:cs typeface="Times New Roman" panose="02020603050405020304" pitchFamily="18" charset="0"/>
              </a:rPr>
              <a:t>The theory identifies four leadership styles.</a:t>
            </a:r>
          </a:p>
          <a:p>
            <a:pPr marL="1143000" indent="-1143000" algn="just">
              <a:buFont typeface="+mj-lt"/>
              <a:buAutoNum type="arabicPeriod"/>
            </a:pPr>
            <a:r>
              <a:rPr lang="en-IN" sz="6000" dirty="0">
                <a:latin typeface="Times New Roman" panose="02020603050405020304" pitchFamily="18" charset="0"/>
                <a:cs typeface="Times New Roman" panose="02020603050405020304" pitchFamily="18" charset="0"/>
              </a:rPr>
              <a:t>Directive leaders</a:t>
            </a:r>
          </a:p>
          <a:p>
            <a:pPr marL="1143000" indent="-1143000" algn="just">
              <a:buFont typeface="+mj-lt"/>
              <a:buAutoNum type="arabicPeriod"/>
            </a:pPr>
            <a:r>
              <a:rPr lang="en-IN" sz="6000" dirty="0">
                <a:latin typeface="Times New Roman" panose="02020603050405020304" pitchFamily="18" charset="0"/>
                <a:cs typeface="Times New Roman" panose="02020603050405020304" pitchFamily="18" charset="0"/>
              </a:rPr>
              <a:t>Supportive leaders</a:t>
            </a:r>
          </a:p>
          <a:p>
            <a:pPr marL="1143000" indent="-1143000" algn="just">
              <a:buFont typeface="+mj-lt"/>
              <a:buAutoNum type="arabicPeriod"/>
            </a:pPr>
            <a:r>
              <a:rPr lang="en-IN" sz="6000" dirty="0">
                <a:latin typeface="Times New Roman" panose="02020603050405020304" pitchFamily="18" charset="0"/>
                <a:cs typeface="Times New Roman" panose="02020603050405020304" pitchFamily="18" charset="0"/>
              </a:rPr>
              <a:t>Participative leaders</a:t>
            </a:r>
          </a:p>
          <a:p>
            <a:pPr marL="1143000" indent="-1143000" algn="just">
              <a:buFont typeface="+mj-lt"/>
              <a:buAutoNum type="arabicPeriod"/>
            </a:pPr>
            <a:r>
              <a:rPr lang="en-IN" sz="6000" dirty="0">
                <a:latin typeface="Times New Roman" panose="02020603050405020304" pitchFamily="18" charset="0"/>
                <a:cs typeface="Times New Roman" panose="02020603050405020304" pitchFamily="18" charset="0"/>
              </a:rPr>
              <a:t>Achievement-oriented leaders</a:t>
            </a:r>
          </a:p>
          <a:p>
            <a:pPr algn="just"/>
            <a:endParaRPr lang="en-US" sz="6000" dirty="0">
              <a:latin typeface="Times New Roman" panose="02020603050405020304" pitchFamily="18" charset="0"/>
              <a:cs typeface="Times New Roman" panose="02020603050405020304" pitchFamily="18" charset="0"/>
            </a:endParaRPr>
          </a:p>
          <a:p>
            <a:pPr algn="just"/>
            <a:endParaRPr lang="en-US" sz="6000" dirty="0">
              <a:latin typeface="Times New Roman" panose="02020603050405020304" pitchFamily="18" charset="0"/>
              <a:cs typeface="Times New Roman" panose="02020603050405020304" pitchFamily="18" charset="0"/>
            </a:endParaRPr>
          </a:p>
          <a:p>
            <a:pPr algn="just"/>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83BC266C-D9D9-5351-7415-969A4875629B}"/>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0854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48B3C-9105-4679-0998-5D12439833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D99FA97-9972-0AA7-EDFB-B51C3DCF908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8A63D7CE-A3FE-2C86-8C87-B088B516A1E0}"/>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26D59997-F540-9895-FF51-29EC7B89E46A}"/>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D3B32D6-A7FD-2FB2-767E-2AFC361F4E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83629"/>
            <a:ext cx="15971520" cy="10119741"/>
          </a:xfrm>
          <a:prstGeom prst="rect">
            <a:avLst/>
          </a:prstGeom>
        </p:spPr>
      </p:pic>
    </p:spTree>
    <p:extLst>
      <p:ext uri="{BB962C8B-B14F-4D97-AF65-F5344CB8AC3E}">
        <p14:creationId xmlns:p14="http://schemas.microsoft.com/office/powerpoint/2010/main" val="417217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B8660-596B-95DF-5E93-46B118EF1EF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860900-8B23-2D71-0CF8-2491F4AB76D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AAD9D7D8-17EC-802A-01D2-E7941712A00A}"/>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7DA795F-5592-CAB9-15DB-547AAEBADCB6}"/>
              </a:ext>
            </a:extLst>
          </p:cNvPr>
          <p:cNvSpPr>
            <a:spLocks noGrp="1"/>
          </p:cNvSpPr>
          <p:nvPr>
            <p:ph idx="1"/>
          </p:nvPr>
        </p:nvSpPr>
        <p:spPr>
          <a:xfrm>
            <a:off x="152400" y="1638300"/>
            <a:ext cx="17983200" cy="8382000"/>
          </a:xfrm>
        </p:spPr>
        <p:txBody>
          <a:bodyPr>
            <a:normAutofit/>
          </a:bodyPr>
          <a:lstStyle/>
          <a:p>
            <a:pPr marL="0" indent="0" algn="just">
              <a:buNone/>
            </a:pPr>
            <a:r>
              <a:rPr lang="en-US" sz="6000" dirty="0">
                <a:latin typeface="Times New Roman" panose="02020603050405020304" pitchFamily="18" charset="0"/>
                <a:cs typeface="Times New Roman" panose="02020603050405020304" pitchFamily="18" charset="0"/>
              </a:rPr>
              <a:t>Transformational leaders lead employees by aligning employee goals with the leader’s goals. Thus, employees working for transformational leaders start focusing on the company’s well-being rather than on what is best for them as individual employees.</a:t>
            </a:r>
          </a:p>
          <a:p>
            <a:pPr marL="0" indent="0" algn="just">
              <a:buNone/>
            </a:pPr>
            <a:r>
              <a:rPr lang="en-US" sz="6000" dirty="0">
                <a:latin typeface="Times New Roman" panose="02020603050405020304" pitchFamily="18" charset="0"/>
                <a:cs typeface="Times New Roman" panose="02020603050405020304" pitchFamily="18" charset="0"/>
              </a:rPr>
              <a:t>Transformational leaders use inspirational motivation or come up with a vision that is inspiring to others.</a:t>
            </a:r>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EDD136F-2063-A6E7-F651-E68CB213E18D}"/>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026904F8-15FD-74B0-817F-533659C56C9D}"/>
              </a:ext>
            </a:extLst>
          </p:cNvPr>
          <p:cNvSpPr txBox="1">
            <a:spLocks/>
          </p:cNvSpPr>
          <p:nvPr/>
        </p:nvSpPr>
        <p:spPr>
          <a:xfrm>
            <a:off x="304800" y="1143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7200" b="1" dirty="0">
                <a:solidFill>
                  <a:srgbClr val="C00000"/>
                </a:solidFill>
                <a:latin typeface="Times New Roman" panose="02020603050405020304" pitchFamily="18" charset="0"/>
                <a:cs typeface="Times New Roman" panose="02020603050405020304" pitchFamily="18" charset="0"/>
              </a:rPr>
              <a:t>Transformational leadership</a:t>
            </a:r>
          </a:p>
        </p:txBody>
      </p:sp>
    </p:spTree>
    <p:extLst>
      <p:ext uri="{BB962C8B-B14F-4D97-AF65-F5344CB8AC3E}">
        <p14:creationId xmlns:p14="http://schemas.microsoft.com/office/powerpoint/2010/main" val="116360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2EE63-288D-38E4-A889-B457211CEE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C1DE9A-D705-DEAE-4943-4AC1CD6EC7B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F3B894CF-6852-7D81-E56F-90096CBF170A}"/>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354E97A-B0B1-545A-DCB5-1D84387E7E93}"/>
              </a:ext>
            </a:extLst>
          </p:cNvPr>
          <p:cNvSpPr>
            <a:spLocks noGrp="1"/>
          </p:cNvSpPr>
          <p:nvPr>
            <p:ph idx="1"/>
          </p:nvPr>
        </p:nvSpPr>
        <p:spPr>
          <a:xfrm>
            <a:off x="152400" y="190500"/>
            <a:ext cx="17983200" cy="9829800"/>
          </a:xfrm>
        </p:spPr>
        <p:txBody>
          <a:bodyPr>
            <a:normAutofit fontScale="92500"/>
          </a:bodyPr>
          <a:lstStyle/>
          <a:p>
            <a:pPr algn="just"/>
            <a:r>
              <a:rPr lang="en-US" sz="6000" dirty="0">
                <a:latin typeface="Times New Roman" panose="02020603050405020304" pitchFamily="18" charset="0"/>
                <a:cs typeface="Times New Roman" panose="02020603050405020304" pitchFamily="18" charset="0"/>
              </a:rPr>
              <a:t>Transformational leaders have four tools in their possession, which they use to influence employees and create commitment to the company goals. Bass, B. M. (1985).</a:t>
            </a:r>
          </a:p>
          <a:p>
            <a:pPr marL="0" indent="0" algn="ctr">
              <a:buNone/>
            </a:pPr>
            <a:r>
              <a:rPr lang="en-US" sz="6000" b="1" dirty="0">
                <a:latin typeface="Times New Roman" panose="02020603050405020304" pitchFamily="18" charset="0"/>
                <a:cs typeface="Times New Roman" panose="02020603050405020304" pitchFamily="18" charset="0"/>
              </a:rPr>
              <a:t>Key Components (4 I’s)</a:t>
            </a:r>
          </a:p>
          <a:p>
            <a:r>
              <a:rPr lang="en-US" sz="6000" b="1" dirty="0" err="1">
                <a:latin typeface="Times New Roman" panose="02020603050405020304" pitchFamily="18" charset="0"/>
                <a:cs typeface="Times New Roman" panose="02020603050405020304" pitchFamily="18" charset="0"/>
              </a:rPr>
              <a:t>Idealised</a:t>
            </a:r>
            <a:r>
              <a:rPr lang="en-US" sz="6000" b="1" dirty="0">
                <a:latin typeface="Times New Roman" panose="02020603050405020304" pitchFamily="18" charset="0"/>
                <a:cs typeface="Times New Roman" panose="02020603050405020304" pitchFamily="18" charset="0"/>
              </a:rPr>
              <a:t> Influence</a:t>
            </a:r>
            <a:r>
              <a:rPr lang="en-US" sz="6000" dirty="0">
                <a:latin typeface="Times New Roman" panose="02020603050405020304" pitchFamily="18" charset="0"/>
                <a:cs typeface="Times New Roman" panose="02020603050405020304" pitchFamily="18" charset="0"/>
              </a:rPr>
              <a:t>: Leader acts as role model</a:t>
            </a:r>
          </a:p>
          <a:p>
            <a:r>
              <a:rPr lang="en-IN" sz="6000" b="1" dirty="0">
                <a:latin typeface="Times New Roman" panose="02020603050405020304" pitchFamily="18" charset="0"/>
                <a:cs typeface="Times New Roman" panose="02020603050405020304" pitchFamily="18" charset="0"/>
              </a:rPr>
              <a:t>Inspirational Motivation</a:t>
            </a:r>
            <a:r>
              <a:rPr lang="en-IN" sz="6000" dirty="0">
                <a:latin typeface="Times New Roman" panose="02020603050405020304" pitchFamily="18" charset="0"/>
                <a:cs typeface="Times New Roman" panose="02020603050405020304" pitchFamily="18" charset="0"/>
              </a:rPr>
              <a:t>: Creates compelling vision</a:t>
            </a:r>
          </a:p>
          <a:p>
            <a:r>
              <a:rPr lang="en-US" sz="6000" b="1" dirty="0">
                <a:latin typeface="Times New Roman" panose="02020603050405020304" pitchFamily="18" charset="0"/>
                <a:cs typeface="Times New Roman" panose="02020603050405020304" pitchFamily="18" charset="0"/>
              </a:rPr>
              <a:t>Intellectual Stimulation</a:t>
            </a:r>
            <a:r>
              <a:rPr lang="en-US" sz="6000" dirty="0">
                <a:latin typeface="Times New Roman" panose="02020603050405020304" pitchFamily="18" charset="0"/>
                <a:cs typeface="Times New Roman" panose="02020603050405020304" pitchFamily="18" charset="0"/>
              </a:rPr>
              <a:t>: Encourages innovation and creativity</a:t>
            </a:r>
          </a:p>
          <a:p>
            <a:r>
              <a:rPr lang="en-US" sz="6000" b="1" dirty="0" err="1">
                <a:latin typeface="Times New Roman" panose="02020603050405020304" pitchFamily="18" charset="0"/>
                <a:cs typeface="Times New Roman" panose="02020603050405020304" pitchFamily="18" charset="0"/>
              </a:rPr>
              <a:t>Individualised</a:t>
            </a:r>
            <a:r>
              <a:rPr lang="en-US" sz="6000" b="1" dirty="0">
                <a:latin typeface="Times New Roman" panose="02020603050405020304" pitchFamily="18" charset="0"/>
                <a:cs typeface="Times New Roman" panose="02020603050405020304" pitchFamily="18" charset="0"/>
              </a:rPr>
              <a:t> Consideration</a:t>
            </a:r>
            <a:r>
              <a:rPr lang="en-US" sz="6000" dirty="0">
                <a:latin typeface="Times New Roman" panose="02020603050405020304" pitchFamily="18" charset="0"/>
                <a:cs typeface="Times New Roman" panose="02020603050405020304" pitchFamily="18" charset="0"/>
              </a:rPr>
              <a:t>: Personal attention to employees</a:t>
            </a:r>
          </a:p>
          <a:p>
            <a:endParaRPr lang="en-US" sz="6000" dirty="0"/>
          </a:p>
          <a:p>
            <a:endParaRPr lang="en-IN" sz="6000" dirty="0"/>
          </a:p>
          <a:p>
            <a:endParaRPr lang="en-US" sz="6000" dirty="0"/>
          </a:p>
          <a:p>
            <a:pPr marL="0" indent="0">
              <a:buNone/>
            </a:pPr>
            <a:endParaRPr lang="en-US" sz="6000" dirty="0">
              <a:latin typeface="Times New Roman" panose="02020603050405020304" pitchFamily="18" charset="0"/>
              <a:cs typeface="Times New Roman" panose="02020603050405020304" pitchFamily="18" charset="0"/>
            </a:endParaRPr>
          </a:p>
          <a:p>
            <a:pPr algn="just"/>
            <a:endParaRPr lang="en-IN" sz="6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61F792E2-448C-7992-A2CB-186874E8DE8F}"/>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28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28324-ABE9-0B9A-7143-8377377758A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AC17EA-A77B-F4D6-06D7-17DEAE5C359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a:p>
        </p:txBody>
      </p:sp>
      <p:sp>
        <p:nvSpPr>
          <p:cNvPr id="3" name="Title 1">
            <a:extLst>
              <a:ext uri="{FF2B5EF4-FFF2-40B4-BE49-F238E27FC236}">
                <a16:creationId xmlns:a16="http://schemas.microsoft.com/office/drawing/2014/main" id="{8A26BAA3-A8FE-5E6A-FAC6-743963A90D1D}"/>
              </a:ext>
            </a:extLst>
          </p:cNvPr>
          <p:cNvSpPr txBox="1">
            <a:spLocks/>
          </p:cNvSpPr>
          <p:nvPr/>
        </p:nvSpPr>
        <p:spPr>
          <a:xfrm>
            <a:off x="0" y="38100"/>
            <a:ext cx="1825752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6600" b="1" dirty="0">
              <a:solidFill>
                <a:schemeClr val="tx2"/>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C03A7B96-8545-E257-645B-930D1B9DE2F3}"/>
              </a:ext>
            </a:extLst>
          </p:cNvPr>
          <p:cNvSpPr txBox="1">
            <a:spLocks/>
          </p:cNvSpPr>
          <p:nvPr/>
        </p:nvSpPr>
        <p:spPr>
          <a:xfrm>
            <a:off x="152400" y="-38100"/>
            <a:ext cx="1810512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IN" sz="7200" b="1" dirty="0">
              <a:solidFill>
                <a:srgbClr val="C0000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C79558B2-CDF4-3A8D-048B-934CD8A25A0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56539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7419</TotalTime>
  <Words>1995</Words>
  <Application>Microsoft Office PowerPoint</Application>
  <PresentationFormat>Custom</PresentationFormat>
  <Paragraphs>193</Paragraphs>
  <Slides>48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Raleway Bold</vt:lpstr>
      <vt:lpstr>Wingdings</vt:lpstr>
      <vt:lpstr>Times New Roman</vt:lpstr>
      <vt:lpstr>Calibri</vt:lpstr>
      <vt:lpstr>Arial</vt:lpstr>
      <vt:lpstr>Office Theme</vt:lpstr>
      <vt:lpstr>Planning</vt:lpstr>
      <vt:lpstr>It bridges the gap between where we are and where we want to 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 Blue and White Simple Pitch Deck Presentation</dc:title>
  <dc:creator>HP</dc:creator>
  <cp:lastModifiedBy>Mahesh Ganagi</cp:lastModifiedBy>
  <cp:revision>40</cp:revision>
  <dcterms:created xsi:type="dcterms:W3CDTF">2006-08-16T00:00:00Z</dcterms:created>
  <dcterms:modified xsi:type="dcterms:W3CDTF">2026-01-02T05:46:41Z</dcterms:modified>
  <dc:identifier>DAGZnne_ryE</dc:identifier>
</cp:coreProperties>
</file>