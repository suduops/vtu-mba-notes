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MODULE V : TEAM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209800"/>
            <a:ext cx="8001000" cy="4038600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Teams: Advantages of Teams, Model of Team Effectiveness, Stages of Team Development. 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Power : Meaning, Sources, and Contingencies of Power, Consequences of Power.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>
                <a:solidFill>
                  <a:srgbClr val="403C4E"/>
                </a:solidFill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		</a:t>
            </a:r>
            <a:r>
              <a:rPr lang="en-US" sz="2800" dirty="0" smtClean="0"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It is a group of individuals who work together towards a common goal. Effective teams leverage the unique skills and perspectives of each member to accomplish tasks more efficiently.</a:t>
            </a:r>
          </a:p>
          <a:p>
            <a:pPr algn="just">
              <a:buNone/>
            </a:pPr>
            <a:r>
              <a:rPr lang="en-US" sz="2800" dirty="0" smtClean="0"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		Teams can bring together a variety of expertise, fostering creativity and innovation.</a:t>
            </a:r>
          </a:p>
          <a:p>
            <a:pPr algn="just"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ea typeface="Merriweather" pitchFamily="34" charset="-122"/>
                <a:cs typeface="Times New Roman" pitchFamily="18" charset="0"/>
              </a:rPr>
              <a:t>Characteristics of Effective Teams :</a:t>
            </a:r>
          </a:p>
          <a:p>
            <a:pPr algn="just">
              <a:buNone/>
            </a:pPr>
            <a:r>
              <a:rPr lang="en-US" sz="2400" dirty="0" smtClean="0">
                <a:latin typeface="Merriweather" pitchFamily="34" charset="0"/>
                <a:ea typeface="Merriweather" pitchFamily="34" charset="-122"/>
              </a:rPr>
              <a:t>1. </a:t>
            </a:r>
            <a:r>
              <a:rPr lang="en-US" sz="2400" dirty="0" smtClean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 Goals.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Complementary Skills.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Mutual Accountability.</a:t>
            </a:r>
            <a:endParaRPr lang="en-US" sz="2400" dirty="0" smtClean="0"/>
          </a:p>
          <a:p>
            <a:pPr algn="just">
              <a:buNone/>
            </a:pPr>
            <a:r>
              <a:rPr lang="en-US" sz="2400" dirty="0" smtClean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 Open Communication.</a:t>
            </a:r>
            <a:endParaRPr lang="en-US" sz="2400" dirty="0" smtClean="0"/>
          </a:p>
          <a:p>
            <a:pPr algn="just">
              <a:buNone/>
            </a:pPr>
            <a:endParaRPr lang="en-US" sz="2800" dirty="0" smtClean="0"/>
          </a:p>
          <a:p>
            <a:pPr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/>
            </a:r>
            <a:br>
              <a:rPr lang="en-US" b="1" dirty="0" smtClean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ea typeface="Merriweather" pitchFamily="34" charset="-122"/>
                <a:cs typeface="Times New Roman" pitchFamily="18" charset="0"/>
              </a:rPr>
              <a:t>Models of Team Effectiveness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52578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/>
              <a:t>		</a:t>
            </a:r>
            <a:r>
              <a:rPr lang="en-US" sz="3000" dirty="0" smtClean="0"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Teams are groups of two or more people who interact and influence each other, are mutually accountable for achieving common goals associated with organizational   objectives, and perceive themselves as a social entity within an organization.</a:t>
            </a:r>
          </a:p>
          <a:p>
            <a:pPr algn="just">
              <a:buNone/>
            </a:pPr>
            <a:r>
              <a:rPr lang="en-US" dirty="0" smtClean="0"/>
              <a:t>		</a:t>
            </a:r>
            <a:r>
              <a:rPr lang="en-US" sz="3000" dirty="0" smtClean="0"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A team is effective when it benefits the organization, its members, and its own survival. So effectiveness is partly measured by the achieve </a:t>
            </a:r>
            <a:r>
              <a:rPr lang="en-US" sz="3000" dirty="0" err="1" smtClean="0"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ment</a:t>
            </a:r>
            <a:r>
              <a:rPr lang="en-US" sz="3000" dirty="0" smtClean="0">
                <a:latin typeface="Times New Roman" pitchFamily="18" charset="0"/>
                <a:ea typeface="Open Sans" pitchFamily="34" charset="-122"/>
                <a:cs typeface="Times New Roman" pitchFamily="18" charset="0"/>
              </a:rPr>
              <a:t> of the objectives and partly by the satisfaction and well-being of its members.</a:t>
            </a:r>
            <a:endParaRPr lang="en-US" sz="3000" dirty="0">
              <a:latin typeface="Times New Roman" pitchFamily="18" charset="0"/>
              <a:ea typeface="Open Sans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ea typeface="Merriweather" pitchFamily="34" charset="-122"/>
                <a:cs typeface="Times New Roman" pitchFamily="18" charset="0"/>
              </a:rPr>
              <a:t>Team Effectiveness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1430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Advantages of Teams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Increases Productivity.</a:t>
            </a:r>
          </a:p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Increases Motivation and Encouragement.</a:t>
            </a:r>
          </a:p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Provides more learning opportunities.</a:t>
            </a:r>
          </a:p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Better Communication.</a:t>
            </a:r>
          </a:p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Teams Resolve Problems Quicker.</a:t>
            </a:r>
          </a:p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Creativity.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Stages of Team Development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19200"/>
            <a:ext cx="8763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763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68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MODULE V : TEAM</vt:lpstr>
      <vt:lpstr>TEAM</vt:lpstr>
      <vt:lpstr> Models of Team Effectiveness </vt:lpstr>
      <vt:lpstr>Team Effectiveness</vt:lpstr>
      <vt:lpstr>Advantages of Teams</vt:lpstr>
      <vt:lpstr>Stages of Team Development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V : TEAM</dc:title>
  <dc:creator>HP</dc:creator>
  <cp:lastModifiedBy>HP</cp:lastModifiedBy>
  <cp:revision>9</cp:revision>
  <dcterms:created xsi:type="dcterms:W3CDTF">2006-08-16T00:00:00Z</dcterms:created>
  <dcterms:modified xsi:type="dcterms:W3CDTF">2025-03-04T06:19:24Z</dcterms:modified>
</cp:coreProperties>
</file>