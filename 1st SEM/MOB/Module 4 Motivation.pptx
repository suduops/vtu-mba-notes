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79" d="100"/>
          <a:sy n="79" d="100"/>
        </p:scale>
        <p:origin x="-1469" y="-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09600" y="533401"/>
            <a:ext cx="7772400" cy="1143000"/>
          </a:xfrm>
        </p:spPr>
        <p:txBody>
          <a:bodyPr>
            <a:normAutofit fontScale="90000"/>
          </a:bodyPr>
          <a:lstStyle/>
          <a:p>
            <a:pPr algn="l"/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4900" b="1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Motivation</a:t>
            </a:r>
            <a:r>
              <a:rPr lang="en-US" sz="5400" b="1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/>
            </a:r>
            <a:br>
              <a:rPr lang="en-US" b="1" dirty="0" smtClean="0">
                <a:latin typeface="Times New Roman" pitchFamily="18" charset="0"/>
                <a:cs typeface="Times New Roman" pitchFamily="18" charset="0"/>
              </a:rPr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05000"/>
            <a:ext cx="7772400" cy="3733800"/>
          </a:xfrm>
        </p:spPr>
        <p:txBody>
          <a:bodyPr/>
          <a:lstStyle/>
          <a:p>
            <a:pPr algn="l"/>
            <a:r>
              <a:rPr lang="en-US" dirty="0" smtClean="0">
                <a:solidFill>
                  <a:schemeClr val="tx1"/>
                </a:solidFill>
                <a:latin typeface="Times New Roman" pitchFamily="18" charset="0"/>
                <a:cs typeface="Times New Roman" pitchFamily="18" charset="0"/>
              </a:rPr>
              <a:t>	Meaning, Maslow’s Hierarchy of Needs, Four Drive Theory of Motivation. 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Meaning</a:t>
            </a:r>
            <a:endParaRPr lang="en-US" dirty="0">
              <a:solidFill>
                <a:srgbClr val="FF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754563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</a:t>
            </a:r>
            <a:r>
              <a:rPr lang="en-US" sz="2800" dirty="0" smtClean="0">
                <a:latin typeface="Times New Roman" pitchFamily="18" charset="0"/>
                <a:cs typeface="Times New Roman" pitchFamily="18" charset="0"/>
              </a:rPr>
              <a:t>The forces within a person that affect the direction, intensity, and persistence of voluntary behavior.</a:t>
            </a:r>
          </a:p>
          <a:p>
            <a:pPr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Maslow’s Needs Hierarchy Theory</a:t>
            </a:r>
            <a:endParaRPr lang="en-US" dirty="0">
              <a:solidFill>
                <a:srgbClr val="FF000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9200"/>
            <a:ext cx="8229600" cy="5410200"/>
          </a:xfrm>
        </p:spPr>
        <p:txBody>
          <a:bodyPr>
            <a:normAutofit fontScale="77500" lnSpcReduction="20000"/>
          </a:bodyPr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A motivation theory of needs arranged in a hierarchy, whereby people are motivated to fulfill a higher need as a lower one becomes gratified. They are :</a:t>
            </a:r>
          </a:p>
          <a:p>
            <a:pPr algn="just">
              <a:buNone/>
            </a:pPr>
            <a:endParaRPr lang="en-US" dirty="0" smtClean="0">
              <a:latin typeface="Times New Roman" pitchFamily="18" charset="0"/>
              <a:cs typeface="Times New Roman" pitchFamily="18" charset="0"/>
            </a:endParaRP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1.Physiological: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need for food, air, water, shelter.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2.Safety: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need for a secure and stable environment and the absence of pain, threat, or illness.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3.Belongingness/love: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need for love, affection, and interaction with other people.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4.Esteem: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need for self-esteem through personal achievement as well as social esteem through recognition and respect from others. </a:t>
            </a:r>
          </a:p>
          <a:p>
            <a:pPr algn="just">
              <a:buNone/>
            </a:pPr>
            <a:r>
              <a:rPr lang="en-US" b="1" dirty="0" smtClean="0">
                <a:latin typeface="Times New Roman" pitchFamily="18" charset="0"/>
                <a:cs typeface="Times New Roman" pitchFamily="18" charset="0"/>
              </a:rPr>
              <a:t>5.Self-actualization:</a:t>
            </a:r>
            <a:r>
              <a:rPr lang="en-US" dirty="0" smtClean="0">
                <a:latin typeface="Times New Roman" pitchFamily="18" charset="0"/>
                <a:cs typeface="Times New Roman" pitchFamily="18" charset="0"/>
              </a:rPr>
              <a:t> The need for self-fulfillment, realization of one’s potential.</a:t>
            </a:r>
            <a:endParaRPr lang="en-US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473025" y="457200"/>
            <a:ext cx="8350350" cy="6019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dirty="0" smtClean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Four-Drive Theory of 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534400" cy="5105400"/>
          </a:xfrm>
        </p:spPr>
        <p:txBody>
          <a:bodyPr/>
          <a:lstStyle/>
          <a:p>
            <a:pPr algn="just">
              <a:buNone/>
            </a:pPr>
            <a:r>
              <a:rPr lang="en-US" dirty="0" smtClean="0"/>
              <a:t>	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Developed by Harvard Business School professors Paul Lawrence and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Nitin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500" dirty="0" err="1" smtClean="0">
                <a:latin typeface="Times New Roman" pitchFamily="18" charset="0"/>
                <a:cs typeface="Times New Roman" pitchFamily="18" charset="0"/>
              </a:rPr>
              <a:t>Nohria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, four-drive theory states that everyone has the drive to acquire, bond, learn, and defend.</a:t>
            </a:r>
          </a:p>
          <a:p>
            <a:pPr algn="just">
              <a:buNone/>
            </a:pP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		These four drives are innate and universal, meaning that they are hardwired in our brains and are found in all human beings. They are also independent of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each 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other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algn="just">
              <a:buNone/>
            </a:pPr>
            <a:r>
              <a:rPr lang="en-US" sz="2800" dirty="0" smtClean="0"/>
              <a:t>		</a:t>
            </a:r>
            <a:r>
              <a:rPr lang="en-US" sz="2500" dirty="0" smtClean="0">
                <a:latin typeface="Times New Roman" pitchFamily="18" charset="0"/>
                <a:cs typeface="Times New Roman" pitchFamily="18" charset="0"/>
              </a:rPr>
              <a:t>The Four-Drive Theory provides a comprehensive framework for understanding motivation. By recognizing and addressing these drives, organizations can enhance employee satisfaction and performance.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168</TotalTime>
  <Words>9</Words>
  <Application>Microsoft Office PowerPoint</Application>
  <PresentationFormat>On-screen Show (4:3)</PresentationFormat>
  <Paragraphs>16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  Motivation  </vt:lpstr>
      <vt:lpstr>Meaning</vt:lpstr>
      <vt:lpstr>Maslow’s Needs Hierarchy Theory</vt:lpstr>
      <vt:lpstr>Slide 4</vt:lpstr>
      <vt:lpstr>Four-Drive Theory of Motivation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PERCEPTION</dc:title>
  <dc:creator>HP</dc:creator>
  <cp:lastModifiedBy>HP</cp:lastModifiedBy>
  <cp:revision>34</cp:revision>
  <dcterms:created xsi:type="dcterms:W3CDTF">2006-08-16T00:00:00Z</dcterms:created>
  <dcterms:modified xsi:type="dcterms:W3CDTF">2025-03-11T10:26:38Z</dcterms:modified>
</cp:coreProperties>
</file>