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68.xml" ContentType="application/vnd.openxmlformats-officedocument.presentationml.slide+xml"/>
  <Override PartName="/ppt/slides/slide77.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s/slide75.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slides/slide7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Default Extension="jpeg" ContentType="image/jpeg"/>
  <Override PartName="/ppt/slideLayouts/slideLayout3.xml" ContentType="application/vnd.openxmlformats-officedocument.presentationml.slideLayout+xml"/>
  <Override PartName="/ppt/slideLayouts/slideLayout16.xml" ContentType="application/vnd.openxmlformats-officedocument.presentationml.slideLayout+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notesSlides/notesSlide15.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Override PartName="/ppt/notesSlides/notesSlide13.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Layouts/slideLayout15.xml" ContentType="application/vnd.openxmlformats-officedocument.presentationml.slideLayout+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notesSlides/notesSlide14.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7" r:id="rId1"/>
  </p:sldMasterIdLst>
  <p:notesMasterIdLst>
    <p:notesMasterId r:id="rId80"/>
  </p:notesMasterIdLst>
  <p:sldIdLst>
    <p:sldId id="256" r:id="rId2"/>
    <p:sldId id="341" r:id="rId3"/>
    <p:sldId id="342" r:id="rId4"/>
    <p:sldId id="343" r:id="rId5"/>
    <p:sldId id="259" r:id="rId6"/>
    <p:sldId id="261" r:id="rId7"/>
    <p:sldId id="344" r:id="rId8"/>
    <p:sldId id="262" r:id="rId9"/>
    <p:sldId id="263" r:id="rId10"/>
    <p:sldId id="264" r:id="rId11"/>
    <p:sldId id="266" r:id="rId12"/>
    <p:sldId id="268" r:id="rId13"/>
    <p:sldId id="279" r:id="rId14"/>
    <p:sldId id="280" r:id="rId15"/>
    <p:sldId id="281" r:id="rId16"/>
    <p:sldId id="276" r:id="rId17"/>
    <p:sldId id="277" r:id="rId18"/>
    <p:sldId id="278" r:id="rId19"/>
    <p:sldId id="319" r:id="rId20"/>
    <p:sldId id="320" r:id="rId21"/>
    <p:sldId id="321" r:id="rId22"/>
    <p:sldId id="322" r:id="rId23"/>
    <p:sldId id="323" r:id="rId24"/>
    <p:sldId id="258" r:id="rId25"/>
    <p:sldId id="361" r:id="rId26"/>
    <p:sldId id="348" r:id="rId27"/>
    <p:sldId id="349" r:id="rId28"/>
    <p:sldId id="283" r:id="rId29"/>
    <p:sldId id="284" r:id="rId30"/>
    <p:sldId id="345" r:id="rId31"/>
    <p:sldId id="347" r:id="rId32"/>
    <p:sldId id="289" r:id="rId33"/>
    <p:sldId id="292" r:id="rId34"/>
    <p:sldId id="296" r:id="rId35"/>
    <p:sldId id="282" r:id="rId36"/>
    <p:sldId id="298" r:id="rId37"/>
    <p:sldId id="297" r:id="rId38"/>
    <p:sldId id="299" r:id="rId39"/>
    <p:sldId id="300" r:id="rId40"/>
    <p:sldId id="301" r:id="rId41"/>
    <p:sldId id="302" r:id="rId42"/>
    <p:sldId id="303" r:id="rId43"/>
    <p:sldId id="304" r:id="rId44"/>
    <p:sldId id="305" r:id="rId45"/>
    <p:sldId id="306" r:id="rId46"/>
    <p:sldId id="315" r:id="rId47"/>
    <p:sldId id="316" r:id="rId48"/>
    <p:sldId id="317" r:id="rId49"/>
    <p:sldId id="314" r:id="rId50"/>
    <p:sldId id="324" r:id="rId51"/>
    <p:sldId id="325" r:id="rId52"/>
    <p:sldId id="327" r:id="rId53"/>
    <p:sldId id="328" r:id="rId54"/>
    <p:sldId id="329" r:id="rId55"/>
    <p:sldId id="330" r:id="rId56"/>
    <p:sldId id="331" r:id="rId57"/>
    <p:sldId id="332" r:id="rId58"/>
    <p:sldId id="333" r:id="rId59"/>
    <p:sldId id="334" r:id="rId60"/>
    <p:sldId id="335" r:id="rId61"/>
    <p:sldId id="336" r:id="rId62"/>
    <p:sldId id="337" r:id="rId63"/>
    <p:sldId id="338" r:id="rId64"/>
    <p:sldId id="339" r:id="rId65"/>
    <p:sldId id="340" r:id="rId66"/>
    <p:sldId id="350" r:id="rId67"/>
    <p:sldId id="352" r:id="rId68"/>
    <p:sldId id="353" r:id="rId69"/>
    <p:sldId id="354" r:id="rId70"/>
    <p:sldId id="355" r:id="rId71"/>
    <p:sldId id="356" r:id="rId72"/>
    <p:sldId id="357" r:id="rId73"/>
    <p:sldId id="358" r:id="rId74"/>
    <p:sldId id="265" r:id="rId75"/>
    <p:sldId id="359" r:id="rId76"/>
    <p:sldId id="267" r:id="rId77"/>
    <p:sldId id="360" r:id="rId78"/>
    <p:sldId id="351" r:id="rId7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napToGrid="0">
      <p:cViewPr>
        <p:scale>
          <a:sx n="118" d="100"/>
          <a:sy n="118" d="100"/>
        </p:scale>
        <p:origin x="-276" y="96"/>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viewProps" Target="viewProps.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notesMaster" Target="notesMasters/notesMaster1.xml"/><Relationship Id="rId85"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r. Basavaraj Kudachimath" userId="cb84a6794fdd4dd6" providerId="LiveId" clId="{DC2882E9-9F90-40C6-ADFC-525B194ED3DD}"/>
    <pc:docChg chg="undo custSel addSld delSld modSld">
      <pc:chgData name="Dr. Basavaraj Kudachimath" userId="cb84a6794fdd4dd6" providerId="LiveId" clId="{DC2882E9-9F90-40C6-ADFC-525B194ED3DD}" dt="2023-04-16T00:20:42.287" v="1303" actId="255"/>
      <pc:docMkLst>
        <pc:docMk/>
      </pc:docMkLst>
      <pc:sldChg chg="addSp modSp mod">
        <pc:chgData name="Dr. Basavaraj Kudachimath" userId="cb84a6794fdd4dd6" providerId="LiveId" clId="{DC2882E9-9F90-40C6-ADFC-525B194ED3DD}" dt="2023-04-15T22:08:09.078" v="122" actId="14100"/>
        <pc:sldMkLst>
          <pc:docMk/>
          <pc:sldMk cId="503787304" sldId="256"/>
        </pc:sldMkLst>
        <pc:spChg chg="mod">
          <ac:chgData name="Dr. Basavaraj Kudachimath" userId="cb84a6794fdd4dd6" providerId="LiveId" clId="{DC2882E9-9F90-40C6-ADFC-525B194ED3DD}" dt="2023-04-15T22:07:12.582" v="119" actId="27636"/>
          <ac:spMkLst>
            <pc:docMk/>
            <pc:sldMk cId="503787304" sldId="256"/>
            <ac:spMk id="2" creationId="{00000000-0000-0000-0000-000000000000}"/>
          </ac:spMkLst>
        </pc:spChg>
        <pc:spChg chg="mod">
          <ac:chgData name="Dr. Basavaraj Kudachimath" userId="cb84a6794fdd4dd6" providerId="LiveId" clId="{DC2882E9-9F90-40C6-ADFC-525B194ED3DD}" dt="2023-04-15T22:01:45.797" v="52" actId="14100"/>
          <ac:spMkLst>
            <pc:docMk/>
            <pc:sldMk cId="503787304" sldId="256"/>
            <ac:spMk id="3" creationId="{00000000-0000-0000-0000-000000000000}"/>
          </ac:spMkLst>
        </pc:spChg>
        <pc:picChg chg="add mod">
          <ac:chgData name="Dr. Basavaraj Kudachimath" userId="cb84a6794fdd4dd6" providerId="LiveId" clId="{DC2882E9-9F90-40C6-ADFC-525B194ED3DD}" dt="2023-04-15T22:01:54.026" v="54" actId="14100"/>
          <ac:picMkLst>
            <pc:docMk/>
            <pc:sldMk cId="503787304" sldId="256"/>
            <ac:picMk id="4" creationId="{83F320FC-93BB-0187-AE30-10D4FB5320DA}"/>
          </ac:picMkLst>
        </pc:picChg>
        <pc:picChg chg="add mod">
          <ac:chgData name="Dr. Basavaraj Kudachimath" userId="cb84a6794fdd4dd6" providerId="LiveId" clId="{DC2882E9-9F90-40C6-ADFC-525B194ED3DD}" dt="2023-04-15T22:08:09.078" v="122" actId="14100"/>
          <ac:picMkLst>
            <pc:docMk/>
            <pc:sldMk cId="503787304" sldId="256"/>
            <ac:picMk id="5" creationId="{61A4E530-843A-51F0-2079-E513E4BC4056}"/>
          </ac:picMkLst>
        </pc:picChg>
      </pc:sldChg>
      <pc:sldChg chg="modSp del mod">
        <pc:chgData name="Dr. Basavaraj Kudachimath" userId="cb84a6794fdd4dd6" providerId="LiveId" clId="{DC2882E9-9F90-40C6-ADFC-525B194ED3DD}" dt="2023-04-15T22:17:26.798" v="173" actId="47"/>
        <pc:sldMkLst>
          <pc:docMk/>
          <pc:sldMk cId="2776539265" sldId="257"/>
        </pc:sldMkLst>
        <pc:spChg chg="mod">
          <ac:chgData name="Dr. Basavaraj Kudachimath" userId="cb84a6794fdd4dd6" providerId="LiveId" clId="{DC2882E9-9F90-40C6-ADFC-525B194ED3DD}" dt="2023-04-15T22:07:12.321" v="112"/>
          <ac:spMkLst>
            <pc:docMk/>
            <pc:sldMk cId="2776539265" sldId="257"/>
            <ac:spMk id="2" creationId="{00000000-0000-0000-0000-000000000000}"/>
          </ac:spMkLst>
        </pc:spChg>
        <pc:spChg chg="mod">
          <ac:chgData name="Dr. Basavaraj Kudachimath" userId="cb84a6794fdd4dd6" providerId="LiveId" clId="{DC2882E9-9F90-40C6-ADFC-525B194ED3DD}" dt="2023-04-15T22:07:12.582" v="120" actId="27636"/>
          <ac:spMkLst>
            <pc:docMk/>
            <pc:sldMk cId="2776539265" sldId="257"/>
            <ac:spMk id="3" creationId="{00000000-0000-0000-0000-000000000000}"/>
          </ac:spMkLst>
        </pc:spChg>
      </pc:sldChg>
      <pc:sldChg chg="modSp mod">
        <pc:chgData name="Dr. Basavaraj Kudachimath" userId="cb84a6794fdd4dd6" providerId="LiveId" clId="{DC2882E9-9F90-40C6-ADFC-525B194ED3DD}" dt="2023-04-15T22:33:15.875" v="306" actId="1036"/>
        <pc:sldMkLst>
          <pc:docMk/>
          <pc:sldMk cId="1513694107" sldId="259"/>
        </pc:sldMkLst>
        <pc:spChg chg="mod">
          <ac:chgData name="Dr. Basavaraj Kudachimath" userId="cb84a6794fdd4dd6" providerId="LiveId" clId="{DC2882E9-9F90-40C6-ADFC-525B194ED3DD}" dt="2023-04-15T22:33:08.949" v="292" actId="14100"/>
          <ac:spMkLst>
            <pc:docMk/>
            <pc:sldMk cId="1513694107" sldId="259"/>
            <ac:spMk id="3073" creationId="{00000000-0000-0000-0000-000000000000}"/>
          </ac:spMkLst>
        </pc:spChg>
        <pc:spChg chg="mod">
          <ac:chgData name="Dr. Basavaraj Kudachimath" userId="cb84a6794fdd4dd6" providerId="LiveId" clId="{DC2882E9-9F90-40C6-ADFC-525B194ED3DD}" dt="2023-04-15T22:33:15.875" v="306" actId="1036"/>
          <ac:spMkLst>
            <pc:docMk/>
            <pc:sldMk cId="1513694107" sldId="259"/>
            <ac:spMk id="3074" creationId="{00000000-0000-0000-0000-000000000000}"/>
          </ac:spMkLst>
        </pc:spChg>
      </pc:sldChg>
      <pc:sldChg chg="modSp mod">
        <pc:chgData name="Dr. Basavaraj Kudachimath" userId="cb84a6794fdd4dd6" providerId="LiveId" clId="{DC2882E9-9F90-40C6-ADFC-525B194ED3DD}" dt="2023-04-15T22:33:42.955" v="308" actId="20577"/>
        <pc:sldMkLst>
          <pc:docMk/>
          <pc:sldMk cId="413715182" sldId="260"/>
        </pc:sldMkLst>
        <pc:spChg chg="mod">
          <ac:chgData name="Dr. Basavaraj Kudachimath" userId="cb84a6794fdd4dd6" providerId="LiveId" clId="{DC2882E9-9F90-40C6-ADFC-525B194ED3DD}" dt="2023-04-15T22:33:42.955" v="308" actId="20577"/>
          <ac:spMkLst>
            <pc:docMk/>
            <pc:sldMk cId="413715182" sldId="260"/>
            <ac:spMk id="4098" creationId="{00000000-0000-0000-0000-000000000000}"/>
          </ac:spMkLst>
        </pc:spChg>
      </pc:sldChg>
      <pc:sldChg chg="modSp mod">
        <pc:chgData name="Dr. Basavaraj Kudachimath" userId="cb84a6794fdd4dd6" providerId="LiveId" clId="{DC2882E9-9F90-40C6-ADFC-525B194ED3DD}" dt="2023-04-15T22:52:02.803" v="497" actId="20577"/>
        <pc:sldMkLst>
          <pc:docMk/>
          <pc:sldMk cId="1990649441" sldId="261"/>
        </pc:sldMkLst>
        <pc:spChg chg="mod">
          <ac:chgData name="Dr. Basavaraj Kudachimath" userId="cb84a6794fdd4dd6" providerId="LiveId" clId="{DC2882E9-9F90-40C6-ADFC-525B194ED3DD}" dt="2023-04-15T22:52:02.803" v="497" actId="20577"/>
          <ac:spMkLst>
            <pc:docMk/>
            <pc:sldMk cId="1990649441" sldId="261"/>
            <ac:spMk id="5122" creationId="{00000000-0000-0000-0000-000000000000}"/>
          </ac:spMkLst>
        </pc:spChg>
      </pc:sldChg>
      <pc:sldChg chg="modSp mod">
        <pc:chgData name="Dr. Basavaraj Kudachimath" userId="cb84a6794fdd4dd6" providerId="LiveId" clId="{DC2882E9-9F90-40C6-ADFC-525B194ED3DD}" dt="2023-04-15T22:47:08.457" v="478"/>
        <pc:sldMkLst>
          <pc:docMk/>
          <pc:sldMk cId="459552281" sldId="262"/>
        </pc:sldMkLst>
        <pc:spChg chg="mod">
          <ac:chgData name="Dr. Basavaraj Kudachimath" userId="cb84a6794fdd4dd6" providerId="LiveId" clId="{DC2882E9-9F90-40C6-ADFC-525B194ED3DD}" dt="2023-04-15T22:47:08.457" v="478"/>
          <ac:spMkLst>
            <pc:docMk/>
            <pc:sldMk cId="459552281" sldId="262"/>
            <ac:spMk id="6146" creationId="{00000000-0000-0000-0000-000000000000}"/>
          </ac:spMkLst>
        </pc:spChg>
      </pc:sldChg>
      <pc:sldChg chg="modSp mod">
        <pc:chgData name="Dr. Basavaraj Kudachimath" userId="cb84a6794fdd4dd6" providerId="LiveId" clId="{DC2882E9-9F90-40C6-ADFC-525B194ED3DD}" dt="2023-04-15T22:37:43.748" v="317" actId="14100"/>
        <pc:sldMkLst>
          <pc:docMk/>
          <pc:sldMk cId="3227503206" sldId="264"/>
        </pc:sldMkLst>
        <pc:spChg chg="mod">
          <ac:chgData name="Dr. Basavaraj Kudachimath" userId="cb84a6794fdd4dd6" providerId="LiveId" clId="{DC2882E9-9F90-40C6-ADFC-525B194ED3DD}" dt="2023-04-15T22:37:43.748" v="317" actId="14100"/>
          <ac:spMkLst>
            <pc:docMk/>
            <pc:sldMk cId="3227503206" sldId="264"/>
            <ac:spMk id="8194" creationId="{00000000-0000-0000-0000-000000000000}"/>
          </ac:spMkLst>
        </pc:spChg>
      </pc:sldChg>
      <pc:sldChg chg="modSp add mod">
        <pc:chgData name="Dr. Basavaraj Kudachimath" userId="cb84a6794fdd4dd6" providerId="LiveId" clId="{DC2882E9-9F90-40C6-ADFC-525B194ED3DD}" dt="2023-04-16T00:13:45.443" v="1202" actId="1036"/>
        <pc:sldMkLst>
          <pc:docMk/>
          <pc:sldMk cId="0" sldId="265"/>
        </pc:sldMkLst>
        <pc:spChg chg="mod">
          <ac:chgData name="Dr. Basavaraj Kudachimath" userId="cb84a6794fdd4dd6" providerId="LiveId" clId="{DC2882E9-9F90-40C6-ADFC-525B194ED3DD}" dt="2023-04-16T00:13:45.443" v="1202" actId="1036"/>
          <ac:spMkLst>
            <pc:docMk/>
            <pc:sldMk cId="0" sldId="265"/>
            <ac:spMk id="3" creationId="{C723C9C3-10E4-78FF-D485-40DA8636CCBE}"/>
          </ac:spMkLst>
        </pc:spChg>
      </pc:sldChg>
      <pc:sldChg chg="modSp mod">
        <pc:chgData name="Dr. Basavaraj Kudachimath" userId="cb84a6794fdd4dd6" providerId="LiveId" clId="{DC2882E9-9F90-40C6-ADFC-525B194ED3DD}" dt="2023-04-15T22:39:55.292" v="368" actId="20577"/>
        <pc:sldMkLst>
          <pc:docMk/>
          <pc:sldMk cId="2109562428" sldId="266"/>
        </pc:sldMkLst>
        <pc:spChg chg="mod">
          <ac:chgData name="Dr. Basavaraj Kudachimath" userId="cb84a6794fdd4dd6" providerId="LiveId" clId="{DC2882E9-9F90-40C6-ADFC-525B194ED3DD}" dt="2023-04-15T22:39:55.292" v="368" actId="20577"/>
          <ac:spMkLst>
            <pc:docMk/>
            <pc:sldMk cId="2109562428" sldId="266"/>
            <ac:spMk id="10242" creationId="{00000000-0000-0000-0000-000000000000}"/>
          </ac:spMkLst>
        </pc:spChg>
      </pc:sldChg>
      <pc:sldChg chg="modSp add mod">
        <pc:chgData name="Dr. Basavaraj Kudachimath" userId="cb84a6794fdd4dd6" providerId="LiveId" clId="{DC2882E9-9F90-40C6-ADFC-525B194ED3DD}" dt="2023-04-16T00:14:19.429" v="1218" actId="1036"/>
        <pc:sldMkLst>
          <pc:docMk/>
          <pc:sldMk cId="0" sldId="267"/>
        </pc:sldMkLst>
        <pc:spChg chg="mod">
          <ac:chgData name="Dr. Basavaraj Kudachimath" userId="cb84a6794fdd4dd6" providerId="LiveId" clId="{DC2882E9-9F90-40C6-ADFC-525B194ED3DD}" dt="2023-04-16T00:14:19.429" v="1218" actId="1036"/>
          <ac:spMkLst>
            <pc:docMk/>
            <pc:sldMk cId="0" sldId="267"/>
            <ac:spMk id="14339" creationId="{AE4CA64D-968B-B81B-11C2-80A111760B52}"/>
          </ac:spMkLst>
        </pc:spChg>
      </pc:sldChg>
      <pc:sldChg chg="modSp mod">
        <pc:chgData name="Dr. Basavaraj Kudachimath" userId="cb84a6794fdd4dd6" providerId="LiveId" clId="{DC2882E9-9F90-40C6-ADFC-525B194ED3DD}" dt="2023-04-15T22:43:25.274" v="395" actId="5793"/>
        <pc:sldMkLst>
          <pc:docMk/>
          <pc:sldMk cId="1889147174" sldId="268"/>
        </pc:sldMkLst>
        <pc:spChg chg="mod">
          <ac:chgData name="Dr. Basavaraj Kudachimath" userId="cb84a6794fdd4dd6" providerId="LiveId" clId="{DC2882E9-9F90-40C6-ADFC-525B194ED3DD}" dt="2023-04-15T22:43:25.274" v="395" actId="5793"/>
          <ac:spMkLst>
            <pc:docMk/>
            <pc:sldMk cId="1889147174" sldId="268"/>
            <ac:spMk id="12290" creationId="{00000000-0000-0000-0000-000000000000}"/>
          </ac:spMkLst>
        </pc:spChg>
      </pc:sldChg>
      <pc:sldChg chg="del">
        <pc:chgData name="Dr. Basavaraj Kudachimath" userId="cb84a6794fdd4dd6" providerId="LiveId" clId="{DC2882E9-9F90-40C6-ADFC-525B194ED3DD}" dt="2023-04-15T22:57:28.993" v="684" actId="47"/>
        <pc:sldMkLst>
          <pc:docMk/>
          <pc:sldMk cId="1183118364" sldId="269"/>
        </pc:sldMkLst>
      </pc:sldChg>
      <pc:sldChg chg="del">
        <pc:chgData name="Dr. Basavaraj Kudachimath" userId="cb84a6794fdd4dd6" providerId="LiveId" clId="{DC2882E9-9F90-40C6-ADFC-525B194ED3DD}" dt="2023-04-15T22:57:30.289" v="685" actId="47"/>
        <pc:sldMkLst>
          <pc:docMk/>
          <pc:sldMk cId="2955446900" sldId="270"/>
        </pc:sldMkLst>
      </pc:sldChg>
      <pc:sldChg chg="del">
        <pc:chgData name="Dr. Basavaraj Kudachimath" userId="cb84a6794fdd4dd6" providerId="LiveId" clId="{DC2882E9-9F90-40C6-ADFC-525B194ED3DD}" dt="2023-04-15T22:57:31.410" v="686" actId="47"/>
        <pc:sldMkLst>
          <pc:docMk/>
          <pc:sldMk cId="4048520701" sldId="272"/>
        </pc:sldMkLst>
      </pc:sldChg>
      <pc:sldChg chg="del">
        <pc:chgData name="Dr. Basavaraj Kudachimath" userId="cb84a6794fdd4dd6" providerId="LiveId" clId="{DC2882E9-9F90-40C6-ADFC-525B194ED3DD}" dt="2023-04-15T22:57:33.200" v="687" actId="47"/>
        <pc:sldMkLst>
          <pc:docMk/>
          <pc:sldMk cId="1246868271" sldId="273"/>
        </pc:sldMkLst>
      </pc:sldChg>
      <pc:sldChg chg="modSp del mod">
        <pc:chgData name="Dr. Basavaraj Kudachimath" userId="cb84a6794fdd4dd6" providerId="LiveId" clId="{DC2882E9-9F90-40C6-ADFC-525B194ED3DD}" dt="2023-04-15T22:57:34.626" v="688" actId="47"/>
        <pc:sldMkLst>
          <pc:docMk/>
          <pc:sldMk cId="1467338412" sldId="274"/>
        </pc:sldMkLst>
        <pc:spChg chg="mod">
          <ac:chgData name="Dr. Basavaraj Kudachimath" userId="cb84a6794fdd4dd6" providerId="LiveId" clId="{DC2882E9-9F90-40C6-ADFC-525B194ED3DD}" dt="2023-04-15T22:07:12.519" v="116" actId="27636"/>
          <ac:spMkLst>
            <pc:docMk/>
            <pc:sldMk cId="1467338412" sldId="274"/>
            <ac:spMk id="18434" creationId="{00000000-0000-0000-0000-000000000000}"/>
          </ac:spMkLst>
        </pc:spChg>
      </pc:sldChg>
      <pc:sldChg chg="del">
        <pc:chgData name="Dr. Basavaraj Kudachimath" userId="cb84a6794fdd4dd6" providerId="LiveId" clId="{DC2882E9-9F90-40C6-ADFC-525B194ED3DD}" dt="2023-04-15T22:57:35.634" v="689" actId="47"/>
        <pc:sldMkLst>
          <pc:docMk/>
          <pc:sldMk cId="3567057804" sldId="275"/>
        </pc:sldMkLst>
      </pc:sldChg>
      <pc:sldChg chg="modSp mod">
        <pc:chgData name="Dr. Basavaraj Kudachimath" userId="cb84a6794fdd4dd6" providerId="LiveId" clId="{DC2882E9-9F90-40C6-ADFC-525B194ED3DD}" dt="2023-04-15T23:05:56.522" v="757" actId="20577"/>
        <pc:sldMkLst>
          <pc:docMk/>
          <pc:sldMk cId="595086563" sldId="276"/>
        </pc:sldMkLst>
        <pc:spChg chg="mod">
          <ac:chgData name="Dr. Basavaraj Kudachimath" userId="cb84a6794fdd4dd6" providerId="LiveId" clId="{DC2882E9-9F90-40C6-ADFC-525B194ED3DD}" dt="2023-04-15T23:05:56.522" v="757" actId="20577"/>
          <ac:spMkLst>
            <pc:docMk/>
            <pc:sldMk cId="595086563" sldId="276"/>
            <ac:spMk id="20482" creationId="{00000000-0000-0000-0000-000000000000}"/>
          </ac:spMkLst>
        </pc:spChg>
      </pc:sldChg>
      <pc:sldChg chg="modSp mod">
        <pc:chgData name="Dr. Basavaraj Kudachimath" userId="cb84a6794fdd4dd6" providerId="LiveId" clId="{DC2882E9-9F90-40C6-ADFC-525B194ED3DD}" dt="2023-04-16T00:16:42.730" v="1295" actId="20577"/>
        <pc:sldMkLst>
          <pc:docMk/>
          <pc:sldMk cId="3184018656" sldId="277"/>
        </pc:sldMkLst>
        <pc:spChg chg="mod">
          <ac:chgData name="Dr. Basavaraj Kudachimath" userId="cb84a6794fdd4dd6" providerId="LiveId" clId="{DC2882E9-9F90-40C6-ADFC-525B194ED3DD}" dt="2023-04-16T00:16:42.730" v="1295" actId="20577"/>
          <ac:spMkLst>
            <pc:docMk/>
            <pc:sldMk cId="3184018656" sldId="277"/>
            <ac:spMk id="21506" creationId="{00000000-0000-0000-0000-000000000000}"/>
          </ac:spMkLst>
        </pc:spChg>
      </pc:sldChg>
      <pc:sldChg chg="modSp mod">
        <pc:chgData name="Dr. Basavaraj Kudachimath" userId="cb84a6794fdd4dd6" providerId="LiveId" clId="{DC2882E9-9F90-40C6-ADFC-525B194ED3DD}" dt="2023-04-16T00:17:02.284" v="1298" actId="20577"/>
        <pc:sldMkLst>
          <pc:docMk/>
          <pc:sldMk cId="3724664719" sldId="278"/>
        </pc:sldMkLst>
        <pc:spChg chg="mod">
          <ac:chgData name="Dr. Basavaraj Kudachimath" userId="cb84a6794fdd4dd6" providerId="LiveId" clId="{DC2882E9-9F90-40C6-ADFC-525B194ED3DD}" dt="2023-04-16T00:17:02.284" v="1298" actId="20577"/>
          <ac:spMkLst>
            <pc:docMk/>
            <pc:sldMk cId="3724664719" sldId="278"/>
            <ac:spMk id="22530" creationId="{00000000-0000-0000-0000-000000000000}"/>
          </ac:spMkLst>
        </pc:spChg>
      </pc:sldChg>
      <pc:sldChg chg="add">
        <pc:chgData name="Dr. Basavaraj Kudachimath" userId="cb84a6794fdd4dd6" providerId="LiveId" clId="{DC2882E9-9F90-40C6-ADFC-525B194ED3DD}" dt="2023-04-15T22:52:31.521" v="499"/>
        <pc:sldMkLst>
          <pc:docMk/>
          <pc:sldMk cId="722282690" sldId="279"/>
        </pc:sldMkLst>
      </pc:sldChg>
      <pc:sldChg chg="del">
        <pc:chgData name="Dr. Basavaraj Kudachimath" userId="cb84a6794fdd4dd6" providerId="LiveId" clId="{DC2882E9-9F90-40C6-ADFC-525B194ED3DD}" dt="2023-04-15T22:52:18.624" v="498" actId="2696"/>
        <pc:sldMkLst>
          <pc:docMk/>
          <pc:sldMk cId="1721579988" sldId="279"/>
        </pc:sldMkLst>
      </pc:sldChg>
      <pc:sldChg chg="modSp mod">
        <pc:chgData name="Dr. Basavaraj Kudachimath" userId="cb84a6794fdd4dd6" providerId="LiveId" clId="{DC2882E9-9F90-40C6-ADFC-525B194ED3DD}" dt="2023-04-15T23:03:20.213" v="749" actId="313"/>
        <pc:sldMkLst>
          <pc:docMk/>
          <pc:sldMk cId="0" sldId="280"/>
        </pc:sldMkLst>
        <pc:spChg chg="mod">
          <ac:chgData name="Dr. Basavaraj Kudachimath" userId="cb84a6794fdd4dd6" providerId="LiveId" clId="{DC2882E9-9F90-40C6-ADFC-525B194ED3DD}" dt="2023-04-15T22:06:28.301" v="105" actId="27636"/>
          <ac:spMkLst>
            <pc:docMk/>
            <pc:sldMk cId="0" sldId="280"/>
            <ac:spMk id="2" creationId="{00000000-0000-0000-0000-000000000000}"/>
          </ac:spMkLst>
        </pc:spChg>
        <pc:spChg chg="mod">
          <ac:chgData name="Dr. Basavaraj Kudachimath" userId="cb84a6794fdd4dd6" providerId="LiveId" clId="{DC2882E9-9F90-40C6-ADFC-525B194ED3DD}" dt="2023-04-15T23:02:34.122" v="748" actId="11"/>
          <ac:spMkLst>
            <pc:docMk/>
            <pc:sldMk cId="0" sldId="280"/>
            <ac:spMk id="8" creationId="{00000000-0000-0000-0000-000000000000}"/>
          </ac:spMkLst>
        </pc:spChg>
        <pc:spChg chg="mod">
          <ac:chgData name="Dr. Basavaraj Kudachimath" userId="cb84a6794fdd4dd6" providerId="LiveId" clId="{DC2882E9-9F90-40C6-ADFC-525B194ED3DD}" dt="2023-04-15T23:03:20.213" v="749" actId="313"/>
          <ac:spMkLst>
            <pc:docMk/>
            <pc:sldMk cId="0" sldId="280"/>
            <ac:spMk id="9" creationId="{00000000-0000-0000-0000-000000000000}"/>
          </ac:spMkLst>
        </pc:spChg>
        <pc:spChg chg="mod">
          <ac:chgData name="Dr. Basavaraj Kudachimath" userId="cb84a6794fdd4dd6" providerId="LiveId" clId="{DC2882E9-9F90-40C6-ADFC-525B194ED3DD}" dt="2023-04-15T22:53:33.984" v="593" actId="1038"/>
          <ac:spMkLst>
            <pc:docMk/>
            <pc:sldMk cId="0" sldId="280"/>
            <ac:spMk id="10" creationId="{00000000-0000-0000-0000-000000000000}"/>
          </ac:spMkLst>
        </pc:spChg>
        <pc:spChg chg="mod">
          <ac:chgData name="Dr. Basavaraj Kudachimath" userId="cb84a6794fdd4dd6" providerId="LiveId" clId="{DC2882E9-9F90-40C6-ADFC-525B194ED3DD}" dt="2023-04-15T22:53:48.946" v="619" actId="1038"/>
          <ac:spMkLst>
            <pc:docMk/>
            <pc:sldMk cId="0" sldId="280"/>
            <ac:spMk id="11" creationId="{00000000-0000-0000-0000-000000000000}"/>
          </ac:spMkLst>
        </pc:spChg>
        <pc:spChg chg="mod">
          <ac:chgData name="Dr. Basavaraj Kudachimath" userId="cb84a6794fdd4dd6" providerId="LiveId" clId="{DC2882E9-9F90-40C6-ADFC-525B194ED3DD}" dt="2023-04-15T22:54:27.125" v="656" actId="1036"/>
          <ac:spMkLst>
            <pc:docMk/>
            <pc:sldMk cId="0" sldId="280"/>
            <ac:spMk id="12" creationId="{00000000-0000-0000-0000-000000000000}"/>
          </ac:spMkLst>
        </pc:spChg>
        <pc:spChg chg="mod">
          <ac:chgData name="Dr. Basavaraj Kudachimath" userId="cb84a6794fdd4dd6" providerId="LiveId" clId="{DC2882E9-9F90-40C6-ADFC-525B194ED3DD}" dt="2023-04-15T23:02:06.466" v="746" actId="20577"/>
          <ac:spMkLst>
            <pc:docMk/>
            <pc:sldMk cId="0" sldId="280"/>
            <ac:spMk id="13" creationId="{00000000-0000-0000-0000-000000000000}"/>
          </ac:spMkLst>
        </pc:spChg>
        <pc:spChg chg="mod">
          <ac:chgData name="Dr. Basavaraj Kudachimath" userId="cb84a6794fdd4dd6" providerId="LiveId" clId="{DC2882E9-9F90-40C6-ADFC-525B194ED3DD}" dt="2023-04-15T22:55:29.111" v="683" actId="14100"/>
          <ac:spMkLst>
            <pc:docMk/>
            <pc:sldMk cId="0" sldId="280"/>
            <ac:spMk id="16" creationId="{00000000-0000-0000-0000-000000000000}"/>
          </ac:spMkLst>
        </pc:spChg>
      </pc:sldChg>
      <pc:sldChg chg="modSp mod">
        <pc:chgData name="Dr. Basavaraj Kudachimath" userId="cb84a6794fdd4dd6" providerId="LiveId" clId="{DC2882E9-9F90-40C6-ADFC-525B194ED3DD}" dt="2023-04-15T23:51:20.671" v="1048" actId="14100"/>
        <pc:sldMkLst>
          <pc:docMk/>
          <pc:sldMk cId="0" sldId="282"/>
        </pc:sldMkLst>
        <pc:spChg chg="mod">
          <ac:chgData name="Dr. Basavaraj Kudachimath" userId="cb84a6794fdd4dd6" providerId="LiveId" clId="{DC2882E9-9F90-40C6-ADFC-525B194ED3DD}" dt="2023-04-15T22:07:12.321" v="112"/>
          <ac:spMkLst>
            <pc:docMk/>
            <pc:sldMk cId="0" sldId="282"/>
            <ac:spMk id="2" creationId="{00000000-0000-0000-0000-000000000000}"/>
          </ac:spMkLst>
        </pc:spChg>
        <pc:picChg chg="mod">
          <ac:chgData name="Dr. Basavaraj Kudachimath" userId="cb84a6794fdd4dd6" providerId="LiveId" clId="{DC2882E9-9F90-40C6-ADFC-525B194ED3DD}" dt="2023-04-15T23:51:20.671" v="1048" actId="14100"/>
          <ac:picMkLst>
            <pc:docMk/>
            <pc:sldMk cId="0" sldId="282"/>
            <ac:picMk id="84994" creationId="{00000000-0000-0000-0000-000000000000}"/>
          </ac:picMkLst>
        </pc:picChg>
      </pc:sldChg>
      <pc:sldChg chg="modSp mod">
        <pc:chgData name="Dr. Basavaraj Kudachimath" userId="cb84a6794fdd4dd6" providerId="LiveId" clId="{DC2882E9-9F90-40C6-ADFC-525B194ED3DD}" dt="2023-04-15T23:11:37.627" v="767" actId="12"/>
        <pc:sldMkLst>
          <pc:docMk/>
          <pc:sldMk cId="0" sldId="283"/>
        </pc:sldMkLst>
        <pc:spChg chg="mod">
          <ac:chgData name="Dr. Basavaraj Kudachimath" userId="cb84a6794fdd4dd6" providerId="LiveId" clId="{DC2882E9-9F90-40C6-ADFC-525B194ED3DD}" dt="2023-04-15T22:07:12.321" v="112"/>
          <ac:spMkLst>
            <pc:docMk/>
            <pc:sldMk cId="0" sldId="283"/>
            <ac:spMk id="5122" creationId="{00000000-0000-0000-0000-000000000000}"/>
          </ac:spMkLst>
        </pc:spChg>
        <pc:spChg chg="mod">
          <ac:chgData name="Dr. Basavaraj Kudachimath" userId="cb84a6794fdd4dd6" providerId="LiveId" clId="{DC2882E9-9F90-40C6-ADFC-525B194ED3DD}" dt="2023-04-15T23:11:37.627" v="767" actId="12"/>
          <ac:spMkLst>
            <pc:docMk/>
            <pc:sldMk cId="0" sldId="283"/>
            <ac:spMk id="5123" creationId="{00000000-0000-0000-0000-000000000000}"/>
          </ac:spMkLst>
        </pc:spChg>
      </pc:sldChg>
      <pc:sldChg chg="del">
        <pc:chgData name="Dr. Basavaraj Kudachimath" userId="cb84a6794fdd4dd6" providerId="LiveId" clId="{DC2882E9-9F90-40C6-ADFC-525B194ED3DD}" dt="2023-04-15T23:29:20.651" v="783" actId="47"/>
        <pc:sldMkLst>
          <pc:docMk/>
          <pc:sldMk cId="0" sldId="285"/>
        </pc:sldMkLst>
      </pc:sldChg>
      <pc:sldChg chg="modSp del mod">
        <pc:chgData name="Dr. Basavaraj Kudachimath" userId="cb84a6794fdd4dd6" providerId="LiveId" clId="{DC2882E9-9F90-40C6-ADFC-525B194ED3DD}" dt="2023-04-15T23:17:04.762" v="768" actId="47"/>
        <pc:sldMkLst>
          <pc:docMk/>
          <pc:sldMk cId="0" sldId="286"/>
        </pc:sldMkLst>
        <pc:spChg chg="mod">
          <ac:chgData name="Dr. Basavaraj Kudachimath" userId="cb84a6794fdd4dd6" providerId="LiveId" clId="{DC2882E9-9F90-40C6-ADFC-525B194ED3DD}" dt="2023-04-15T22:07:12.321" v="112"/>
          <ac:spMkLst>
            <pc:docMk/>
            <pc:sldMk cId="0" sldId="286"/>
            <ac:spMk id="5122" creationId="{00000000-0000-0000-0000-000000000000}"/>
          </ac:spMkLst>
        </pc:spChg>
        <pc:spChg chg="mod">
          <ac:chgData name="Dr. Basavaraj Kudachimath" userId="cb84a6794fdd4dd6" providerId="LiveId" clId="{DC2882E9-9F90-40C6-ADFC-525B194ED3DD}" dt="2023-04-15T22:07:12.321" v="112"/>
          <ac:spMkLst>
            <pc:docMk/>
            <pc:sldMk cId="0" sldId="286"/>
            <ac:spMk id="5123" creationId="{00000000-0000-0000-0000-000000000000}"/>
          </ac:spMkLst>
        </pc:spChg>
      </pc:sldChg>
      <pc:sldChg chg="del">
        <pc:chgData name="Dr. Basavaraj Kudachimath" userId="cb84a6794fdd4dd6" providerId="LiveId" clId="{DC2882E9-9F90-40C6-ADFC-525B194ED3DD}" dt="2023-04-15T23:17:05.473" v="769" actId="47"/>
        <pc:sldMkLst>
          <pc:docMk/>
          <pc:sldMk cId="0" sldId="287"/>
        </pc:sldMkLst>
      </pc:sldChg>
      <pc:sldChg chg="addSp modSp mod">
        <pc:chgData name="Dr. Basavaraj Kudachimath" userId="cb84a6794fdd4dd6" providerId="LiveId" clId="{DC2882E9-9F90-40C6-ADFC-525B194ED3DD}" dt="2023-04-15T23:49:10.692" v="1045" actId="20577"/>
        <pc:sldMkLst>
          <pc:docMk/>
          <pc:sldMk cId="0" sldId="289"/>
        </pc:sldMkLst>
        <pc:spChg chg="add mod">
          <ac:chgData name="Dr. Basavaraj Kudachimath" userId="cb84a6794fdd4dd6" providerId="LiveId" clId="{DC2882E9-9F90-40C6-ADFC-525B194ED3DD}" dt="2023-04-15T23:49:10.692" v="1045" actId="20577"/>
          <ac:spMkLst>
            <pc:docMk/>
            <pc:sldMk cId="0" sldId="289"/>
            <ac:spMk id="2" creationId="{DA919F6D-D81D-E19A-F81F-E0BA5955CDAB}"/>
          </ac:spMkLst>
        </pc:spChg>
        <pc:spChg chg="mod">
          <ac:chgData name="Dr. Basavaraj Kudachimath" userId="cb84a6794fdd4dd6" providerId="LiveId" clId="{DC2882E9-9F90-40C6-ADFC-525B194ED3DD}" dt="2023-04-15T22:07:12.321" v="112"/>
          <ac:spMkLst>
            <pc:docMk/>
            <pc:sldMk cId="0" sldId="289"/>
            <ac:spMk id="7170" creationId="{00000000-0000-0000-0000-000000000000}"/>
          </ac:spMkLst>
        </pc:spChg>
        <pc:spChg chg="mod">
          <ac:chgData name="Dr. Basavaraj Kudachimath" userId="cb84a6794fdd4dd6" providerId="LiveId" clId="{DC2882E9-9F90-40C6-ADFC-525B194ED3DD}" dt="2023-04-15T23:47:52.506" v="991" actId="14100"/>
          <ac:spMkLst>
            <pc:docMk/>
            <pc:sldMk cId="0" sldId="289"/>
            <ac:spMk id="7171" creationId="{00000000-0000-0000-0000-000000000000}"/>
          </ac:spMkLst>
        </pc:spChg>
      </pc:sldChg>
      <pc:sldChg chg="addSp delSp modSp del mod">
        <pc:chgData name="Dr. Basavaraj Kudachimath" userId="cb84a6794fdd4dd6" providerId="LiveId" clId="{DC2882E9-9F90-40C6-ADFC-525B194ED3DD}" dt="2023-04-15T23:50:33.283" v="1046" actId="47"/>
        <pc:sldMkLst>
          <pc:docMk/>
          <pc:sldMk cId="0" sldId="291"/>
        </pc:sldMkLst>
        <pc:spChg chg="add mod">
          <ac:chgData name="Dr. Basavaraj Kudachimath" userId="cb84a6794fdd4dd6" providerId="LiveId" clId="{DC2882E9-9F90-40C6-ADFC-525B194ED3DD}" dt="2023-04-15T23:46:14.558" v="898" actId="21"/>
          <ac:spMkLst>
            <pc:docMk/>
            <pc:sldMk cId="0" sldId="291"/>
            <ac:spMk id="3" creationId="{A704D551-87A3-433A-CA19-65301741E4EC}"/>
          </ac:spMkLst>
        </pc:spChg>
        <pc:spChg chg="del mod">
          <ac:chgData name="Dr. Basavaraj Kudachimath" userId="cb84a6794fdd4dd6" providerId="LiveId" clId="{DC2882E9-9F90-40C6-ADFC-525B194ED3DD}" dt="2023-04-15T23:46:14.558" v="898" actId="21"/>
          <ac:spMkLst>
            <pc:docMk/>
            <pc:sldMk cId="0" sldId="291"/>
            <ac:spMk id="8195" creationId="{00000000-0000-0000-0000-000000000000}"/>
          </ac:spMkLst>
        </pc:spChg>
      </pc:sldChg>
      <pc:sldChg chg="modSp">
        <pc:chgData name="Dr. Basavaraj Kudachimath" userId="cb84a6794fdd4dd6" providerId="LiveId" clId="{DC2882E9-9F90-40C6-ADFC-525B194ED3DD}" dt="2023-04-15T22:07:12.321" v="112"/>
        <pc:sldMkLst>
          <pc:docMk/>
          <pc:sldMk cId="0" sldId="292"/>
        </pc:sldMkLst>
        <pc:spChg chg="mod">
          <ac:chgData name="Dr. Basavaraj Kudachimath" userId="cb84a6794fdd4dd6" providerId="LiveId" clId="{DC2882E9-9F90-40C6-ADFC-525B194ED3DD}" dt="2023-04-15T22:07:12.321" v="112"/>
          <ac:spMkLst>
            <pc:docMk/>
            <pc:sldMk cId="0" sldId="292"/>
            <ac:spMk id="2" creationId="{00000000-0000-0000-0000-000000000000}"/>
          </ac:spMkLst>
        </pc:spChg>
        <pc:spChg chg="mod">
          <ac:chgData name="Dr. Basavaraj Kudachimath" userId="cb84a6794fdd4dd6" providerId="LiveId" clId="{DC2882E9-9F90-40C6-ADFC-525B194ED3DD}" dt="2023-04-15T22:07:12.321" v="112"/>
          <ac:spMkLst>
            <pc:docMk/>
            <pc:sldMk cId="0" sldId="292"/>
            <ac:spMk id="3" creationId="{00000000-0000-0000-0000-000000000000}"/>
          </ac:spMkLst>
        </pc:spChg>
      </pc:sldChg>
      <pc:sldChg chg="modSp">
        <pc:chgData name="Dr. Basavaraj Kudachimath" userId="cb84a6794fdd4dd6" providerId="LiveId" clId="{DC2882E9-9F90-40C6-ADFC-525B194ED3DD}" dt="2023-04-15T22:07:12.321" v="112"/>
        <pc:sldMkLst>
          <pc:docMk/>
          <pc:sldMk cId="0" sldId="297"/>
        </pc:sldMkLst>
        <pc:spChg chg="mod">
          <ac:chgData name="Dr. Basavaraj Kudachimath" userId="cb84a6794fdd4dd6" providerId="LiveId" clId="{DC2882E9-9F90-40C6-ADFC-525B194ED3DD}" dt="2023-04-15T22:07:12.321" v="112"/>
          <ac:spMkLst>
            <pc:docMk/>
            <pc:sldMk cId="0" sldId="297"/>
            <ac:spMk id="2" creationId="{00000000-0000-0000-0000-000000000000}"/>
          </ac:spMkLst>
        </pc:spChg>
      </pc:sldChg>
      <pc:sldChg chg="modSp">
        <pc:chgData name="Dr. Basavaraj Kudachimath" userId="cb84a6794fdd4dd6" providerId="LiveId" clId="{DC2882E9-9F90-40C6-ADFC-525B194ED3DD}" dt="2023-04-15T22:07:12.321" v="112"/>
        <pc:sldMkLst>
          <pc:docMk/>
          <pc:sldMk cId="0" sldId="298"/>
        </pc:sldMkLst>
        <pc:spChg chg="mod">
          <ac:chgData name="Dr. Basavaraj Kudachimath" userId="cb84a6794fdd4dd6" providerId="LiveId" clId="{DC2882E9-9F90-40C6-ADFC-525B194ED3DD}" dt="2023-04-15T22:07:12.321" v="112"/>
          <ac:spMkLst>
            <pc:docMk/>
            <pc:sldMk cId="0" sldId="298"/>
            <ac:spMk id="2" creationId="{00000000-0000-0000-0000-000000000000}"/>
          </ac:spMkLst>
        </pc:spChg>
        <pc:spChg chg="mod">
          <ac:chgData name="Dr. Basavaraj Kudachimath" userId="cb84a6794fdd4dd6" providerId="LiveId" clId="{DC2882E9-9F90-40C6-ADFC-525B194ED3DD}" dt="2023-04-15T22:07:12.321" v="112"/>
          <ac:spMkLst>
            <pc:docMk/>
            <pc:sldMk cId="0" sldId="298"/>
            <ac:spMk id="3" creationId="{00000000-0000-0000-0000-000000000000}"/>
          </ac:spMkLst>
        </pc:spChg>
      </pc:sldChg>
      <pc:sldChg chg="modSp">
        <pc:chgData name="Dr. Basavaraj Kudachimath" userId="cb84a6794fdd4dd6" providerId="LiveId" clId="{DC2882E9-9F90-40C6-ADFC-525B194ED3DD}" dt="2023-04-15T22:07:12.321" v="112"/>
        <pc:sldMkLst>
          <pc:docMk/>
          <pc:sldMk cId="0" sldId="299"/>
        </pc:sldMkLst>
        <pc:spChg chg="mod">
          <ac:chgData name="Dr. Basavaraj Kudachimath" userId="cb84a6794fdd4dd6" providerId="LiveId" clId="{DC2882E9-9F90-40C6-ADFC-525B194ED3DD}" dt="2023-04-15T22:07:12.321" v="112"/>
          <ac:spMkLst>
            <pc:docMk/>
            <pc:sldMk cId="0" sldId="299"/>
            <ac:spMk id="2" creationId="{00000000-0000-0000-0000-000000000000}"/>
          </ac:spMkLst>
        </pc:spChg>
      </pc:sldChg>
      <pc:sldChg chg="modSp">
        <pc:chgData name="Dr. Basavaraj Kudachimath" userId="cb84a6794fdd4dd6" providerId="LiveId" clId="{DC2882E9-9F90-40C6-ADFC-525B194ED3DD}" dt="2023-04-15T22:07:12.321" v="112"/>
        <pc:sldMkLst>
          <pc:docMk/>
          <pc:sldMk cId="0" sldId="301"/>
        </pc:sldMkLst>
        <pc:spChg chg="mod">
          <ac:chgData name="Dr. Basavaraj Kudachimath" userId="cb84a6794fdd4dd6" providerId="LiveId" clId="{DC2882E9-9F90-40C6-ADFC-525B194ED3DD}" dt="2023-04-15T22:07:12.321" v="112"/>
          <ac:spMkLst>
            <pc:docMk/>
            <pc:sldMk cId="0" sldId="301"/>
            <ac:spMk id="2" creationId="{00000000-0000-0000-0000-000000000000}"/>
          </ac:spMkLst>
        </pc:spChg>
      </pc:sldChg>
      <pc:sldChg chg="modSp">
        <pc:chgData name="Dr. Basavaraj Kudachimath" userId="cb84a6794fdd4dd6" providerId="LiveId" clId="{DC2882E9-9F90-40C6-ADFC-525B194ED3DD}" dt="2023-04-15T22:07:12.321" v="112"/>
        <pc:sldMkLst>
          <pc:docMk/>
          <pc:sldMk cId="0" sldId="302"/>
        </pc:sldMkLst>
        <pc:spChg chg="mod">
          <ac:chgData name="Dr. Basavaraj Kudachimath" userId="cb84a6794fdd4dd6" providerId="LiveId" clId="{DC2882E9-9F90-40C6-ADFC-525B194ED3DD}" dt="2023-04-15T22:07:12.321" v="112"/>
          <ac:spMkLst>
            <pc:docMk/>
            <pc:sldMk cId="0" sldId="302"/>
            <ac:spMk id="2" creationId="{00000000-0000-0000-0000-000000000000}"/>
          </ac:spMkLst>
        </pc:spChg>
      </pc:sldChg>
      <pc:sldChg chg="modSp">
        <pc:chgData name="Dr. Basavaraj Kudachimath" userId="cb84a6794fdd4dd6" providerId="LiveId" clId="{DC2882E9-9F90-40C6-ADFC-525B194ED3DD}" dt="2023-04-15T22:07:12.321" v="112"/>
        <pc:sldMkLst>
          <pc:docMk/>
          <pc:sldMk cId="0" sldId="303"/>
        </pc:sldMkLst>
        <pc:spChg chg="mod">
          <ac:chgData name="Dr. Basavaraj Kudachimath" userId="cb84a6794fdd4dd6" providerId="LiveId" clId="{DC2882E9-9F90-40C6-ADFC-525B194ED3DD}" dt="2023-04-15T22:07:12.321" v="112"/>
          <ac:spMkLst>
            <pc:docMk/>
            <pc:sldMk cId="0" sldId="303"/>
            <ac:spMk id="2" creationId="{00000000-0000-0000-0000-000000000000}"/>
          </ac:spMkLst>
        </pc:spChg>
      </pc:sldChg>
      <pc:sldChg chg="modSp">
        <pc:chgData name="Dr. Basavaraj Kudachimath" userId="cb84a6794fdd4dd6" providerId="LiveId" clId="{DC2882E9-9F90-40C6-ADFC-525B194ED3DD}" dt="2023-04-15T22:07:12.321" v="112"/>
        <pc:sldMkLst>
          <pc:docMk/>
          <pc:sldMk cId="0" sldId="304"/>
        </pc:sldMkLst>
        <pc:spChg chg="mod">
          <ac:chgData name="Dr. Basavaraj Kudachimath" userId="cb84a6794fdd4dd6" providerId="LiveId" clId="{DC2882E9-9F90-40C6-ADFC-525B194ED3DD}" dt="2023-04-15T22:07:12.321" v="112"/>
          <ac:spMkLst>
            <pc:docMk/>
            <pc:sldMk cId="0" sldId="304"/>
            <ac:spMk id="2" creationId="{00000000-0000-0000-0000-000000000000}"/>
          </ac:spMkLst>
        </pc:spChg>
      </pc:sldChg>
      <pc:sldChg chg="modSp">
        <pc:chgData name="Dr. Basavaraj Kudachimath" userId="cb84a6794fdd4dd6" providerId="LiveId" clId="{DC2882E9-9F90-40C6-ADFC-525B194ED3DD}" dt="2023-04-15T22:07:12.321" v="112"/>
        <pc:sldMkLst>
          <pc:docMk/>
          <pc:sldMk cId="0" sldId="305"/>
        </pc:sldMkLst>
        <pc:spChg chg="mod">
          <ac:chgData name="Dr. Basavaraj Kudachimath" userId="cb84a6794fdd4dd6" providerId="LiveId" clId="{DC2882E9-9F90-40C6-ADFC-525B194ED3DD}" dt="2023-04-15T22:07:12.321" v="112"/>
          <ac:spMkLst>
            <pc:docMk/>
            <pc:sldMk cId="0" sldId="305"/>
            <ac:spMk id="2" creationId="{00000000-0000-0000-0000-000000000000}"/>
          </ac:spMkLst>
        </pc:spChg>
      </pc:sldChg>
      <pc:sldChg chg="modSp">
        <pc:chgData name="Dr. Basavaraj Kudachimath" userId="cb84a6794fdd4dd6" providerId="LiveId" clId="{DC2882E9-9F90-40C6-ADFC-525B194ED3DD}" dt="2023-04-15T22:07:12.321" v="112"/>
        <pc:sldMkLst>
          <pc:docMk/>
          <pc:sldMk cId="0" sldId="306"/>
        </pc:sldMkLst>
        <pc:spChg chg="mod">
          <ac:chgData name="Dr. Basavaraj Kudachimath" userId="cb84a6794fdd4dd6" providerId="LiveId" clId="{DC2882E9-9F90-40C6-ADFC-525B194ED3DD}" dt="2023-04-15T22:07:12.321" v="112"/>
          <ac:spMkLst>
            <pc:docMk/>
            <pc:sldMk cId="0" sldId="306"/>
            <ac:spMk id="2" creationId="{00000000-0000-0000-0000-000000000000}"/>
          </ac:spMkLst>
        </pc:spChg>
      </pc:sldChg>
      <pc:sldChg chg="del">
        <pc:chgData name="Dr. Basavaraj Kudachimath" userId="cb84a6794fdd4dd6" providerId="LiveId" clId="{DC2882E9-9F90-40C6-ADFC-525B194ED3DD}" dt="2023-04-15T23:52:32.339" v="1049" actId="47"/>
        <pc:sldMkLst>
          <pc:docMk/>
          <pc:sldMk cId="0" sldId="307"/>
        </pc:sldMkLst>
      </pc:sldChg>
      <pc:sldChg chg="del">
        <pc:chgData name="Dr. Basavaraj Kudachimath" userId="cb84a6794fdd4dd6" providerId="LiveId" clId="{DC2882E9-9F90-40C6-ADFC-525B194ED3DD}" dt="2023-04-15T23:52:33.004" v="1050" actId="47"/>
        <pc:sldMkLst>
          <pc:docMk/>
          <pc:sldMk cId="0" sldId="308"/>
        </pc:sldMkLst>
      </pc:sldChg>
      <pc:sldChg chg="del">
        <pc:chgData name="Dr. Basavaraj Kudachimath" userId="cb84a6794fdd4dd6" providerId="LiveId" clId="{DC2882E9-9F90-40C6-ADFC-525B194ED3DD}" dt="2023-04-15T23:52:33.837" v="1051" actId="47"/>
        <pc:sldMkLst>
          <pc:docMk/>
          <pc:sldMk cId="0" sldId="309"/>
        </pc:sldMkLst>
      </pc:sldChg>
      <pc:sldChg chg="del">
        <pc:chgData name="Dr. Basavaraj Kudachimath" userId="cb84a6794fdd4dd6" providerId="LiveId" clId="{DC2882E9-9F90-40C6-ADFC-525B194ED3DD}" dt="2023-04-15T23:52:34.600" v="1052" actId="47"/>
        <pc:sldMkLst>
          <pc:docMk/>
          <pc:sldMk cId="0" sldId="310"/>
        </pc:sldMkLst>
      </pc:sldChg>
      <pc:sldChg chg="del">
        <pc:chgData name="Dr. Basavaraj Kudachimath" userId="cb84a6794fdd4dd6" providerId="LiveId" clId="{DC2882E9-9F90-40C6-ADFC-525B194ED3DD}" dt="2023-04-15T23:52:35.398" v="1053" actId="47"/>
        <pc:sldMkLst>
          <pc:docMk/>
          <pc:sldMk cId="0" sldId="311"/>
        </pc:sldMkLst>
      </pc:sldChg>
      <pc:sldChg chg="del">
        <pc:chgData name="Dr. Basavaraj Kudachimath" userId="cb84a6794fdd4dd6" providerId="LiveId" clId="{DC2882E9-9F90-40C6-ADFC-525B194ED3DD}" dt="2023-04-15T23:52:36.173" v="1054" actId="47"/>
        <pc:sldMkLst>
          <pc:docMk/>
          <pc:sldMk cId="0" sldId="312"/>
        </pc:sldMkLst>
      </pc:sldChg>
      <pc:sldChg chg="del">
        <pc:chgData name="Dr. Basavaraj Kudachimath" userId="cb84a6794fdd4dd6" providerId="LiveId" clId="{DC2882E9-9F90-40C6-ADFC-525B194ED3DD}" dt="2023-04-15T23:52:36.893" v="1055" actId="47"/>
        <pc:sldMkLst>
          <pc:docMk/>
          <pc:sldMk cId="0" sldId="313"/>
        </pc:sldMkLst>
      </pc:sldChg>
      <pc:sldChg chg="modSp">
        <pc:chgData name="Dr. Basavaraj Kudachimath" userId="cb84a6794fdd4dd6" providerId="LiveId" clId="{DC2882E9-9F90-40C6-ADFC-525B194ED3DD}" dt="2023-04-15T22:07:12.321" v="112"/>
        <pc:sldMkLst>
          <pc:docMk/>
          <pc:sldMk cId="0" sldId="316"/>
        </pc:sldMkLst>
        <pc:spChg chg="mod">
          <ac:chgData name="Dr. Basavaraj Kudachimath" userId="cb84a6794fdd4dd6" providerId="LiveId" clId="{DC2882E9-9F90-40C6-ADFC-525B194ED3DD}" dt="2023-04-15T22:07:12.321" v="112"/>
          <ac:spMkLst>
            <pc:docMk/>
            <pc:sldMk cId="0" sldId="316"/>
            <ac:spMk id="2" creationId="{00000000-0000-0000-0000-000000000000}"/>
          </ac:spMkLst>
        </pc:spChg>
        <pc:spChg chg="mod">
          <ac:chgData name="Dr. Basavaraj Kudachimath" userId="cb84a6794fdd4dd6" providerId="LiveId" clId="{DC2882E9-9F90-40C6-ADFC-525B194ED3DD}" dt="2023-04-15T22:07:12.321" v="112"/>
          <ac:spMkLst>
            <pc:docMk/>
            <pc:sldMk cId="0" sldId="316"/>
            <ac:spMk id="3" creationId="{00000000-0000-0000-0000-000000000000}"/>
          </ac:spMkLst>
        </pc:spChg>
      </pc:sldChg>
      <pc:sldChg chg="modSp mod">
        <pc:chgData name="Dr. Basavaraj Kudachimath" userId="cb84a6794fdd4dd6" providerId="LiveId" clId="{DC2882E9-9F90-40C6-ADFC-525B194ED3DD}" dt="2023-04-15T23:53:11.216" v="1075" actId="14100"/>
        <pc:sldMkLst>
          <pc:docMk/>
          <pc:sldMk cId="0" sldId="317"/>
        </pc:sldMkLst>
        <pc:spChg chg="mod">
          <ac:chgData name="Dr. Basavaraj Kudachimath" userId="cb84a6794fdd4dd6" providerId="LiveId" clId="{DC2882E9-9F90-40C6-ADFC-525B194ED3DD}" dt="2023-04-15T23:53:11.216" v="1075" actId="14100"/>
          <ac:spMkLst>
            <pc:docMk/>
            <pc:sldMk cId="0" sldId="317"/>
            <ac:spMk id="3" creationId="{00000000-0000-0000-0000-000000000000}"/>
          </ac:spMkLst>
        </pc:spChg>
      </pc:sldChg>
      <pc:sldChg chg="modSp del mod">
        <pc:chgData name="Dr. Basavaraj Kudachimath" userId="cb84a6794fdd4dd6" providerId="LiveId" clId="{DC2882E9-9F90-40C6-ADFC-525B194ED3DD}" dt="2023-04-16T00:05:00.637" v="1112" actId="47"/>
        <pc:sldMkLst>
          <pc:docMk/>
          <pc:sldMk cId="0" sldId="318"/>
        </pc:sldMkLst>
        <pc:spChg chg="mod">
          <ac:chgData name="Dr. Basavaraj Kudachimath" userId="cb84a6794fdd4dd6" providerId="LiveId" clId="{DC2882E9-9F90-40C6-ADFC-525B194ED3DD}" dt="2023-04-15T22:07:12.321" v="112"/>
          <ac:spMkLst>
            <pc:docMk/>
            <pc:sldMk cId="0" sldId="318"/>
            <ac:spMk id="3" creationId="{00000000-0000-0000-0000-000000000000}"/>
          </ac:spMkLst>
        </pc:spChg>
      </pc:sldChg>
      <pc:sldChg chg="modSp">
        <pc:chgData name="Dr. Basavaraj Kudachimath" userId="cb84a6794fdd4dd6" providerId="LiveId" clId="{DC2882E9-9F90-40C6-ADFC-525B194ED3DD}" dt="2023-04-15T22:07:12.321" v="112"/>
        <pc:sldMkLst>
          <pc:docMk/>
          <pc:sldMk cId="0" sldId="319"/>
        </pc:sldMkLst>
        <pc:spChg chg="mod">
          <ac:chgData name="Dr. Basavaraj Kudachimath" userId="cb84a6794fdd4dd6" providerId="LiveId" clId="{DC2882E9-9F90-40C6-ADFC-525B194ED3DD}" dt="2023-04-15T22:07:12.321" v="112"/>
          <ac:spMkLst>
            <pc:docMk/>
            <pc:sldMk cId="0" sldId="319"/>
            <ac:spMk id="2" creationId="{00000000-0000-0000-0000-000000000000}"/>
          </ac:spMkLst>
        </pc:spChg>
        <pc:spChg chg="mod">
          <ac:chgData name="Dr. Basavaraj Kudachimath" userId="cb84a6794fdd4dd6" providerId="LiveId" clId="{DC2882E9-9F90-40C6-ADFC-525B194ED3DD}" dt="2023-04-15T22:07:12.321" v="112"/>
          <ac:spMkLst>
            <pc:docMk/>
            <pc:sldMk cId="0" sldId="319"/>
            <ac:spMk id="3" creationId="{00000000-0000-0000-0000-000000000000}"/>
          </ac:spMkLst>
        </pc:spChg>
      </pc:sldChg>
      <pc:sldChg chg="modSp">
        <pc:chgData name="Dr. Basavaraj Kudachimath" userId="cb84a6794fdd4dd6" providerId="LiveId" clId="{DC2882E9-9F90-40C6-ADFC-525B194ED3DD}" dt="2023-04-15T22:07:12.321" v="112"/>
        <pc:sldMkLst>
          <pc:docMk/>
          <pc:sldMk cId="0" sldId="320"/>
        </pc:sldMkLst>
        <pc:spChg chg="mod">
          <ac:chgData name="Dr. Basavaraj Kudachimath" userId="cb84a6794fdd4dd6" providerId="LiveId" clId="{DC2882E9-9F90-40C6-ADFC-525B194ED3DD}" dt="2023-04-15T22:07:12.321" v="112"/>
          <ac:spMkLst>
            <pc:docMk/>
            <pc:sldMk cId="0" sldId="320"/>
            <ac:spMk id="2" creationId="{00000000-0000-0000-0000-000000000000}"/>
          </ac:spMkLst>
        </pc:spChg>
        <pc:spChg chg="mod">
          <ac:chgData name="Dr. Basavaraj Kudachimath" userId="cb84a6794fdd4dd6" providerId="LiveId" clId="{DC2882E9-9F90-40C6-ADFC-525B194ED3DD}" dt="2023-04-15T22:07:12.321" v="112"/>
          <ac:spMkLst>
            <pc:docMk/>
            <pc:sldMk cId="0" sldId="320"/>
            <ac:spMk id="3" creationId="{00000000-0000-0000-0000-000000000000}"/>
          </ac:spMkLst>
        </pc:spChg>
      </pc:sldChg>
      <pc:sldChg chg="modSp mod">
        <pc:chgData name="Dr. Basavaraj Kudachimath" userId="cb84a6794fdd4dd6" providerId="LiveId" clId="{DC2882E9-9F90-40C6-ADFC-525B194ED3DD}" dt="2023-04-16T00:18:59.932" v="1301" actId="255"/>
        <pc:sldMkLst>
          <pc:docMk/>
          <pc:sldMk cId="0" sldId="321"/>
        </pc:sldMkLst>
        <pc:spChg chg="mod">
          <ac:chgData name="Dr. Basavaraj Kudachimath" userId="cb84a6794fdd4dd6" providerId="LiveId" clId="{DC2882E9-9F90-40C6-ADFC-525B194ED3DD}" dt="2023-04-16T00:18:59.932" v="1301" actId="255"/>
          <ac:spMkLst>
            <pc:docMk/>
            <pc:sldMk cId="0" sldId="321"/>
            <ac:spMk id="3" creationId="{00000000-0000-0000-0000-000000000000}"/>
          </ac:spMkLst>
        </pc:spChg>
      </pc:sldChg>
      <pc:sldChg chg="modSp mod">
        <pc:chgData name="Dr. Basavaraj Kudachimath" userId="cb84a6794fdd4dd6" providerId="LiveId" clId="{DC2882E9-9F90-40C6-ADFC-525B194ED3DD}" dt="2023-04-16T00:18:06.840" v="1300" actId="255"/>
        <pc:sldMkLst>
          <pc:docMk/>
          <pc:sldMk cId="0" sldId="322"/>
        </pc:sldMkLst>
        <pc:spChg chg="mod">
          <ac:chgData name="Dr. Basavaraj Kudachimath" userId="cb84a6794fdd4dd6" providerId="LiveId" clId="{DC2882E9-9F90-40C6-ADFC-525B194ED3DD}" dt="2023-04-15T22:07:12.321" v="112"/>
          <ac:spMkLst>
            <pc:docMk/>
            <pc:sldMk cId="0" sldId="322"/>
            <ac:spMk id="2" creationId="{00000000-0000-0000-0000-000000000000}"/>
          </ac:spMkLst>
        </pc:spChg>
        <pc:spChg chg="mod">
          <ac:chgData name="Dr. Basavaraj Kudachimath" userId="cb84a6794fdd4dd6" providerId="LiveId" clId="{DC2882E9-9F90-40C6-ADFC-525B194ED3DD}" dt="2023-04-16T00:18:06.840" v="1300" actId="255"/>
          <ac:spMkLst>
            <pc:docMk/>
            <pc:sldMk cId="0" sldId="322"/>
            <ac:spMk id="3" creationId="{00000000-0000-0000-0000-000000000000}"/>
          </ac:spMkLst>
        </pc:spChg>
      </pc:sldChg>
      <pc:sldChg chg="modSp mod">
        <pc:chgData name="Dr. Basavaraj Kudachimath" userId="cb84a6794fdd4dd6" providerId="LiveId" clId="{DC2882E9-9F90-40C6-ADFC-525B194ED3DD}" dt="2023-04-16T00:20:42.287" v="1303" actId="255"/>
        <pc:sldMkLst>
          <pc:docMk/>
          <pc:sldMk cId="0" sldId="323"/>
        </pc:sldMkLst>
        <pc:spChg chg="mod">
          <ac:chgData name="Dr. Basavaraj Kudachimath" userId="cb84a6794fdd4dd6" providerId="LiveId" clId="{DC2882E9-9F90-40C6-ADFC-525B194ED3DD}" dt="2023-04-15T22:07:12.321" v="112"/>
          <ac:spMkLst>
            <pc:docMk/>
            <pc:sldMk cId="0" sldId="323"/>
            <ac:spMk id="2" creationId="{00000000-0000-0000-0000-000000000000}"/>
          </ac:spMkLst>
        </pc:spChg>
        <pc:spChg chg="mod">
          <ac:chgData name="Dr. Basavaraj Kudachimath" userId="cb84a6794fdd4dd6" providerId="LiveId" clId="{DC2882E9-9F90-40C6-ADFC-525B194ED3DD}" dt="2023-04-16T00:20:42.287" v="1303" actId="255"/>
          <ac:spMkLst>
            <pc:docMk/>
            <pc:sldMk cId="0" sldId="323"/>
            <ac:spMk id="3" creationId="{00000000-0000-0000-0000-000000000000}"/>
          </ac:spMkLst>
        </pc:spChg>
      </pc:sldChg>
      <pc:sldChg chg="modSp mod">
        <pc:chgData name="Dr. Basavaraj Kudachimath" userId="cb84a6794fdd4dd6" providerId="LiveId" clId="{DC2882E9-9F90-40C6-ADFC-525B194ED3DD}" dt="2023-04-15T23:55:16.184" v="1077" actId="207"/>
        <pc:sldMkLst>
          <pc:docMk/>
          <pc:sldMk cId="0" sldId="328"/>
        </pc:sldMkLst>
        <pc:spChg chg="mod">
          <ac:chgData name="Dr. Basavaraj Kudachimath" userId="cb84a6794fdd4dd6" providerId="LiveId" clId="{DC2882E9-9F90-40C6-ADFC-525B194ED3DD}" dt="2023-04-15T23:55:16.184" v="1077" actId="207"/>
          <ac:spMkLst>
            <pc:docMk/>
            <pc:sldMk cId="0" sldId="328"/>
            <ac:spMk id="18434" creationId="{00000000-0000-0000-0000-000000000000}"/>
          </ac:spMkLst>
        </pc:spChg>
      </pc:sldChg>
      <pc:sldChg chg="modSp mod">
        <pc:chgData name="Dr. Basavaraj Kudachimath" userId="cb84a6794fdd4dd6" providerId="LiveId" clId="{DC2882E9-9F90-40C6-ADFC-525B194ED3DD}" dt="2023-04-15T23:54:57.762" v="1076" actId="207"/>
        <pc:sldMkLst>
          <pc:docMk/>
          <pc:sldMk cId="0" sldId="329"/>
        </pc:sldMkLst>
        <pc:spChg chg="mod">
          <ac:chgData name="Dr. Basavaraj Kudachimath" userId="cb84a6794fdd4dd6" providerId="LiveId" clId="{DC2882E9-9F90-40C6-ADFC-525B194ED3DD}" dt="2023-04-15T23:54:57.762" v="1076" actId="207"/>
          <ac:spMkLst>
            <pc:docMk/>
            <pc:sldMk cId="0" sldId="329"/>
            <ac:spMk id="18434" creationId="{00000000-0000-0000-0000-000000000000}"/>
          </ac:spMkLst>
        </pc:spChg>
      </pc:sldChg>
      <pc:sldChg chg="modSp mod">
        <pc:chgData name="Dr. Basavaraj Kudachimath" userId="cb84a6794fdd4dd6" providerId="LiveId" clId="{DC2882E9-9F90-40C6-ADFC-525B194ED3DD}" dt="2023-04-15T23:55:57.695" v="1078" actId="207"/>
        <pc:sldMkLst>
          <pc:docMk/>
          <pc:sldMk cId="0" sldId="330"/>
        </pc:sldMkLst>
        <pc:spChg chg="mod">
          <ac:chgData name="Dr. Basavaraj Kudachimath" userId="cb84a6794fdd4dd6" providerId="LiveId" clId="{DC2882E9-9F90-40C6-ADFC-525B194ED3DD}" dt="2023-04-15T23:55:57.695" v="1078" actId="207"/>
          <ac:spMkLst>
            <pc:docMk/>
            <pc:sldMk cId="0" sldId="330"/>
            <ac:spMk id="20482" creationId="{00000000-0000-0000-0000-000000000000}"/>
          </ac:spMkLst>
        </pc:spChg>
      </pc:sldChg>
      <pc:sldChg chg="modSp mod">
        <pc:chgData name="Dr. Basavaraj Kudachimath" userId="cb84a6794fdd4dd6" providerId="LiveId" clId="{DC2882E9-9F90-40C6-ADFC-525B194ED3DD}" dt="2023-04-15T23:56:39.509" v="1082" actId="20577"/>
        <pc:sldMkLst>
          <pc:docMk/>
          <pc:sldMk cId="0" sldId="331"/>
        </pc:sldMkLst>
        <pc:spChg chg="mod">
          <ac:chgData name="Dr. Basavaraj Kudachimath" userId="cb84a6794fdd4dd6" providerId="LiveId" clId="{DC2882E9-9F90-40C6-ADFC-525B194ED3DD}" dt="2023-04-15T23:56:39.509" v="1082" actId="20577"/>
          <ac:spMkLst>
            <pc:docMk/>
            <pc:sldMk cId="0" sldId="331"/>
            <ac:spMk id="3" creationId="{00000000-0000-0000-0000-000000000000}"/>
          </ac:spMkLst>
        </pc:spChg>
      </pc:sldChg>
      <pc:sldChg chg="modSp mod">
        <pc:chgData name="Dr. Basavaraj Kudachimath" userId="cb84a6794fdd4dd6" providerId="LiveId" clId="{DC2882E9-9F90-40C6-ADFC-525B194ED3DD}" dt="2023-04-15T23:57:20.826" v="1083" actId="207"/>
        <pc:sldMkLst>
          <pc:docMk/>
          <pc:sldMk cId="0" sldId="332"/>
        </pc:sldMkLst>
        <pc:spChg chg="mod">
          <ac:chgData name="Dr. Basavaraj Kudachimath" userId="cb84a6794fdd4dd6" providerId="LiveId" clId="{DC2882E9-9F90-40C6-ADFC-525B194ED3DD}" dt="2023-04-15T23:57:20.826" v="1083" actId="207"/>
          <ac:spMkLst>
            <pc:docMk/>
            <pc:sldMk cId="0" sldId="332"/>
            <ac:spMk id="22530" creationId="{00000000-0000-0000-0000-000000000000}"/>
          </ac:spMkLst>
        </pc:spChg>
      </pc:sldChg>
      <pc:sldChg chg="modSp mod">
        <pc:chgData name="Dr. Basavaraj Kudachimath" userId="cb84a6794fdd4dd6" providerId="LiveId" clId="{DC2882E9-9F90-40C6-ADFC-525B194ED3DD}" dt="2023-04-15T23:58:26.364" v="1084" actId="207"/>
        <pc:sldMkLst>
          <pc:docMk/>
          <pc:sldMk cId="0" sldId="333"/>
        </pc:sldMkLst>
        <pc:spChg chg="mod">
          <ac:chgData name="Dr. Basavaraj Kudachimath" userId="cb84a6794fdd4dd6" providerId="LiveId" clId="{DC2882E9-9F90-40C6-ADFC-525B194ED3DD}" dt="2023-04-15T23:58:26.364" v="1084" actId="207"/>
          <ac:spMkLst>
            <pc:docMk/>
            <pc:sldMk cId="0" sldId="333"/>
            <ac:spMk id="3" creationId="{00000000-0000-0000-0000-000000000000}"/>
          </ac:spMkLst>
        </pc:spChg>
      </pc:sldChg>
      <pc:sldChg chg="modSp mod">
        <pc:chgData name="Dr. Basavaraj Kudachimath" userId="cb84a6794fdd4dd6" providerId="LiveId" clId="{DC2882E9-9F90-40C6-ADFC-525B194ED3DD}" dt="2023-04-15T23:59:07.115" v="1085" actId="207"/>
        <pc:sldMkLst>
          <pc:docMk/>
          <pc:sldMk cId="0" sldId="334"/>
        </pc:sldMkLst>
        <pc:spChg chg="mod">
          <ac:chgData name="Dr. Basavaraj Kudachimath" userId="cb84a6794fdd4dd6" providerId="LiveId" clId="{DC2882E9-9F90-40C6-ADFC-525B194ED3DD}" dt="2023-04-15T22:06:28.333" v="110" actId="27636"/>
          <ac:spMkLst>
            <pc:docMk/>
            <pc:sldMk cId="0" sldId="334"/>
            <ac:spMk id="2" creationId="{00000000-0000-0000-0000-000000000000}"/>
          </ac:spMkLst>
        </pc:spChg>
        <pc:spChg chg="mod">
          <ac:chgData name="Dr. Basavaraj Kudachimath" userId="cb84a6794fdd4dd6" providerId="LiveId" clId="{DC2882E9-9F90-40C6-ADFC-525B194ED3DD}" dt="2023-04-15T23:59:07.115" v="1085" actId="207"/>
          <ac:spMkLst>
            <pc:docMk/>
            <pc:sldMk cId="0" sldId="334"/>
            <ac:spMk id="24578" creationId="{00000000-0000-0000-0000-000000000000}"/>
          </ac:spMkLst>
        </pc:spChg>
      </pc:sldChg>
      <pc:sldChg chg="modSp">
        <pc:chgData name="Dr. Basavaraj Kudachimath" userId="cb84a6794fdd4dd6" providerId="LiveId" clId="{DC2882E9-9F90-40C6-ADFC-525B194ED3DD}" dt="2023-04-15T22:07:12.321" v="112"/>
        <pc:sldMkLst>
          <pc:docMk/>
          <pc:sldMk cId="0" sldId="335"/>
        </pc:sldMkLst>
        <pc:spChg chg="mod">
          <ac:chgData name="Dr. Basavaraj Kudachimath" userId="cb84a6794fdd4dd6" providerId="LiveId" clId="{DC2882E9-9F90-40C6-ADFC-525B194ED3DD}" dt="2023-04-15T22:07:12.321" v="112"/>
          <ac:spMkLst>
            <pc:docMk/>
            <pc:sldMk cId="0" sldId="335"/>
            <ac:spMk id="2" creationId="{00000000-0000-0000-0000-000000000000}"/>
          </ac:spMkLst>
        </pc:spChg>
      </pc:sldChg>
      <pc:sldChg chg="modSp mod">
        <pc:chgData name="Dr. Basavaraj Kudachimath" userId="cb84a6794fdd4dd6" providerId="LiveId" clId="{DC2882E9-9F90-40C6-ADFC-525B194ED3DD}" dt="2023-04-16T00:00:01.186" v="1086" actId="207"/>
        <pc:sldMkLst>
          <pc:docMk/>
          <pc:sldMk cId="0" sldId="339"/>
        </pc:sldMkLst>
        <pc:spChg chg="mod">
          <ac:chgData name="Dr. Basavaraj Kudachimath" userId="cb84a6794fdd4dd6" providerId="LiveId" clId="{DC2882E9-9F90-40C6-ADFC-525B194ED3DD}" dt="2023-04-16T00:00:01.186" v="1086" actId="207"/>
          <ac:spMkLst>
            <pc:docMk/>
            <pc:sldMk cId="0" sldId="339"/>
            <ac:spMk id="28674" creationId="{00000000-0000-0000-0000-000000000000}"/>
          </ac:spMkLst>
        </pc:spChg>
      </pc:sldChg>
      <pc:sldChg chg="modSp mod">
        <pc:chgData name="Dr. Basavaraj Kudachimath" userId="cb84a6794fdd4dd6" providerId="LiveId" clId="{DC2882E9-9F90-40C6-ADFC-525B194ED3DD}" dt="2023-04-16T00:00:41.261" v="1089" actId="207"/>
        <pc:sldMkLst>
          <pc:docMk/>
          <pc:sldMk cId="0" sldId="340"/>
        </pc:sldMkLst>
        <pc:spChg chg="mod">
          <ac:chgData name="Dr. Basavaraj Kudachimath" userId="cb84a6794fdd4dd6" providerId="LiveId" clId="{DC2882E9-9F90-40C6-ADFC-525B194ED3DD}" dt="2023-04-16T00:00:41.261" v="1089" actId="207"/>
          <ac:spMkLst>
            <pc:docMk/>
            <pc:sldMk cId="0" sldId="340"/>
            <ac:spMk id="21507" creationId="{00000000-0000-0000-0000-000000000000}"/>
          </ac:spMkLst>
        </pc:spChg>
      </pc:sldChg>
      <pc:sldChg chg="modSp new mod">
        <pc:chgData name="Dr. Basavaraj Kudachimath" userId="cb84a6794fdd4dd6" providerId="LiveId" clId="{DC2882E9-9F90-40C6-ADFC-525B194ED3DD}" dt="2023-04-15T22:12:24.859" v="172" actId="207"/>
        <pc:sldMkLst>
          <pc:docMk/>
          <pc:sldMk cId="1236640128" sldId="341"/>
        </pc:sldMkLst>
        <pc:spChg chg="mod">
          <ac:chgData name="Dr. Basavaraj Kudachimath" userId="cb84a6794fdd4dd6" providerId="LiveId" clId="{DC2882E9-9F90-40C6-ADFC-525B194ED3DD}" dt="2023-04-15T22:09:04.895" v="142" actId="20577"/>
          <ac:spMkLst>
            <pc:docMk/>
            <pc:sldMk cId="1236640128" sldId="341"/>
            <ac:spMk id="2" creationId="{0E0B97C3-6A05-BB88-8D3A-AA76662E0D0F}"/>
          </ac:spMkLst>
        </pc:spChg>
        <pc:spChg chg="mod">
          <ac:chgData name="Dr. Basavaraj Kudachimath" userId="cb84a6794fdd4dd6" providerId="LiveId" clId="{DC2882E9-9F90-40C6-ADFC-525B194ED3DD}" dt="2023-04-15T22:12:24.859" v="172" actId="207"/>
          <ac:spMkLst>
            <pc:docMk/>
            <pc:sldMk cId="1236640128" sldId="341"/>
            <ac:spMk id="3" creationId="{C3E0B1F9-3E9E-6DE0-1A31-CDB9CCA33EAA}"/>
          </ac:spMkLst>
        </pc:spChg>
      </pc:sldChg>
      <pc:sldChg chg="addSp delSp modSp new mod">
        <pc:chgData name="Dr. Basavaraj Kudachimath" userId="cb84a6794fdd4dd6" providerId="LiveId" clId="{DC2882E9-9F90-40C6-ADFC-525B194ED3DD}" dt="2023-04-15T22:22:15.440" v="183" actId="14100"/>
        <pc:sldMkLst>
          <pc:docMk/>
          <pc:sldMk cId="1867042228" sldId="342"/>
        </pc:sldMkLst>
        <pc:spChg chg="del">
          <ac:chgData name="Dr. Basavaraj Kudachimath" userId="cb84a6794fdd4dd6" providerId="LiveId" clId="{DC2882E9-9F90-40C6-ADFC-525B194ED3DD}" dt="2023-04-15T22:21:42.171" v="175" actId="478"/>
          <ac:spMkLst>
            <pc:docMk/>
            <pc:sldMk cId="1867042228" sldId="342"/>
            <ac:spMk id="2" creationId="{4D7CAD1C-9D7C-0EB3-D655-25E65AF55784}"/>
          </ac:spMkLst>
        </pc:spChg>
        <pc:spChg chg="del mod">
          <ac:chgData name="Dr. Basavaraj Kudachimath" userId="cb84a6794fdd4dd6" providerId="LiveId" clId="{DC2882E9-9F90-40C6-ADFC-525B194ED3DD}" dt="2023-04-15T22:21:46.116" v="177" actId="478"/>
          <ac:spMkLst>
            <pc:docMk/>
            <pc:sldMk cId="1867042228" sldId="342"/>
            <ac:spMk id="3" creationId="{0F2F1D86-8310-7985-E7CF-2B82187EA41D}"/>
          </ac:spMkLst>
        </pc:spChg>
        <pc:spChg chg="add del">
          <ac:chgData name="Dr. Basavaraj Kudachimath" userId="cb84a6794fdd4dd6" providerId="LiveId" clId="{DC2882E9-9F90-40C6-ADFC-525B194ED3DD}" dt="2023-04-15T22:21:50.932" v="179"/>
          <ac:spMkLst>
            <pc:docMk/>
            <pc:sldMk cId="1867042228" sldId="342"/>
            <ac:spMk id="4" creationId="{84C3A23F-9464-A1A3-A504-DB42F89DFA18}"/>
          </ac:spMkLst>
        </pc:spChg>
        <pc:picChg chg="add mod">
          <ac:chgData name="Dr. Basavaraj Kudachimath" userId="cb84a6794fdd4dd6" providerId="LiveId" clId="{DC2882E9-9F90-40C6-ADFC-525B194ED3DD}" dt="2023-04-15T22:22:15.440" v="183" actId="14100"/>
          <ac:picMkLst>
            <pc:docMk/>
            <pc:sldMk cId="1867042228" sldId="342"/>
            <ac:picMk id="5" creationId="{256E753B-2D28-2A46-9CF1-DD05622BDF9B}"/>
          </ac:picMkLst>
        </pc:picChg>
      </pc:sldChg>
      <pc:sldChg chg="addSp delSp modSp new mod">
        <pc:chgData name="Dr. Basavaraj Kudachimath" userId="cb84a6794fdd4dd6" providerId="LiveId" clId="{DC2882E9-9F90-40C6-ADFC-525B194ED3DD}" dt="2023-04-15T22:30:48.358" v="199" actId="14100"/>
        <pc:sldMkLst>
          <pc:docMk/>
          <pc:sldMk cId="1968161352" sldId="343"/>
        </pc:sldMkLst>
        <pc:spChg chg="del">
          <ac:chgData name="Dr. Basavaraj Kudachimath" userId="cb84a6794fdd4dd6" providerId="LiveId" clId="{DC2882E9-9F90-40C6-ADFC-525B194ED3DD}" dt="2023-04-15T22:27:55.353" v="185" actId="478"/>
          <ac:spMkLst>
            <pc:docMk/>
            <pc:sldMk cId="1968161352" sldId="343"/>
            <ac:spMk id="2" creationId="{F526E94F-7C20-DD9E-F43F-7B9800F90AA3}"/>
          </ac:spMkLst>
        </pc:spChg>
        <pc:spChg chg="del mod">
          <ac:chgData name="Dr. Basavaraj Kudachimath" userId="cb84a6794fdd4dd6" providerId="LiveId" clId="{DC2882E9-9F90-40C6-ADFC-525B194ED3DD}" dt="2023-04-15T22:27:59.078" v="187" actId="478"/>
          <ac:spMkLst>
            <pc:docMk/>
            <pc:sldMk cId="1968161352" sldId="343"/>
            <ac:spMk id="3" creationId="{3145182F-AEF1-4FB6-AAFD-6B3EEC2DE979}"/>
          </ac:spMkLst>
        </pc:spChg>
        <pc:picChg chg="add mod">
          <ac:chgData name="Dr. Basavaraj Kudachimath" userId="cb84a6794fdd4dd6" providerId="LiveId" clId="{DC2882E9-9F90-40C6-ADFC-525B194ED3DD}" dt="2023-04-15T22:30:48.358" v="199" actId="14100"/>
          <ac:picMkLst>
            <pc:docMk/>
            <pc:sldMk cId="1968161352" sldId="343"/>
            <ac:picMk id="5" creationId="{DEC68FFB-D0BA-7A54-D872-9BAD732CC400}"/>
          </ac:picMkLst>
        </pc:picChg>
        <pc:picChg chg="add del mod">
          <ac:chgData name="Dr. Basavaraj Kudachimath" userId="cb84a6794fdd4dd6" providerId="LiveId" clId="{DC2882E9-9F90-40C6-ADFC-525B194ED3DD}" dt="2023-04-15T22:29:11.590" v="194" actId="478"/>
          <ac:picMkLst>
            <pc:docMk/>
            <pc:sldMk cId="1968161352" sldId="343"/>
            <ac:picMk id="2050" creationId="{10157415-8A57-CC1E-99C2-ACB60C9FF100}"/>
          </ac:picMkLst>
        </pc:picChg>
        <pc:picChg chg="add del">
          <ac:chgData name="Dr. Basavaraj Kudachimath" userId="cb84a6794fdd4dd6" providerId="LiveId" clId="{DC2882E9-9F90-40C6-ADFC-525B194ED3DD}" dt="2023-04-15T22:29:35.617" v="196"/>
          <ac:picMkLst>
            <pc:docMk/>
            <pc:sldMk cId="1968161352" sldId="343"/>
            <ac:picMk id="2052" creationId="{7C5EF7CE-9748-B0E4-7FA2-2343C15AF2A3}"/>
          </ac:picMkLst>
        </pc:picChg>
      </pc:sldChg>
      <pc:sldChg chg="addSp delSp new mod">
        <pc:chgData name="Dr. Basavaraj Kudachimath" userId="cb84a6794fdd4dd6" providerId="LiveId" clId="{DC2882E9-9F90-40C6-ADFC-525B194ED3DD}" dt="2023-04-15T22:50:18.556" v="482"/>
        <pc:sldMkLst>
          <pc:docMk/>
          <pc:sldMk cId="3365876758" sldId="344"/>
        </pc:sldMkLst>
        <pc:spChg chg="del">
          <ac:chgData name="Dr. Basavaraj Kudachimath" userId="cb84a6794fdd4dd6" providerId="LiveId" clId="{DC2882E9-9F90-40C6-ADFC-525B194ED3DD}" dt="2023-04-15T22:50:08.662" v="480" actId="478"/>
          <ac:spMkLst>
            <pc:docMk/>
            <pc:sldMk cId="3365876758" sldId="344"/>
            <ac:spMk id="2" creationId="{D40D2498-E14E-D47F-04B3-3770865B776F}"/>
          </ac:spMkLst>
        </pc:spChg>
        <pc:spChg chg="del">
          <ac:chgData name="Dr. Basavaraj Kudachimath" userId="cb84a6794fdd4dd6" providerId="LiveId" clId="{DC2882E9-9F90-40C6-ADFC-525B194ED3DD}" dt="2023-04-15T22:50:12.764" v="481" actId="478"/>
          <ac:spMkLst>
            <pc:docMk/>
            <pc:sldMk cId="3365876758" sldId="344"/>
            <ac:spMk id="3" creationId="{E42A134C-DF6A-0443-6252-46E9FA5B595A}"/>
          </ac:spMkLst>
        </pc:spChg>
        <pc:picChg chg="add">
          <ac:chgData name="Dr. Basavaraj Kudachimath" userId="cb84a6794fdd4dd6" providerId="LiveId" clId="{DC2882E9-9F90-40C6-ADFC-525B194ED3DD}" dt="2023-04-15T22:50:18.556" v="482"/>
          <ac:picMkLst>
            <pc:docMk/>
            <pc:sldMk cId="3365876758" sldId="344"/>
            <ac:picMk id="4" creationId="{F5B9F058-DDCA-4DDB-E7AB-0FF724B435B9}"/>
          </ac:picMkLst>
        </pc:picChg>
      </pc:sldChg>
      <pc:sldChg chg="addSp delSp modSp new mod">
        <pc:chgData name="Dr. Basavaraj Kudachimath" userId="cb84a6794fdd4dd6" providerId="LiveId" clId="{DC2882E9-9F90-40C6-ADFC-525B194ED3DD}" dt="2023-04-15T23:28:09.859" v="782" actId="14100"/>
        <pc:sldMkLst>
          <pc:docMk/>
          <pc:sldMk cId="563980082" sldId="345"/>
        </pc:sldMkLst>
        <pc:spChg chg="del mod">
          <ac:chgData name="Dr. Basavaraj Kudachimath" userId="cb84a6794fdd4dd6" providerId="LiveId" clId="{DC2882E9-9F90-40C6-ADFC-525B194ED3DD}" dt="2023-04-15T23:27:32.267" v="772" actId="478"/>
          <ac:spMkLst>
            <pc:docMk/>
            <pc:sldMk cId="563980082" sldId="345"/>
            <ac:spMk id="2" creationId="{BE5E2B3E-21CE-16B4-0F0A-1B93128801C4}"/>
          </ac:spMkLst>
        </pc:spChg>
        <pc:spChg chg="del">
          <ac:chgData name="Dr. Basavaraj Kudachimath" userId="cb84a6794fdd4dd6" providerId="LiveId" clId="{DC2882E9-9F90-40C6-ADFC-525B194ED3DD}" dt="2023-04-15T23:27:35.985" v="773" actId="478"/>
          <ac:spMkLst>
            <pc:docMk/>
            <pc:sldMk cId="563980082" sldId="345"/>
            <ac:spMk id="3" creationId="{6BEB75E2-5E38-A5F9-E1DB-5B9996D9A651}"/>
          </ac:spMkLst>
        </pc:spChg>
        <pc:picChg chg="add mod">
          <ac:chgData name="Dr. Basavaraj Kudachimath" userId="cb84a6794fdd4dd6" providerId="LiveId" clId="{DC2882E9-9F90-40C6-ADFC-525B194ED3DD}" dt="2023-04-15T23:28:09.859" v="782" actId="14100"/>
          <ac:picMkLst>
            <pc:docMk/>
            <pc:sldMk cId="563980082" sldId="345"/>
            <ac:picMk id="5" creationId="{BC4755D4-6118-2EED-5262-90891E72BD60}"/>
          </ac:picMkLst>
        </pc:picChg>
      </pc:sldChg>
      <pc:sldChg chg="delSp new del mod">
        <pc:chgData name="Dr. Basavaraj Kudachimath" userId="cb84a6794fdd4dd6" providerId="LiveId" clId="{DC2882E9-9F90-40C6-ADFC-525B194ED3DD}" dt="2023-04-15T23:50:37.555" v="1047" actId="47"/>
        <pc:sldMkLst>
          <pc:docMk/>
          <pc:sldMk cId="2859917254" sldId="346"/>
        </pc:sldMkLst>
        <pc:spChg chg="del">
          <ac:chgData name="Dr. Basavaraj Kudachimath" userId="cb84a6794fdd4dd6" providerId="LiveId" clId="{DC2882E9-9F90-40C6-ADFC-525B194ED3DD}" dt="2023-04-15T23:44:44.718" v="894" actId="478"/>
          <ac:spMkLst>
            <pc:docMk/>
            <pc:sldMk cId="2859917254" sldId="346"/>
            <ac:spMk id="2" creationId="{8720FC4F-8044-E715-7FBD-B6B0A08CDE31}"/>
          </ac:spMkLst>
        </pc:spChg>
      </pc:sldChg>
      <pc:sldChg chg="addSp delSp modSp new mod">
        <pc:chgData name="Dr. Basavaraj Kudachimath" userId="cb84a6794fdd4dd6" providerId="LiveId" clId="{DC2882E9-9F90-40C6-ADFC-525B194ED3DD}" dt="2023-04-15T23:32:43.236" v="795" actId="14100"/>
        <pc:sldMkLst>
          <pc:docMk/>
          <pc:sldMk cId="269603492" sldId="347"/>
        </pc:sldMkLst>
        <pc:spChg chg="del mod">
          <ac:chgData name="Dr. Basavaraj Kudachimath" userId="cb84a6794fdd4dd6" providerId="LiveId" clId="{DC2882E9-9F90-40C6-ADFC-525B194ED3DD}" dt="2023-04-15T23:32:16.538" v="789" actId="478"/>
          <ac:spMkLst>
            <pc:docMk/>
            <pc:sldMk cId="269603492" sldId="347"/>
            <ac:spMk id="2" creationId="{DE0BD0DD-1B95-5D51-7772-3C00A7B3F074}"/>
          </ac:spMkLst>
        </pc:spChg>
        <pc:spChg chg="del mod">
          <ac:chgData name="Dr. Basavaraj Kudachimath" userId="cb84a6794fdd4dd6" providerId="LiveId" clId="{DC2882E9-9F90-40C6-ADFC-525B194ED3DD}" dt="2023-04-15T23:32:13.061" v="787" actId="478"/>
          <ac:spMkLst>
            <pc:docMk/>
            <pc:sldMk cId="269603492" sldId="347"/>
            <ac:spMk id="3" creationId="{8DAF23CB-A596-E372-3849-1528CC227D12}"/>
          </ac:spMkLst>
        </pc:spChg>
        <pc:picChg chg="add mod">
          <ac:chgData name="Dr. Basavaraj Kudachimath" userId="cb84a6794fdd4dd6" providerId="LiveId" clId="{DC2882E9-9F90-40C6-ADFC-525B194ED3DD}" dt="2023-04-15T23:32:43.236" v="795" actId="14100"/>
          <ac:picMkLst>
            <pc:docMk/>
            <pc:sldMk cId="269603492" sldId="347"/>
            <ac:picMk id="5" creationId="{618ACB1A-7958-C4E2-1D5A-45F40F894065}"/>
          </ac:picMkLst>
        </pc:picChg>
      </pc:sldChg>
      <pc:sldChg chg="delSp modSp new mod">
        <pc:chgData name="Dr. Basavaraj Kudachimath" userId="cb84a6794fdd4dd6" providerId="LiveId" clId="{DC2882E9-9F90-40C6-ADFC-525B194ED3DD}" dt="2023-04-15T23:43:33.286" v="883" actId="313"/>
        <pc:sldMkLst>
          <pc:docMk/>
          <pc:sldMk cId="1047389844" sldId="348"/>
        </pc:sldMkLst>
        <pc:spChg chg="mod">
          <ac:chgData name="Dr. Basavaraj Kudachimath" userId="cb84a6794fdd4dd6" providerId="LiveId" clId="{DC2882E9-9F90-40C6-ADFC-525B194ED3DD}" dt="2023-04-15T23:43:33.286" v="883" actId="313"/>
          <ac:spMkLst>
            <pc:docMk/>
            <pc:sldMk cId="1047389844" sldId="348"/>
            <ac:spMk id="2" creationId="{42C46F74-A7F5-B730-2A8C-9DFAA3C46DD2}"/>
          </ac:spMkLst>
        </pc:spChg>
        <pc:spChg chg="del mod">
          <ac:chgData name="Dr. Basavaraj Kudachimath" userId="cb84a6794fdd4dd6" providerId="LiveId" clId="{DC2882E9-9F90-40C6-ADFC-525B194ED3DD}" dt="2023-04-15T23:42:20.431" v="798" actId="478"/>
          <ac:spMkLst>
            <pc:docMk/>
            <pc:sldMk cId="1047389844" sldId="348"/>
            <ac:spMk id="3" creationId="{C6320D7C-3B4E-7106-7862-0600ACDC0BA8}"/>
          </ac:spMkLst>
        </pc:spChg>
      </pc:sldChg>
      <pc:sldChg chg="addSp delSp modSp new mod">
        <pc:chgData name="Dr. Basavaraj Kudachimath" userId="cb84a6794fdd4dd6" providerId="LiveId" clId="{DC2882E9-9F90-40C6-ADFC-525B194ED3DD}" dt="2023-04-15T23:44:12.639" v="893" actId="14100"/>
        <pc:sldMkLst>
          <pc:docMk/>
          <pc:sldMk cId="725766967" sldId="349"/>
        </pc:sldMkLst>
        <pc:spChg chg="del mod">
          <ac:chgData name="Dr. Basavaraj Kudachimath" userId="cb84a6794fdd4dd6" providerId="LiveId" clId="{DC2882E9-9F90-40C6-ADFC-525B194ED3DD}" dt="2023-04-15T23:43:45.445" v="886" actId="478"/>
          <ac:spMkLst>
            <pc:docMk/>
            <pc:sldMk cId="725766967" sldId="349"/>
            <ac:spMk id="2" creationId="{7C877EC0-7C4A-FD62-1CD5-640C576E90C7}"/>
          </ac:spMkLst>
        </pc:spChg>
        <pc:spChg chg="del mod">
          <ac:chgData name="Dr. Basavaraj Kudachimath" userId="cb84a6794fdd4dd6" providerId="LiveId" clId="{DC2882E9-9F90-40C6-ADFC-525B194ED3DD}" dt="2023-04-15T23:43:51.352" v="888" actId="478"/>
          <ac:spMkLst>
            <pc:docMk/>
            <pc:sldMk cId="725766967" sldId="349"/>
            <ac:spMk id="3" creationId="{6AB62F9F-93D0-577F-F0F4-17A33EEBE99A}"/>
          </ac:spMkLst>
        </pc:spChg>
        <pc:picChg chg="add mod">
          <ac:chgData name="Dr. Basavaraj Kudachimath" userId="cb84a6794fdd4dd6" providerId="LiveId" clId="{DC2882E9-9F90-40C6-ADFC-525B194ED3DD}" dt="2023-04-15T23:44:12.639" v="893" actId="14100"/>
          <ac:picMkLst>
            <pc:docMk/>
            <pc:sldMk cId="725766967" sldId="349"/>
            <ac:picMk id="5" creationId="{2CFD8F85-CF76-98A6-6E82-79E4CA13A24E}"/>
          </ac:picMkLst>
        </pc:picChg>
      </pc:sldChg>
      <pc:sldChg chg="addSp delSp modSp new mod modClrScheme chgLayout">
        <pc:chgData name="Dr. Basavaraj Kudachimath" userId="cb84a6794fdd4dd6" providerId="LiveId" clId="{DC2882E9-9F90-40C6-ADFC-525B194ED3DD}" dt="2023-04-16T00:04:54.455" v="1111"/>
        <pc:sldMkLst>
          <pc:docMk/>
          <pc:sldMk cId="4172743113" sldId="350"/>
        </pc:sldMkLst>
        <pc:spChg chg="del">
          <ac:chgData name="Dr. Basavaraj Kudachimath" userId="cb84a6794fdd4dd6" providerId="LiveId" clId="{DC2882E9-9F90-40C6-ADFC-525B194ED3DD}" dt="2023-04-16T00:01:17.525" v="1091" actId="478"/>
          <ac:spMkLst>
            <pc:docMk/>
            <pc:sldMk cId="4172743113" sldId="350"/>
            <ac:spMk id="2" creationId="{2B84F877-A988-18C6-ECF5-D7EE082C5009}"/>
          </ac:spMkLst>
        </pc:spChg>
        <pc:spChg chg="del mod">
          <ac:chgData name="Dr. Basavaraj Kudachimath" userId="cb84a6794fdd4dd6" providerId="LiveId" clId="{DC2882E9-9F90-40C6-ADFC-525B194ED3DD}" dt="2023-04-16T00:01:21.810" v="1093" actId="478"/>
          <ac:spMkLst>
            <pc:docMk/>
            <pc:sldMk cId="4172743113" sldId="350"/>
            <ac:spMk id="3" creationId="{2BA064F7-F1AA-8EE6-F71E-6563E0429C8D}"/>
          </ac:spMkLst>
        </pc:spChg>
        <pc:spChg chg="add mod">
          <ac:chgData name="Dr. Basavaraj Kudachimath" userId="cb84a6794fdd4dd6" providerId="LiveId" clId="{DC2882E9-9F90-40C6-ADFC-525B194ED3DD}" dt="2023-04-16T00:02:20.911" v="1104" actId="14100"/>
          <ac:spMkLst>
            <pc:docMk/>
            <pc:sldMk cId="4172743113" sldId="350"/>
            <ac:spMk id="4" creationId="{F9AF1703-B898-6B79-A88B-AF68A09DF024}"/>
          </ac:spMkLst>
        </pc:spChg>
        <pc:spChg chg="add del mod">
          <ac:chgData name="Dr. Basavaraj Kudachimath" userId="cb84a6794fdd4dd6" providerId="LiveId" clId="{DC2882E9-9F90-40C6-ADFC-525B194ED3DD}" dt="2023-04-16T00:02:14.983" v="1103" actId="478"/>
          <ac:spMkLst>
            <pc:docMk/>
            <pc:sldMk cId="4172743113" sldId="350"/>
            <ac:spMk id="5" creationId="{42A8E10F-D1C2-0DD3-1057-D930D3E96979}"/>
          </ac:spMkLst>
        </pc:spChg>
        <pc:spChg chg="add del mod">
          <ac:chgData name="Dr. Basavaraj Kudachimath" userId="cb84a6794fdd4dd6" providerId="LiveId" clId="{DC2882E9-9F90-40C6-ADFC-525B194ED3DD}" dt="2023-04-16T00:04:48.220" v="1109"/>
          <ac:spMkLst>
            <pc:docMk/>
            <pc:sldMk cId="4172743113" sldId="350"/>
            <ac:spMk id="6" creationId="{B471945B-932A-4E83-D66D-4D218A13CFB8}"/>
          </ac:spMkLst>
        </pc:spChg>
        <pc:spChg chg="add del mod">
          <ac:chgData name="Dr. Basavaraj Kudachimath" userId="cb84a6794fdd4dd6" providerId="LiveId" clId="{DC2882E9-9F90-40C6-ADFC-525B194ED3DD}" dt="2023-04-16T00:04:47.725" v="1108"/>
          <ac:spMkLst>
            <pc:docMk/>
            <pc:sldMk cId="4172743113" sldId="350"/>
            <ac:spMk id="7" creationId="{A0581B03-5B40-5FD6-C7FF-262BC934F1A0}"/>
          </ac:spMkLst>
        </pc:spChg>
        <pc:spChg chg="add del mod">
          <ac:chgData name="Dr. Basavaraj Kudachimath" userId="cb84a6794fdd4dd6" providerId="LiveId" clId="{DC2882E9-9F90-40C6-ADFC-525B194ED3DD}" dt="2023-04-16T00:04:54.455" v="1111"/>
          <ac:spMkLst>
            <pc:docMk/>
            <pc:sldMk cId="4172743113" sldId="350"/>
            <ac:spMk id="8" creationId="{F42AEE62-0F7E-2C2A-E81B-8103BDB30D3F}"/>
          </ac:spMkLst>
        </pc:spChg>
      </pc:sldChg>
      <pc:sldChg chg="delSp modSp new mod">
        <pc:chgData name="Dr. Basavaraj Kudachimath" userId="cb84a6794fdd4dd6" providerId="LiveId" clId="{DC2882E9-9F90-40C6-ADFC-525B194ED3DD}" dt="2023-04-16T00:15:37.674" v="1292" actId="122"/>
        <pc:sldMkLst>
          <pc:docMk/>
          <pc:sldMk cId="23916445" sldId="351"/>
        </pc:sldMkLst>
        <pc:spChg chg="mod">
          <ac:chgData name="Dr. Basavaraj Kudachimath" userId="cb84a6794fdd4dd6" providerId="LiveId" clId="{DC2882E9-9F90-40C6-ADFC-525B194ED3DD}" dt="2023-04-16T00:15:37.674" v="1292" actId="122"/>
          <ac:spMkLst>
            <pc:docMk/>
            <pc:sldMk cId="23916445" sldId="351"/>
            <ac:spMk id="2" creationId="{26DE7F01-7842-3075-A242-529679155BDF}"/>
          </ac:spMkLst>
        </pc:spChg>
        <pc:spChg chg="del mod">
          <ac:chgData name="Dr. Basavaraj Kudachimath" userId="cb84a6794fdd4dd6" providerId="LiveId" clId="{DC2882E9-9F90-40C6-ADFC-525B194ED3DD}" dt="2023-04-16T00:15:22.960" v="1251" actId="478"/>
          <ac:spMkLst>
            <pc:docMk/>
            <pc:sldMk cId="23916445" sldId="351"/>
            <ac:spMk id="3" creationId="{52C8BA9B-EDC2-B17B-813A-CEC2F48225E6}"/>
          </ac:spMkLst>
        </pc:spChg>
      </pc:sldChg>
      <pc:sldChg chg="new del">
        <pc:chgData name="Dr. Basavaraj Kudachimath" userId="cb84a6794fdd4dd6" providerId="LiveId" clId="{DC2882E9-9F90-40C6-ADFC-525B194ED3DD}" dt="2023-04-16T00:05:00.637" v="1112" actId="47"/>
        <pc:sldMkLst>
          <pc:docMk/>
          <pc:sldMk cId="2782263172" sldId="351"/>
        </pc:sldMkLst>
      </pc:sldChg>
      <pc:sldChg chg="modSp add mod">
        <pc:chgData name="Dr. Basavaraj Kudachimath" userId="cb84a6794fdd4dd6" providerId="LiveId" clId="{DC2882E9-9F90-40C6-ADFC-525B194ED3DD}" dt="2023-04-16T00:06:18.108" v="1115" actId="27636"/>
        <pc:sldMkLst>
          <pc:docMk/>
          <pc:sldMk cId="0" sldId="352"/>
        </pc:sldMkLst>
        <pc:spChg chg="mod">
          <ac:chgData name="Dr. Basavaraj Kudachimath" userId="cb84a6794fdd4dd6" providerId="LiveId" clId="{DC2882E9-9F90-40C6-ADFC-525B194ED3DD}" dt="2023-04-16T00:06:18.108" v="1115" actId="27636"/>
          <ac:spMkLst>
            <pc:docMk/>
            <pc:sldMk cId="0" sldId="352"/>
            <ac:spMk id="5123" creationId="{1B3509D8-3E25-E74C-41A4-82CB084F2F5E}"/>
          </ac:spMkLst>
        </pc:spChg>
      </pc:sldChg>
      <pc:sldChg chg="modSp add mod">
        <pc:chgData name="Dr. Basavaraj Kudachimath" userId="cb84a6794fdd4dd6" providerId="LiveId" clId="{DC2882E9-9F90-40C6-ADFC-525B194ED3DD}" dt="2023-04-16T00:08:08.945" v="1139" actId="6549"/>
        <pc:sldMkLst>
          <pc:docMk/>
          <pc:sldMk cId="0" sldId="353"/>
        </pc:sldMkLst>
        <pc:spChg chg="mod">
          <ac:chgData name="Dr. Basavaraj Kudachimath" userId="cb84a6794fdd4dd6" providerId="LiveId" clId="{DC2882E9-9F90-40C6-ADFC-525B194ED3DD}" dt="2023-04-16T00:08:08.945" v="1139" actId="6549"/>
          <ac:spMkLst>
            <pc:docMk/>
            <pc:sldMk cId="0" sldId="353"/>
            <ac:spMk id="6147" creationId="{53D0AFEF-7723-9FE1-986F-1C6D7B640D76}"/>
          </ac:spMkLst>
        </pc:spChg>
      </pc:sldChg>
      <pc:sldChg chg="modSp add mod">
        <pc:chgData name="Dr. Basavaraj Kudachimath" userId="cb84a6794fdd4dd6" providerId="LiveId" clId="{DC2882E9-9F90-40C6-ADFC-525B194ED3DD}" dt="2023-04-16T00:08:38.217" v="1140" actId="313"/>
        <pc:sldMkLst>
          <pc:docMk/>
          <pc:sldMk cId="0" sldId="354"/>
        </pc:sldMkLst>
        <pc:spChg chg="mod">
          <ac:chgData name="Dr. Basavaraj Kudachimath" userId="cb84a6794fdd4dd6" providerId="LiveId" clId="{DC2882E9-9F90-40C6-ADFC-525B194ED3DD}" dt="2023-04-16T00:08:38.217" v="1140" actId="313"/>
          <ac:spMkLst>
            <pc:docMk/>
            <pc:sldMk cId="0" sldId="354"/>
            <ac:spMk id="3" creationId="{9A704EC3-132E-427E-6B23-E569D9590F98}"/>
          </ac:spMkLst>
        </pc:spChg>
      </pc:sldChg>
      <pc:sldChg chg="modSp add mod">
        <pc:chgData name="Dr. Basavaraj Kudachimath" userId="cb84a6794fdd4dd6" providerId="LiveId" clId="{DC2882E9-9F90-40C6-ADFC-525B194ED3DD}" dt="2023-04-16T00:09:09.533" v="1152" actId="255"/>
        <pc:sldMkLst>
          <pc:docMk/>
          <pc:sldMk cId="0" sldId="355"/>
        </pc:sldMkLst>
        <pc:spChg chg="mod">
          <ac:chgData name="Dr. Basavaraj Kudachimath" userId="cb84a6794fdd4dd6" providerId="LiveId" clId="{DC2882E9-9F90-40C6-ADFC-525B194ED3DD}" dt="2023-04-16T00:09:09.533" v="1152" actId="255"/>
          <ac:spMkLst>
            <pc:docMk/>
            <pc:sldMk cId="0" sldId="355"/>
            <ac:spMk id="3" creationId="{87EC9706-3AAA-25A1-0E04-3088E6883043}"/>
          </ac:spMkLst>
        </pc:spChg>
      </pc:sldChg>
      <pc:sldChg chg="add">
        <pc:chgData name="Dr. Basavaraj Kudachimath" userId="cb84a6794fdd4dd6" providerId="LiveId" clId="{DC2882E9-9F90-40C6-ADFC-525B194ED3DD}" dt="2023-04-16T00:06:53.656" v="1116"/>
        <pc:sldMkLst>
          <pc:docMk/>
          <pc:sldMk cId="0" sldId="356"/>
        </pc:sldMkLst>
      </pc:sldChg>
      <pc:sldChg chg="modSp add mod">
        <pc:chgData name="Dr. Basavaraj Kudachimath" userId="cb84a6794fdd4dd6" providerId="LiveId" clId="{DC2882E9-9F90-40C6-ADFC-525B194ED3DD}" dt="2023-04-16T00:12:32.767" v="1173" actId="113"/>
        <pc:sldMkLst>
          <pc:docMk/>
          <pc:sldMk cId="0" sldId="357"/>
        </pc:sldMkLst>
        <pc:spChg chg="mod">
          <ac:chgData name="Dr. Basavaraj Kudachimath" userId="cb84a6794fdd4dd6" providerId="LiveId" clId="{DC2882E9-9F90-40C6-ADFC-525B194ED3DD}" dt="2023-04-16T00:12:32.767" v="1173" actId="113"/>
          <ac:spMkLst>
            <pc:docMk/>
            <pc:sldMk cId="0" sldId="357"/>
            <ac:spMk id="3" creationId="{D47B3333-FF38-0B93-BCA7-81B95EB565BD}"/>
          </ac:spMkLst>
        </pc:spChg>
        <pc:picChg chg="mod">
          <ac:chgData name="Dr. Basavaraj Kudachimath" userId="cb84a6794fdd4dd6" providerId="LiveId" clId="{DC2882E9-9F90-40C6-ADFC-525B194ED3DD}" dt="2023-04-16T00:09:38.954" v="1167" actId="1076"/>
          <ac:picMkLst>
            <pc:docMk/>
            <pc:sldMk cId="0" sldId="357"/>
            <ac:picMk id="10244" creationId="{FA5FDB18-7F94-37FD-4C77-CA0903DA5F8B}"/>
          </ac:picMkLst>
        </pc:picChg>
      </pc:sldChg>
      <pc:sldChg chg="modSp add mod">
        <pc:chgData name="Dr. Basavaraj Kudachimath" userId="cb84a6794fdd4dd6" providerId="LiveId" clId="{DC2882E9-9F90-40C6-ADFC-525B194ED3DD}" dt="2023-04-16T00:13:07.836" v="1188" actId="1036"/>
        <pc:sldMkLst>
          <pc:docMk/>
          <pc:sldMk cId="0" sldId="358"/>
        </pc:sldMkLst>
        <pc:spChg chg="mod">
          <ac:chgData name="Dr. Basavaraj Kudachimath" userId="cb84a6794fdd4dd6" providerId="LiveId" clId="{DC2882E9-9F90-40C6-ADFC-525B194ED3DD}" dt="2023-04-16T00:13:07.836" v="1188" actId="1036"/>
          <ac:spMkLst>
            <pc:docMk/>
            <pc:sldMk cId="0" sldId="358"/>
            <ac:spMk id="3" creationId="{D5D14E0A-6D9D-0663-724E-FE052323C114}"/>
          </ac:spMkLst>
        </pc:spChg>
      </pc:sldChg>
      <pc:sldChg chg="modSp add mod">
        <pc:chgData name="Dr. Basavaraj Kudachimath" userId="cb84a6794fdd4dd6" providerId="LiveId" clId="{DC2882E9-9F90-40C6-ADFC-525B194ED3DD}" dt="2023-04-16T00:06:53.877" v="1121" actId="27636"/>
        <pc:sldMkLst>
          <pc:docMk/>
          <pc:sldMk cId="0" sldId="359"/>
        </pc:sldMkLst>
        <pc:spChg chg="mod">
          <ac:chgData name="Dr. Basavaraj Kudachimath" userId="cb84a6794fdd4dd6" providerId="LiveId" clId="{DC2882E9-9F90-40C6-ADFC-525B194ED3DD}" dt="2023-04-16T00:06:53.877" v="1121" actId="27636"/>
          <ac:spMkLst>
            <pc:docMk/>
            <pc:sldMk cId="0" sldId="359"/>
            <ac:spMk id="3" creationId="{E29E1185-4EAF-CC13-5AEF-49F345BC2AD0}"/>
          </ac:spMkLst>
        </pc:spChg>
      </pc:sldChg>
      <pc:sldChg chg="modSp add mod modNotes">
        <pc:chgData name="Dr. Basavaraj Kudachimath" userId="cb84a6794fdd4dd6" providerId="LiveId" clId="{DC2882E9-9F90-40C6-ADFC-525B194ED3DD}" dt="2023-04-16T00:14:32.374" v="1240" actId="1035"/>
        <pc:sldMkLst>
          <pc:docMk/>
          <pc:sldMk cId="0" sldId="360"/>
        </pc:sldMkLst>
        <pc:spChg chg="mod">
          <ac:chgData name="Dr. Basavaraj Kudachimath" userId="cb84a6794fdd4dd6" providerId="LiveId" clId="{DC2882E9-9F90-40C6-ADFC-525B194ED3DD}" dt="2023-04-16T00:14:32.374" v="1240" actId="1035"/>
          <ac:spMkLst>
            <pc:docMk/>
            <pc:sldMk cId="0" sldId="360"/>
            <ac:spMk id="3" creationId="{6AFF3F10-193D-2FB6-5380-7722E64A6666}"/>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7825A19-B94C-4889-847E-F8C9743DDB21}" type="datetimeFigureOut">
              <a:rPr lang="en-US" smtClean="0"/>
              <a:pPr/>
              <a:t>12/23/2025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469C05B-981B-42E4-B26B-BC3DDB4D7F99}"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469C05B-981B-42E4-B26B-BC3DDB4D7F99}" type="slidenum">
              <a:rPr lang="en-US" smtClean="0"/>
              <a:pPr/>
              <a:t>12</a:t>
            </a:fld>
            <a:endParaRPr lang="en-US"/>
          </a:p>
        </p:txBody>
      </p:sp>
    </p:spTree>
    <p:extLst>
      <p:ext uri="{BB962C8B-B14F-4D97-AF65-F5344CB8AC3E}">
        <p14:creationId xmlns:p14="http://schemas.microsoft.com/office/powerpoint/2010/main" xmlns="" val="41449873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469C05B-981B-42E4-B26B-BC3DDB4D7F99}" type="slidenum">
              <a:rPr lang="en-US" smtClean="0"/>
              <a:pPr/>
              <a:t>35</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p:cNvSpPr>
            <a:spLocks noGrp="1" noRot="1" noChangeAspect="1" noTextEdit="1"/>
          </p:cNvSpPr>
          <p:nvPr>
            <p:ph type="sldImg"/>
          </p:nvPr>
        </p:nvSpPr>
        <p:spPr bwMode="auto">
          <a:noFill/>
          <a:ln>
            <a:solidFill>
              <a:srgbClr val="000000"/>
            </a:solidFill>
            <a:miter lim="800000"/>
            <a:headEnd/>
            <a:tailEnd/>
          </a:ln>
        </p:spPr>
      </p:sp>
      <p:sp>
        <p:nvSpPr>
          <p:cNvPr id="24579"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p>
        </p:txBody>
      </p:sp>
      <p:sp>
        <p:nvSpPr>
          <p:cNvPr id="15363"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B3A0C8C3-63F0-43D6-B93B-0EEFDBBBE602}" type="slidenum">
              <a:rPr lang="en-US" smtClean="0"/>
              <a:pPr fontAlgn="base">
                <a:spcBef>
                  <a:spcPct val="0"/>
                </a:spcBef>
                <a:spcAft>
                  <a:spcPct val="0"/>
                </a:spcAft>
                <a:defRPr/>
              </a:pPr>
              <a:t>50</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p:cNvSpPr>
            <a:spLocks noGrp="1" noRot="1" noChangeAspect="1" noTextEdit="1"/>
          </p:cNvSpPr>
          <p:nvPr>
            <p:ph type="sldImg"/>
          </p:nvPr>
        </p:nvSpPr>
        <p:spPr bwMode="auto">
          <a:noFill/>
          <a:ln>
            <a:solidFill>
              <a:srgbClr val="000000"/>
            </a:solidFill>
            <a:miter lim="800000"/>
            <a:headEnd/>
            <a:tailEnd/>
          </a:ln>
        </p:spPr>
      </p:sp>
      <p:sp>
        <p:nvSpPr>
          <p:cNvPr id="25603"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p>
        </p:txBody>
      </p:sp>
      <p:sp>
        <p:nvSpPr>
          <p:cNvPr id="17411"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FBD5BF6E-8842-463A-87FD-E8D549C006BA}" type="slidenum">
              <a:rPr lang="en-US" smtClean="0"/>
              <a:pPr fontAlgn="base">
                <a:spcBef>
                  <a:spcPct val="0"/>
                </a:spcBef>
                <a:spcAft>
                  <a:spcPct val="0"/>
                </a:spcAft>
                <a:defRPr/>
              </a:pPr>
              <a:t>51</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p:cNvSpPr>
            <a:spLocks noGrp="1" noRot="1" noChangeAspect="1" noTextEdit="1"/>
          </p:cNvSpPr>
          <p:nvPr>
            <p:ph type="sldImg"/>
          </p:nvPr>
        </p:nvSpPr>
        <p:spPr bwMode="auto">
          <a:noFill/>
          <a:ln>
            <a:solidFill>
              <a:srgbClr val="000000"/>
            </a:solidFill>
            <a:miter lim="800000"/>
            <a:headEnd/>
            <a:tailEnd/>
          </a:ln>
        </p:spPr>
      </p:sp>
      <p:sp>
        <p:nvSpPr>
          <p:cNvPr id="26627"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p>
        </p:txBody>
      </p:sp>
      <p:sp>
        <p:nvSpPr>
          <p:cNvPr id="19459"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DC36C170-153D-4B6E-B25B-DB5F1E08B340}" type="slidenum">
              <a:rPr lang="en-US" smtClean="0"/>
              <a:pPr fontAlgn="base">
                <a:spcBef>
                  <a:spcPct val="0"/>
                </a:spcBef>
                <a:spcAft>
                  <a:spcPct val="0"/>
                </a:spcAft>
                <a:defRPr/>
              </a:pPr>
              <a:t>53</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p:cNvSpPr>
            <a:spLocks noGrp="1" noRot="1" noChangeAspect="1" noTextEdit="1"/>
          </p:cNvSpPr>
          <p:nvPr>
            <p:ph type="sldImg"/>
          </p:nvPr>
        </p:nvSpPr>
        <p:spPr bwMode="auto">
          <a:noFill/>
          <a:ln>
            <a:solidFill>
              <a:srgbClr val="000000"/>
            </a:solidFill>
            <a:miter lim="800000"/>
            <a:headEnd/>
            <a:tailEnd/>
          </a:ln>
        </p:spPr>
      </p:sp>
      <p:sp>
        <p:nvSpPr>
          <p:cNvPr id="27651"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p>
        </p:txBody>
      </p:sp>
      <p:sp>
        <p:nvSpPr>
          <p:cNvPr id="19459"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4BB10789-F2AE-410F-B686-FE25C42238E0}" type="slidenum">
              <a:rPr lang="en-US" smtClean="0"/>
              <a:pPr fontAlgn="base">
                <a:spcBef>
                  <a:spcPct val="0"/>
                </a:spcBef>
                <a:spcAft>
                  <a:spcPct val="0"/>
                </a:spcAft>
                <a:defRPr/>
              </a:pPr>
              <a:t>54</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p:cNvSpPr>
            <a:spLocks noGrp="1" noRot="1" noChangeAspect="1" noTextEdit="1"/>
          </p:cNvSpPr>
          <p:nvPr>
            <p:ph type="sldImg"/>
          </p:nvPr>
        </p:nvSpPr>
        <p:spPr bwMode="auto">
          <a:noFill/>
          <a:ln>
            <a:solidFill>
              <a:srgbClr val="000000"/>
            </a:solidFill>
            <a:miter lim="800000"/>
            <a:headEnd/>
            <a:tailEnd/>
          </a:ln>
        </p:spPr>
      </p:sp>
      <p:sp>
        <p:nvSpPr>
          <p:cNvPr id="28675"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p>
        </p:txBody>
      </p:sp>
      <p:sp>
        <p:nvSpPr>
          <p:cNvPr id="21507"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3E354841-1D69-49B3-83DA-377A1E40CB30}" type="slidenum">
              <a:rPr lang="en-US" smtClean="0"/>
              <a:pPr fontAlgn="base">
                <a:spcBef>
                  <a:spcPct val="0"/>
                </a:spcBef>
                <a:spcAft>
                  <a:spcPct val="0"/>
                </a:spcAft>
                <a:defRPr/>
              </a:pPr>
              <a:t>55</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noTextEdit="1"/>
          </p:cNvSpPr>
          <p:nvPr>
            <p:ph type="sldImg"/>
          </p:nvPr>
        </p:nvSpPr>
        <p:spPr bwMode="auto">
          <a:noFill/>
          <a:ln>
            <a:solidFill>
              <a:srgbClr val="000000"/>
            </a:solidFill>
            <a:miter lim="800000"/>
            <a:headEnd/>
            <a:tailEnd/>
          </a:ln>
        </p:spPr>
      </p:sp>
      <p:sp>
        <p:nvSpPr>
          <p:cNvPr id="29699"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p>
        </p:txBody>
      </p:sp>
      <p:sp>
        <p:nvSpPr>
          <p:cNvPr id="23555"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288218D4-5876-44F6-B3E2-99DABB26B30A}" type="slidenum">
              <a:rPr lang="en-US" smtClean="0"/>
              <a:pPr fontAlgn="base">
                <a:spcBef>
                  <a:spcPct val="0"/>
                </a:spcBef>
                <a:spcAft>
                  <a:spcPct val="0"/>
                </a:spcAft>
                <a:defRPr/>
              </a:pPr>
              <a:t>57</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bwMode="auto">
          <a:noFill/>
          <a:ln>
            <a:solidFill>
              <a:srgbClr val="000000"/>
            </a:solidFill>
            <a:miter lim="800000"/>
            <a:headEnd/>
            <a:tailEnd/>
          </a:ln>
        </p:spPr>
      </p:sp>
      <p:sp>
        <p:nvSpPr>
          <p:cNvPr id="30723"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p>
        </p:txBody>
      </p:sp>
      <p:sp>
        <p:nvSpPr>
          <p:cNvPr id="25603"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F2BAB5CA-60CA-4B9C-B3E9-916998D0209E}" type="slidenum">
              <a:rPr lang="en-US" smtClean="0"/>
              <a:pPr fontAlgn="base">
                <a:spcBef>
                  <a:spcPct val="0"/>
                </a:spcBef>
                <a:spcAft>
                  <a:spcPct val="0"/>
                </a:spcAft>
                <a:defRPr/>
              </a:pPr>
              <a:t>59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bwMode="auto">
          <a:noFill/>
          <a:ln>
            <a:solidFill>
              <a:srgbClr val="000000"/>
            </a:solidFill>
            <a:miter lim="800000"/>
            <a:headEnd/>
            <a:tailEnd/>
          </a:ln>
        </p:spPr>
      </p:sp>
      <p:sp>
        <p:nvSpPr>
          <p:cNvPr id="31747"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p>
        </p:txBody>
      </p:sp>
      <p:sp>
        <p:nvSpPr>
          <p:cNvPr id="27651"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DDDCCA03-9854-43DA-BD9C-B01912E50775}" type="slidenum">
              <a:rPr lang="en-US" smtClean="0"/>
              <a:pPr fontAlgn="base">
                <a:spcBef>
                  <a:spcPct val="0"/>
                </a:spcBef>
                <a:spcAft>
                  <a:spcPct val="0"/>
                </a:spcAft>
                <a:defRPr/>
              </a:pPr>
              <a:t>61</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bwMode="auto">
          <a:noFill/>
          <a:ln>
            <a:solidFill>
              <a:srgbClr val="000000"/>
            </a:solidFill>
            <a:miter lim="800000"/>
            <a:headEnd/>
            <a:tailEnd/>
          </a:ln>
        </p:spPr>
      </p:sp>
      <p:sp>
        <p:nvSpPr>
          <p:cNvPr id="32771"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p>
        </p:txBody>
      </p:sp>
      <p:sp>
        <p:nvSpPr>
          <p:cNvPr id="27651"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199C632D-59BA-483E-826F-8E531ECFBBD8}" type="slidenum">
              <a:rPr lang="en-US" smtClean="0"/>
              <a:pPr fontAlgn="base">
                <a:spcBef>
                  <a:spcPct val="0"/>
                </a:spcBef>
                <a:spcAft>
                  <a:spcPct val="0"/>
                </a:spcAft>
                <a:defRPr/>
              </a:pPr>
              <a:t>62</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bwMode="auto">
          <a:noFill/>
          <a:ln>
            <a:solidFill>
              <a:srgbClr val="000000"/>
            </a:solidFill>
            <a:miter lim="800000"/>
            <a:headEnd/>
            <a:tailEnd/>
          </a:ln>
        </p:spPr>
      </p:sp>
      <p:sp>
        <p:nvSpPr>
          <p:cNvPr id="33795"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p>
        </p:txBody>
      </p:sp>
      <p:sp>
        <p:nvSpPr>
          <p:cNvPr id="27651"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F2F2091D-3582-4991-84C7-A4C023F596DB}" type="slidenum">
              <a:rPr lang="en-US" smtClean="0"/>
              <a:pPr fontAlgn="base">
                <a:spcBef>
                  <a:spcPct val="0"/>
                </a:spcBef>
                <a:spcAft>
                  <a:spcPct val="0"/>
                </a:spcAft>
                <a:defRPr/>
              </a:pPr>
              <a:t>63</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bwMode="auto">
          <a:noFill/>
          <a:ln>
            <a:solidFill>
              <a:srgbClr val="000000"/>
            </a:solidFill>
            <a:miter lim="800000"/>
            <a:headEnd/>
            <a:tailEnd/>
          </a:ln>
        </p:spPr>
      </p:sp>
      <p:sp>
        <p:nvSpPr>
          <p:cNvPr id="34819"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p>
        </p:txBody>
      </p:sp>
      <p:sp>
        <p:nvSpPr>
          <p:cNvPr id="29699"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A327E64B-85A8-4E5F-AD44-9D86D82D4FD7}" type="slidenum">
              <a:rPr lang="en-US" smtClean="0"/>
              <a:pPr fontAlgn="base">
                <a:spcBef>
                  <a:spcPct val="0"/>
                </a:spcBef>
                <a:spcAft>
                  <a:spcPct val="0"/>
                </a:spcAft>
                <a:defRPr/>
              </a:pPr>
              <a:t>64</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bwMode="auto">
          <a:noFill/>
          <a:ln>
            <a:solidFill>
              <a:srgbClr val="000000"/>
            </a:solidFill>
            <a:miter lim="800000"/>
            <a:headEnd/>
            <a:tailEnd/>
          </a:ln>
        </p:spPr>
      </p:sp>
      <p:sp>
        <p:nvSpPr>
          <p:cNvPr id="35843"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p>
        </p:txBody>
      </p:sp>
      <p:sp>
        <p:nvSpPr>
          <p:cNvPr id="31747"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A09F929B-A6EF-47DE-9A95-9AF070B722B4}" type="slidenum">
              <a:rPr lang="en-US" smtClean="0"/>
              <a:pPr fontAlgn="base">
                <a:spcBef>
                  <a:spcPct val="0"/>
                </a:spcBef>
                <a:spcAft>
                  <a:spcPct val="0"/>
                </a:spcAft>
                <a:defRPr/>
              </a:pPr>
              <a:t>65</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Image Placeholder 1">
            <a:extLst>
              <a:ext uri="{FF2B5EF4-FFF2-40B4-BE49-F238E27FC236}">
                <a16:creationId xmlns:a16="http://schemas.microsoft.com/office/drawing/2014/main" xmlns="" id="{87828002-9262-6901-F62F-39B48732744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3" name="Notes Placeholder 2">
            <a:extLst>
              <a:ext uri="{FF2B5EF4-FFF2-40B4-BE49-F238E27FC236}">
                <a16:creationId xmlns:a16="http://schemas.microsoft.com/office/drawing/2014/main" xmlns="" id="{E12A2792-A2E7-8A8D-AE05-8D55FC2AD6DA}"/>
              </a:ext>
            </a:extLst>
          </p:cNvPr>
          <p:cNvSpPr>
            <a:spLocks noGrp="1"/>
          </p:cNvSpPr>
          <p:nvPr>
            <p:ph type="body" idx="1"/>
          </p:nvPr>
        </p:nvSpPr>
        <p:spPr/>
        <p:txBody>
          <a:bodyPr>
            <a:normAutofit fontScale="55000" lnSpcReduction="20000"/>
          </a:bodyPr>
          <a:lstStyle/>
          <a:p>
            <a:pPr eaLnBrk="1" fontAlgn="auto" hangingPunct="1">
              <a:spcBef>
                <a:spcPts val="0"/>
              </a:spcBef>
              <a:spcAft>
                <a:spcPts val="0"/>
              </a:spcAft>
              <a:defRPr/>
            </a:pPr>
            <a:r>
              <a:rPr lang="en-US" b="1" dirty="0"/>
              <a:t>(</a:t>
            </a:r>
            <a:r>
              <a:rPr lang="en-US" b="1" dirty="0" err="1"/>
              <a:t>i</a:t>
            </a:r>
            <a:r>
              <a:rPr lang="en-US" b="1" dirty="0"/>
              <a:t>) Market Segmentation:</a:t>
            </a:r>
          </a:p>
          <a:p>
            <a:pPr eaLnBrk="1" fontAlgn="auto" hangingPunct="1">
              <a:spcBef>
                <a:spcPts val="0"/>
              </a:spcBef>
              <a:spcAft>
                <a:spcPts val="0"/>
              </a:spcAft>
              <a:defRPr/>
            </a:pPr>
            <a:r>
              <a:rPr lang="en-US" b="1" dirty="0"/>
              <a:t>In market segments, marketers will have firm decisions on:</a:t>
            </a:r>
            <a:endParaRPr lang="en-US" dirty="0"/>
          </a:p>
          <a:p>
            <a:pPr eaLnBrk="1" fontAlgn="auto" hangingPunct="1">
              <a:spcBef>
                <a:spcPts val="0"/>
              </a:spcBef>
              <a:spcAft>
                <a:spcPts val="0"/>
              </a:spcAft>
              <a:defRPr/>
            </a:pPr>
            <a:r>
              <a:rPr lang="en-US" dirty="0"/>
              <a:t>(a) The type of products to be produced or sold.</a:t>
            </a:r>
          </a:p>
          <a:p>
            <a:pPr eaLnBrk="1" fontAlgn="auto" hangingPunct="1">
              <a:spcBef>
                <a:spcPts val="0"/>
              </a:spcBef>
              <a:spcAft>
                <a:spcPts val="0"/>
              </a:spcAft>
              <a:defRPr/>
            </a:pPr>
            <a:r>
              <a:rPr lang="en-US" dirty="0"/>
              <a:t>(b) The kind of service to be rendered.</a:t>
            </a:r>
          </a:p>
          <a:p>
            <a:pPr eaLnBrk="1" fontAlgn="auto" hangingPunct="1">
              <a:spcBef>
                <a:spcPts val="0"/>
              </a:spcBef>
              <a:spcAft>
                <a:spcPts val="0"/>
              </a:spcAft>
              <a:defRPr/>
            </a:pPr>
            <a:r>
              <a:rPr lang="en-US" dirty="0"/>
              <a:t>(c) The costs of operations to be estimated.</a:t>
            </a:r>
          </a:p>
          <a:p>
            <a:pPr eaLnBrk="1" fontAlgn="auto" hangingPunct="1">
              <a:spcBef>
                <a:spcPts val="0"/>
              </a:spcBef>
              <a:spcAft>
                <a:spcPts val="0"/>
              </a:spcAft>
              <a:defRPr/>
            </a:pPr>
            <a:r>
              <a:rPr lang="en-US" b="1" dirty="0"/>
              <a:t>(ii) Estimate Demand:</a:t>
            </a:r>
          </a:p>
          <a:p>
            <a:pPr eaLnBrk="1" fontAlgn="auto" hangingPunct="1">
              <a:spcBef>
                <a:spcPts val="0"/>
              </a:spcBef>
              <a:spcAft>
                <a:spcPts val="0"/>
              </a:spcAft>
              <a:defRPr/>
            </a:pPr>
            <a:r>
              <a:rPr lang="en-US" dirty="0"/>
              <a:t>Marketers will estimate total demand for the product based on sales forecast, channel opinions and degree of competition in the market. Prices of comparable rival products can guide us in pricing our products. We can determine market potential by trying different prices in different markets.</a:t>
            </a:r>
            <a:br>
              <a:rPr lang="en-US" dirty="0"/>
            </a:br>
            <a:endParaRPr lang="en-US" dirty="0"/>
          </a:p>
          <a:p>
            <a:pPr eaLnBrk="1" fontAlgn="auto" hangingPunct="1">
              <a:spcBef>
                <a:spcPts val="0"/>
              </a:spcBef>
              <a:spcAft>
                <a:spcPts val="0"/>
              </a:spcAft>
              <a:defRPr/>
            </a:pPr>
            <a:r>
              <a:rPr lang="en-US" b="1" dirty="0"/>
              <a:t>(iii) The Market Share:</a:t>
            </a:r>
          </a:p>
          <a:p>
            <a:pPr eaLnBrk="1" fontAlgn="auto" hangingPunct="1">
              <a:spcBef>
                <a:spcPts val="0"/>
              </a:spcBef>
              <a:spcAft>
                <a:spcPts val="0"/>
              </a:spcAft>
              <a:defRPr/>
            </a:pPr>
            <a:r>
              <a:rPr lang="en-US" dirty="0"/>
              <a:t>Marketers will choose a brand image and the desired market share on the basis of competitive reaction. Market planners must know exactly what his rivals are charging. Level of competitive pricing enables the firm to price above, below or at par and such a decision is easier in many cases.</a:t>
            </a:r>
          </a:p>
          <a:p>
            <a:pPr eaLnBrk="1" fontAlgn="auto" hangingPunct="1">
              <a:spcBef>
                <a:spcPts val="0"/>
              </a:spcBef>
              <a:spcAft>
                <a:spcPts val="0"/>
              </a:spcAft>
              <a:defRPr/>
            </a:pPr>
            <a:r>
              <a:rPr lang="en-US" dirty="0"/>
              <a:t>Higher initial price may be preferred, in case of smaller market share is anticipated, whereas, in the expectation of a much larger market share for the brand, marketer will have to prefer relatively lower price. Proper pricing strategy is evolved to reach the expected market share either through skimming price or through penetration price or through a compromise, i.e., fair trading or fair price- to cover cost of goods, operating expenses and normal profit margin.</a:t>
            </a:r>
            <a:br>
              <a:rPr lang="en-US" dirty="0"/>
            </a:br>
            <a:endParaRPr lang="en-US" dirty="0"/>
          </a:p>
          <a:p>
            <a:pPr eaLnBrk="1" fontAlgn="auto" hangingPunct="1">
              <a:spcBef>
                <a:spcPts val="0"/>
              </a:spcBef>
              <a:spcAft>
                <a:spcPts val="0"/>
              </a:spcAft>
              <a:defRPr/>
            </a:pPr>
            <a:r>
              <a:rPr lang="en-US" b="1" dirty="0"/>
              <a:t>(iv) The Marketing Mix:</a:t>
            </a:r>
          </a:p>
          <a:p>
            <a:pPr eaLnBrk="1" fontAlgn="auto" hangingPunct="1">
              <a:spcBef>
                <a:spcPts val="0"/>
              </a:spcBef>
              <a:spcAft>
                <a:spcPts val="0"/>
              </a:spcAft>
              <a:defRPr/>
            </a:pPr>
            <a:r>
              <a:rPr lang="en-US" dirty="0"/>
              <a:t>The overall marketing strategy is based on an integrated approach to all the elements of marketing mix.</a:t>
            </a:r>
          </a:p>
          <a:p>
            <a:pPr eaLnBrk="1" fontAlgn="auto" hangingPunct="1">
              <a:spcBef>
                <a:spcPts val="0"/>
              </a:spcBef>
              <a:spcAft>
                <a:spcPts val="0"/>
              </a:spcAft>
              <a:defRPr/>
            </a:pPr>
            <a:r>
              <a:rPr lang="en-US" b="1" dirty="0"/>
              <a:t>It covers:</a:t>
            </a:r>
            <a:endParaRPr lang="en-US" dirty="0"/>
          </a:p>
          <a:p>
            <a:pPr eaLnBrk="1" fontAlgn="auto" hangingPunct="1">
              <a:spcBef>
                <a:spcPts val="0"/>
              </a:spcBef>
              <a:spcAft>
                <a:spcPts val="0"/>
              </a:spcAft>
              <a:defRPr/>
            </a:pPr>
            <a:r>
              <a:rPr lang="en-US" dirty="0"/>
              <a:t>(a) Product-market strategy</a:t>
            </a:r>
          </a:p>
          <a:p>
            <a:pPr eaLnBrk="1" fontAlgn="auto" hangingPunct="1">
              <a:spcBef>
                <a:spcPts val="0"/>
              </a:spcBef>
              <a:spcAft>
                <a:spcPts val="0"/>
              </a:spcAft>
              <a:defRPr/>
            </a:pPr>
            <a:r>
              <a:rPr lang="en-US" dirty="0"/>
              <a:t>(b) Promotion strategy</a:t>
            </a:r>
          </a:p>
          <a:p>
            <a:pPr eaLnBrk="1" fontAlgn="auto" hangingPunct="1">
              <a:spcBef>
                <a:spcPts val="0"/>
              </a:spcBef>
              <a:spcAft>
                <a:spcPts val="0"/>
              </a:spcAft>
              <a:defRPr/>
            </a:pPr>
            <a:r>
              <a:rPr lang="en-US" dirty="0"/>
              <a:t>(c) Pricing Strategy</a:t>
            </a:r>
          </a:p>
          <a:p>
            <a:pPr eaLnBrk="1" fontAlgn="auto" hangingPunct="1">
              <a:spcBef>
                <a:spcPts val="0"/>
              </a:spcBef>
              <a:spcAft>
                <a:spcPts val="0"/>
              </a:spcAft>
              <a:defRPr/>
            </a:pPr>
            <a:r>
              <a:rPr lang="en-US" dirty="0"/>
              <a:t>(d) Distribution Strategy</a:t>
            </a:r>
          </a:p>
          <a:p>
            <a:pPr eaLnBrk="1" fontAlgn="auto" hangingPunct="1">
              <a:spcBef>
                <a:spcPts val="0"/>
              </a:spcBef>
              <a:spcAft>
                <a:spcPts val="0"/>
              </a:spcAft>
              <a:defRPr/>
            </a:pPr>
            <a:r>
              <a:rPr lang="en-US" dirty="0"/>
              <a:t>Marketers will have to assign an appropriate role to price as an element of marketing- mix. Promotional strategy will affect pricing decisions.</a:t>
            </a:r>
          </a:p>
          <a:p>
            <a:pPr eaLnBrk="1" fontAlgn="auto" hangingPunct="1">
              <a:spcBef>
                <a:spcPts val="0"/>
              </a:spcBef>
              <a:spcAft>
                <a:spcPts val="0"/>
              </a:spcAft>
              <a:defRPr/>
            </a:pPr>
            <a:r>
              <a:rPr lang="en-US" dirty="0"/>
              <a:t>The design of marketing mix can indicate the role to be played by pricing in relation to promotion and distribution policies. Price is critical strategic element of the marketing mix as it influences the quality perception and enables product or brand positioning. Price is also a good tactical variable. Changes in price can be made much faster than in any other variable of marketing mix. Hence, price has a good tactical value.</a:t>
            </a:r>
            <a:br>
              <a:rPr lang="en-US" dirty="0"/>
            </a:br>
            <a:endParaRPr lang="en-US" dirty="0"/>
          </a:p>
          <a:p>
            <a:pPr eaLnBrk="1" fontAlgn="auto" hangingPunct="1">
              <a:spcBef>
                <a:spcPts val="0"/>
              </a:spcBef>
              <a:spcAft>
                <a:spcPts val="0"/>
              </a:spcAft>
              <a:defRPr/>
            </a:pPr>
            <a:r>
              <a:rPr lang="en-US" b="1" dirty="0"/>
              <a:t>(v) Estimate of Costs:</a:t>
            </a:r>
          </a:p>
          <a:p>
            <a:pPr eaLnBrk="1" fontAlgn="auto" hangingPunct="1">
              <a:spcBef>
                <a:spcPts val="0"/>
              </a:spcBef>
              <a:spcAft>
                <a:spcPts val="0"/>
              </a:spcAft>
              <a:defRPr/>
            </a:pPr>
            <a:r>
              <a:rPr lang="en-US" dirty="0"/>
              <a:t>Straight, cost-plus pricing is not desirable always as it is not sensitive to demand. Marketing must take into account all relevant costs as well as price elasticity of demand.</a:t>
            </a:r>
            <a:br>
              <a:rPr lang="en-US" dirty="0"/>
            </a:br>
            <a:endParaRPr lang="en-US" dirty="0"/>
          </a:p>
          <a:p>
            <a:pPr eaLnBrk="1" fontAlgn="auto" hangingPunct="1">
              <a:spcBef>
                <a:spcPts val="0"/>
              </a:spcBef>
              <a:spcAft>
                <a:spcPts val="0"/>
              </a:spcAft>
              <a:defRPr/>
            </a:pPr>
            <a:r>
              <a:rPr lang="en-US" b="1" dirty="0"/>
              <a:t>(vi) Pricing Policies:</a:t>
            </a:r>
          </a:p>
          <a:p>
            <a:pPr eaLnBrk="1" fontAlgn="auto" hangingPunct="1">
              <a:spcBef>
                <a:spcPts val="0"/>
              </a:spcBef>
              <a:spcAft>
                <a:spcPts val="0"/>
              </a:spcAft>
              <a:defRPr/>
            </a:pPr>
            <a:r>
              <a:rPr lang="en-US" dirty="0"/>
              <a:t>Pricing policies are guidelines to carry out pricing strategy. Pricing policy may be fixed or flexible. Pricing policies must change and adopt themselves with the changing objectives and changing environment.</a:t>
            </a:r>
            <a:br>
              <a:rPr lang="en-US" dirty="0"/>
            </a:br>
            <a:endParaRPr lang="en-US" dirty="0"/>
          </a:p>
          <a:p>
            <a:pPr eaLnBrk="1" fontAlgn="auto" hangingPunct="1">
              <a:spcBef>
                <a:spcPts val="0"/>
              </a:spcBef>
              <a:spcAft>
                <a:spcPts val="0"/>
              </a:spcAft>
              <a:defRPr/>
            </a:pPr>
            <a:r>
              <a:rPr lang="en-US" b="1" dirty="0"/>
              <a:t>(vii) Pricing Strategies:</a:t>
            </a:r>
          </a:p>
          <a:p>
            <a:pPr eaLnBrk="1" fontAlgn="auto" hangingPunct="1">
              <a:spcBef>
                <a:spcPts val="0"/>
              </a:spcBef>
              <a:spcAft>
                <a:spcPts val="0"/>
              </a:spcAft>
              <a:defRPr/>
            </a:pPr>
            <a:r>
              <a:rPr lang="en-US" dirty="0"/>
              <a:t>Strategy is a plan of action to adjust with changing condition of the</a:t>
            </a:r>
            <a:r>
              <a:rPr lang="en-US" baseline="30000" dirty="0"/>
              <a:t>– </a:t>
            </a:r>
            <a:r>
              <a:rPr lang="en-US" dirty="0"/>
              <a:t>market place. New and unanticipated developments such as price cut by rivals, government regulations, economic recession, changes in consumer demand etc. may take place, and then changes all for special attention and relevant adjustments in the pricing policies and producers.</a:t>
            </a:r>
            <a:br>
              <a:rPr lang="en-US" dirty="0"/>
            </a:br>
            <a:endParaRPr lang="en-US" dirty="0"/>
          </a:p>
          <a:p>
            <a:pPr eaLnBrk="1" fontAlgn="auto" hangingPunct="1">
              <a:spcBef>
                <a:spcPts val="0"/>
              </a:spcBef>
              <a:spcAft>
                <a:spcPts val="0"/>
              </a:spcAft>
              <a:defRPr/>
            </a:pPr>
            <a:r>
              <a:rPr lang="en-US" b="1" dirty="0"/>
              <a:t>(viii) The Price Structure:</a:t>
            </a:r>
          </a:p>
          <a:p>
            <a:pPr eaLnBrk="1" fontAlgn="auto" hangingPunct="1">
              <a:spcBef>
                <a:spcPts val="0"/>
              </a:spcBef>
              <a:spcAft>
                <a:spcPts val="0"/>
              </a:spcAft>
              <a:defRPr/>
            </a:pPr>
            <a:r>
              <a:rPr lang="en-US" dirty="0"/>
              <a:t>Developing the price structure on the basis of pricing policies and strategies is the final step in price determination prices. The price structure will now define the selling prices for all products and permissible discounts and allowances to be given to distributor’s co-dealers as well as various types of buyers.</a:t>
            </a:r>
          </a:p>
          <a:p>
            <a:pPr eaLnBrk="1" fontAlgn="auto" hangingPunct="1">
              <a:spcBef>
                <a:spcPts val="0"/>
              </a:spcBef>
              <a:spcAft>
                <a:spcPts val="0"/>
              </a:spcAft>
              <a:defRPr/>
            </a:pPr>
            <a:endParaRPr lang="en-US" dirty="0"/>
          </a:p>
        </p:txBody>
      </p:sp>
      <p:sp>
        <p:nvSpPr>
          <p:cNvPr id="16388" name="Slide Number Placeholder 3">
            <a:extLst>
              <a:ext uri="{FF2B5EF4-FFF2-40B4-BE49-F238E27FC236}">
                <a16:creationId xmlns:a16="http://schemas.microsoft.com/office/drawing/2014/main" xmlns="" id="{C44A8C88-690A-AE64-CA7C-78AF56185B47}"/>
              </a:ext>
            </a:extLst>
          </p:cNvPr>
          <p:cNvSpPr>
            <a:spLocks noGrp="1" noChangeArrowheads="1"/>
          </p:cNvSpPr>
          <p:nvPr>
            <p:ph type="sldNum" sz="quarter" idx="5"/>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2858268A-E44A-4A18-9A5D-A1E17918CE42}" type="slidenum">
              <a:rPr lang="en-US" altLang="en-US"/>
              <a:pPr>
                <a:spcBef>
                  <a:spcPct val="0"/>
                </a:spcBef>
              </a:pPr>
              <a:t>77</a:t>
            </a:fld>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D2E4A7F-2FF1-4AA3-94C2-88ED142981AE}" type="datetimeFigureOut">
              <a:rPr lang="en-IN" smtClean="0"/>
              <a:pPr/>
              <a:t>23-12-2025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67B82D-3450-4E04-97FB-162E46CB1CE7}" type="slidenum">
              <a:rPr lang="en-IN" smtClean="0"/>
              <a:pPr/>
              <a:t>‹#›</a:t>
            </a:fld>
            <a:endParaRPr lang="en-IN"/>
          </a:p>
        </p:txBody>
      </p:sp>
    </p:spTree>
    <p:extLst>
      <p:ext uri="{BB962C8B-B14F-4D97-AF65-F5344CB8AC3E}">
        <p14:creationId xmlns:p14="http://schemas.microsoft.com/office/powerpoint/2010/main" xmlns="" val="27982873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9D2E4A7F-2FF1-4AA3-94C2-88ED142981AE}" type="datetimeFigureOut">
              <a:rPr lang="en-IN" smtClean="0"/>
              <a:pPr/>
              <a:t>23-12-2025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67B82D-3450-4E04-97FB-162E46CB1CE7}" type="slidenum">
              <a:rPr lang="en-IN" smtClean="0"/>
              <a:pPr/>
              <a:t>‹#›</a:t>
            </a:fld>
            <a:endParaRPr lang="en-IN"/>
          </a:p>
        </p:txBody>
      </p:sp>
    </p:spTree>
    <p:extLst>
      <p:ext uri="{BB962C8B-B14F-4D97-AF65-F5344CB8AC3E}">
        <p14:creationId xmlns:p14="http://schemas.microsoft.com/office/powerpoint/2010/main" xmlns="" val="35117079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D2E4A7F-2FF1-4AA3-94C2-88ED142981AE}" type="datetimeFigureOut">
              <a:rPr lang="en-IN" smtClean="0"/>
              <a:pPr/>
              <a:t>23-12-2025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67B82D-3450-4E04-97FB-162E46CB1CE7}" type="slidenum">
              <a:rPr lang="en-IN" smtClean="0"/>
              <a:pPr/>
              <a:t>‹#›</a:t>
            </a:fld>
            <a:endParaRPr lang="en-IN"/>
          </a:p>
        </p:txBody>
      </p:sp>
    </p:spTree>
    <p:extLst>
      <p:ext uri="{BB962C8B-B14F-4D97-AF65-F5344CB8AC3E}">
        <p14:creationId xmlns:p14="http://schemas.microsoft.com/office/powerpoint/2010/main" xmlns="" val="21631123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D2E4A7F-2FF1-4AA3-94C2-88ED142981AE}" type="datetimeFigureOut">
              <a:rPr lang="en-IN" smtClean="0"/>
              <a:pPr/>
              <a:t>23-12-2025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A67B82D-3450-4E04-97FB-162E46CB1CE7}" type="slidenum">
              <a:rPr lang="en-IN" smtClean="0"/>
              <a:pPr/>
              <a:t>‹#›</a:t>
            </a:fld>
            <a:endParaRPr lang="en-IN"/>
          </a:p>
        </p:txBody>
      </p:sp>
    </p:spTree>
    <p:extLst>
      <p:ext uri="{BB962C8B-B14F-4D97-AF65-F5344CB8AC3E}">
        <p14:creationId xmlns:p14="http://schemas.microsoft.com/office/powerpoint/2010/main" xmlns="" val="35623836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D2E4A7F-2FF1-4AA3-94C2-88ED142981AE}" type="datetimeFigureOut">
              <a:rPr lang="en-IN" smtClean="0"/>
              <a:pPr/>
              <a:t>23-12-2025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A67B82D-3450-4E04-97FB-162E46CB1CE7}" type="slidenum">
              <a:rPr lang="en-IN" smtClean="0"/>
              <a:pPr/>
              <a:t>‹#›</a:t>
            </a:fld>
            <a:endParaRPr lang="en-IN"/>
          </a:p>
        </p:txBody>
      </p:sp>
    </p:spTree>
    <p:extLst>
      <p:ext uri="{BB962C8B-B14F-4D97-AF65-F5344CB8AC3E}">
        <p14:creationId xmlns:p14="http://schemas.microsoft.com/office/powerpoint/2010/main" xmlns="" val="24661034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9D2E4A7F-2FF1-4AA3-94C2-88ED142981AE}" type="datetimeFigureOut">
              <a:rPr lang="en-IN" smtClean="0"/>
              <a:pPr/>
              <a:t>23-12-2025</a:t>
            </a:fld>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2A67B82D-3450-4E04-97FB-162E46CB1CE7}" type="slidenum">
              <a:rPr lang="en-IN" smtClean="0"/>
              <a:pPr/>
              <a:t>‹#›</a:t>
            </a:fld>
            <a:endParaRPr lang="en-IN"/>
          </a:p>
        </p:txBody>
      </p:sp>
    </p:spTree>
    <p:extLst>
      <p:ext uri="{BB962C8B-B14F-4D97-AF65-F5344CB8AC3E}">
        <p14:creationId xmlns:p14="http://schemas.microsoft.com/office/powerpoint/2010/main" xmlns="" val="30085579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9D2E4A7F-2FF1-4AA3-94C2-88ED142981AE}" type="datetimeFigureOut">
              <a:rPr lang="en-IN" smtClean="0"/>
              <a:pPr/>
              <a:t>23-12-2025</a:t>
            </a:fld>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2A67B82D-3450-4E04-97FB-162E46CB1CE7}" type="slidenum">
              <a:rPr lang="en-IN" smtClean="0"/>
              <a:pPr/>
              <a:t>‹#›</a:t>
            </a:fld>
            <a:endParaRPr lang="en-IN"/>
          </a:p>
        </p:txBody>
      </p:sp>
    </p:spTree>
    <p:extLst>
      <p:ext uri="{BB962C8B-B14F-4D97-AF65-F5344CB8AC3E}">
        <p14:creationId xmlns:p14="http://schemas.microsoft.com/office/powerpoint/2010/main" xmlns="" val="27001601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9D2E4A7F-2FF1-4AA3-94C2-88ED142981AE}" type="datetimeFigureOut">
              <a:rPr lang="en-IN" smtClean="0"/>
              <a:pPr/>
              <a:t>23-12-2025</a:t>
            </a:fld>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2A67B82D-3450-4E04-97FB-162E46CB1CE7}" type="slidenum">
              <a:rPr lang="en-IN" smtClean="0"/>
              <a:pPr/>
              <a:t>‹#›</a:t>
            </a:fld>
            <a:endParaRPr lang="en-IN"/>
          </a:p>
        </p:txBody>
      </p:sp>
    </p:spTree>
    <p:extLst>
      <p:ext uri="{BB962C8B-B14F-4D97-AF65-F5344CB8AC3E}">
        <p14:creationId xmlns:p14="http://schemas.microsoft.com/office/powerpoint/2010/main" xmlns="" val="25910927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D2E4A7F-2FF1-4AA3-94C2-88ED142981AE}" type="datetimeFigureOut">
              <a:rPr lang="en-IN" smtClean="0"/>
              <a:pPr/>
              <a:t>23-12-2025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A67B82D-3450-4E04-97FB-162E46CB1CE7}" type="slidenum">
              <a:rPr lang="en-IN" smtClean="0"/>
              <a:pPr/>
              <a:t>‹#›</a:t>
            </a:fld>
            <a:endParaRPr lang="en-IN"/>
          </a:p>
        </p:txBody>
      </p:sp>
    </p:spTree>
    <p:extLst>
      <p:ext uri="{BB962C8B-B14F-4D97-AF65-F5344CB8AC3E}">
        <p14:creationId xmlns:p14="http://schemas.microsoft.com/office/powerpoint/2010/main" xmlns="" val="13180750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D2E4A7F-2FF1-4AA3-94C2-88ED142981AE}" type="datetimeFigureOut">
              <a:rPr lang="en-IN" smtClean="0"/>
              <a:pPr/>
              <a:t>23-12-2025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A67B82D-3450-4E04-97FB-162E46CB1CE7}" type="slidenum">
              <a:rPr lang="en-IN" smtClean="0"/>
              <a:pPr/>
              <a:t>‹#›</a:t>
            </a:fld>
            <a:endParaRPr lang="en-IN"/>
          </a:p>
        </p:txBody>
      </p:sp>
    </p:spTree>
    <p:extLst>
      <p:ext uri="{BB962C8B-B14F-4D97-AF65-F5344CB8AC3E}">
        <p14:creationId xmlns:p14="http://schemas.microsoft.com/office/powerpoint/2010/main" xmlns="" val="3867328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9D2E4A7F-2FF1-4AA3-94C2-88ED142981AE}" type="datetimeFigureOut">
              <a:rPr lang="en-IN" smtClean="0"/>
              <a:pPr/>
              <a:t>23-12-2025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67B82D-3450-4E04-97FB-162E46CB1CE7}" type="slidenum">
              <a:rPr lang="en-IN" smtClean="0"/>
              <a:pPr/>
              <a:t>‹#›</a:t>
            </a:fld>
            <a:endParaRPr lang="en-IN"/>
          </a:p>
        </p:txBody>
      </p:sp>
    </p:spTree>
    <p:extLst>
      <p:ext uri="{BB962C8B-B14F-4D97-AF65-F5344CB8AC3E}">
        <p14:creationId xmlns:p14="http://schemas.microsoft.com/office/powerpoint/2010/main" xmlns="" val="5921874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9D2E4A7F-2FF1-4AA3-94C2-88ED142981AE}" type="datetimeFigureOut">
              <a:rPr lang="en-IN" smtClean="0"/>
              <a:pPr/>
              <a:t>23-12-2025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67B82D-3450-4E04-97FB-162E46CB1CE7}" type="slidenum">
              <a:rPr lang="en-IN" smtClean="0"/>
              <a:pPr/>
              <a:t>‹#›</a:t>
            </a:fld>
            <a:endParaRPr lang="en-IN"/>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xmlns="" val="30400324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D2E4A7F-2FF1-4AA3-94C2-88ED142981AE}" type="datetimeFigureOut">
              <a:rPr lang="en-IN" smtClean="0"/>
              <a:pPr/>
              <a:t>23-12-2025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67B82D-3450-4E04-97FB-162E46CB1CE7}" type="slidenum">
              <a:rPr lang="en-IN" smtClean="0"/>
              <a:pPr/>
              <a:t>‹#›</a:t>
            </a:fld>
            <a:endParaRPr lang="en-IN"/>
          </a:p>
        </p:txBody>
      </p:sp>
    </p:spTree>
    <p:extLst>
      <p:ext uri="{BB962C8B-B14F-4D97-AF65-F5344CB8AC3E}">
        <p14:creationId xmlns:p14="http://schemas.microsoft.com/office/powerpoint/2010/main" xmlns="" val="8759352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9D2E4A7F-2FF1-4AA3-94C2-88ED142981AE}" type="datetimeFigureOut">
              <a:rPr lang="en-IN" smtClean="0"/>
              <a:pPr/>
              <a:t>23-12-2025</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67B82D-3450-4E04-97FB-162E46CB1CE7}" type="slidenum">
              <a:rPr lang="en-IN" smtClean="0"/>
              <a:pPr/>
              <a:t>‹#›</a:t>
            </a:fld>
            <a:endParaRPr lang="en-IN"/>
          </a:p>
        </p:txBody>
      </p:sp>
    </p:spTree>
    <p:extLst>
      <p:ext uri="{BB962C8B-B14F-4D97-AF65-F5344CB8AC3E}">
        <p14:creationId xmlns:p14="http://schemas.microsoft.com/office/powerpoint/2010/main" xmlns="" val="28463162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9D2E4A7F-2FF1-4AA3-94C2-88ED142981AE}" type="datetimeFigureOut">
              <a:rPr lang="en-IN" smtClean="0"/>
              <a:pPr/>
              <a:t>23-12-2025</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67B82D-3450-4E04-97FB-162E46CB1CE7}" type="slidenum">
              <a:rPr lang="en-IN" smtClean="0"/>
              <a:pPr/>
              <a:t>‹#›</a:t>
            </a:fld>
            <a:endParaRPr lang="en-IN"/>
          </a:p>
        </p:txBody>
      </p:sp>
    </p:spTree>
    <p:extLst>
      <p:ext uri="{BB962C8B-B14F-4D97-AF65-F5344CB8AC3E}">
        <p14:creationId xmlns:p14="http://schemas.microsoft.com/office/powerpoint/2010/main" xmlns="" val="12100559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D2E4A7F-2FF1-4AA3-94C2-88ED142981AE}" type="datetimeFigureOut">
              <a:rPr lang="en-IN" smtClean="0"/>
              <a:pPr/>
              <a:t>23-12-2025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67B82D-3450-4E04-97FB-162E46CB1CE7}" type="slidenum">
              <a:rPr lang="en-IN" smtClean="0"/>
              <a:pPr/>
              <a:t>‹#›</a:t>
            </a:fld>
            <a:endParaRPr lang="en-IN"/>
          </a:p>
        </p:txBody>
      </p:sp>
    </p:spTree>
    <p:extLst>
      <p:ext uri="{BB962C8B-B14F-4D97-AF65-F5344CB8AC3E}">
        <p14:creationId xmlns:p14="http://schemas.microsoft.com/office/powerpoint/2010/main" xmlns="" val="274695342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D2E4A7F-2FF1-4AA3-94C2-88ED142981AE}" type="datetimeFigureOut">
              <a:rPr lang="en-IN" smtClean="0"/>
              <a:pPr/>
              <a:t>23-12-2025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67B82D-3450-4E04-97FB-162E46CB1CE7}" type="slidenum">
              <a:rPr lang="en-IN" smtClean="0"/>
              <a:pPr/>
              <a:t>‹#›</a:t>
            </a:fld>
            <a:endParaRPr lang="en-IN"/>
          </a:p>
        </p:txBody>
      </p:sp>
    </p:spTree>
    <p:extLst>
      <p:ext uri="{BB962C8B-B14F-4D97-AF65-F5344CB8AC3E}">
        <p14:creationId xmlns:p14="http://schemas.microsoft.com/office/powerpoint/2010/main" xmlns="" val="195494927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xAndChart">
  <p:cSld name="Title, Text and Char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p>
        </p:txBody>
      </p:sp>
      <p:sp>
        <p:nvSpPr>
          <p:cNvPr id="3" name="Text Placeholder 2"/>
          <p:cNvSpPr>
            <a:spLocks noGrp="1"/>
          </p:cNvSpPr>
          <p:nvPr>
            <p:ph type="body" sz="half" idx="1"/>
          </p:nvPr>
        </p:nvSpPr>
        <p:spPr>
          <a:xfrm>
            <a:off x="609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hart Placeholder 3"/>
          <p:cNvSpPr>
            <a:spLocks noGrp="1"/>
          </p:cNvSpPr>
          <p:nvPr>
            <p:ph type="chart" sz="half" idx="2"/>
          </p:nvPr>
        </p:nvSpPr>
        <p:spPr>
          <a:xfrm>
            <a:off x="6197600" y="1600201"/>
            <a:ext cx="5384800" cy="4525963"/>
          </a:xfrm>
        </p:spPr>
        <p:txBody>
          <a:bodyPr/>
          <a:lstStyle/>
          <a:p>
            <a:pPr lvl="0"/>
            <a:endParaRPr lang="en-US" noProof="0"/>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1F789A8D-EFE0-4D1B-9456-138D3E6B1372}" type="slidenum">
              <a:rPr lang="en-US"/>
              <a:pPr>
                <a:defRPr/>
              </a:pPr>
              <a:t>‹#›</a:t>
            </a:fld>
            <a:endParaRPr lang="en-US"/>
          </a:p>
        </p:txBody>
      </p:sp>
    </p:spTree>
    <p:extLst>
      <p:ext uri="{BB962C8B-B14F-4D97-AF65-F5344CB8AC3E}">
        <p14:creationId xmlns:p14="http://schemas.microsoft.com/office/powerpoint/2010/main" xmlns="" val="19261904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3.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5.png"/><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20">
            <a:extLst>
              <a:ext uri="{28A0092B-C50C-407E-A947-70E740481C1C}">
                <a14:useLocalDpi xmlns:a14="http://schemas.microsoft.com/office/drawing/2010/main" xmlns=""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1">
            <a:extLst>
              <a:ext uri="{28A0092B-C50C-407E-A947-70E740481C1C}">
                <a14:useLocalDpi xmlns:a14="http://schemas.microsoft.com/office/drawing/2010/main" xmlns=""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2">
            <a:extLst>
              <a:ext uri="{28A0092B-C50C-407E-A947-70E740481C1C}">
                <a14:useLocalDpi xmlns:a14="http://schemas.microsoft.com/office/drawing/2010/main" xmlns=""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3">
            <a:extLst>
              <a:ext uri="{28A0092B-C50C-407E-A947-70E740481C1C}">
                <a14:useLocalDpi xmlns:a14="http://schemas.microsoft.com/office/drawing/2010/main" xmlns=""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9D2E4A7F-2FF1-4AA3-94C2-88ED142981AE}" type="datetimeFigureOut">
              <a:rPr lang="en-IN" smtClean="0"/>
              <a:pPr/>
              <a:t>23-12-2025</a:t>
            </a:fld>
            <a:endParaRPr lang="en-IN"/>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2A67B82D-3450-4E04-97FB-162E46CB1CE7}" type="slidenum">
              <a:rPr lang="en-IN" smtClean="0"/>
              <a:pPr/>
              <a:t>‹#›</a:t>
            </a:fld>
            <a:endParaRPr lang="en-IN"/>
          </a:p>
        </p:txBody>
      </p:sp>
    </p:spTree>
    <p:extLst>
      <p:ext uri="{BB962C8B-B14F-4D97-AF65-F5344CB8AC3E}">
        <p14:creationId xmlns:p14="http://schemas.microsoft.com/office/powerpoint/2010/main" xmlns="" val="3272234795"/>
      </p:ext>
    </p:extLst>
  </p:cSld>
  <p:clrMap bg1="dk1" tx1="lt1" bg2="dk2" tx2="lt2" accent1="accent1" accent2="accent2" accent3="accent3" accent4="accent4" accent5="accent5" accent6="accent6" hlink="hlink" folHlink="folHlink"/>
  <p:sldLayoutIdLst>
    <p:sldLayoutId id="2147483738" r:id="rId1"/>
    <p:sldLayoutId id="2147483739" r:id="rId2"/>
    <p:sldLayoutId id="2147483740" r:id="rId3"/>
    <p:sldLayoutId id="2147483741" r:id="rId4"/>
    <p:sldLayoutId id="2147483742" r:id="rId5"/>
    <p:sldLayoutId id="2147483743" r:id="rId6"/>
    <p:sldLayoutId id="2147483744" r:id="rId7"/>
    <p:sldLayoutId id="2147483745" r:id="rId8"/>
    <p:sldLayoutId id="2147483746" r:id="rId9"/>
    <p:sldLayoutId id="2147483747" r:id="rId10"/>
    <p:sldLayoutId id="2147483748" r:id="rId11"/>
    <p:sldLayoutId id="2147483749" r:id="rId12"/>
    <p:sldLayoutId id="2147483750" r:id="rId13"/>
    <p:sldLayoutId id="2147483751" r:id="rId14"/>
    <p:sldLayoutId id="2147483752" r:id="rId15"/>
    <p:sldLayoutId id="2147483753" r:id="rId16"/>
    <p:sldLayoutId id="2147483754" r:id="rId17"/>
    <p:sldLayoutId id="2147483755" r:id="rId18"/>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6.jpeg"/></Relationships>
</file>

<file path=ppt/slides/_rels/slide52.xml.rels><?xml version="1.0" encoding="UTF-8" standalone="yes"?>
<Relationships xmlns="http://schemas.openxmlformats.org/package/2006/relationships"><Relationship Id="rId2" Type="http://schemas.openxmlformats.org/officeDocument/2006/relationships/hyperlink" Target="http://www.youtube.com/watch?v=I0kS2_F69-Q&amp;safety_mode=true&amp;persist_safety_mode=1&amp;safe=active" TargetMode="Externa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8.jpeg"/></Relationships>
</file>

<file path=ppt/slides/_rels/slide54.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0.jpeg"/></Relationships>
</file>

<file path=ppt/slides/_rels/slide55.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43.jpeg"/><Relationship Id="rId4" Type="http://schemas.openxmlformats.org/officeDocument/2006/relationships/image" Target="../media/image42.jpeg"/></Relationships>
</file>

<file path=ppt/slides/_rels/slide56.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8" Type="http://schemas.openxmlformats.org/officeDocument/2006/relationships/image" Target="../media/image50.jpeg"/><Relationship Id="rId3" Type="http://schemas.openxmlformats.org/officeDocument/2006/relationships/hyperlink" Target="http://images.google.com/imgres?imgurl=http://www.globalpackagegallery.com/main.php?g2_view=core.DownloadItem&amp;g2_itemId=61180&amp;g2_serialNumber=2&amp;imgrefurl=http://www.globalpackagegallery.com/main.php/v/food/soup/Campbells_Chunky.jpg.html&amp;h=1681&amp;w=1436&amp;sz=1401&amp;hl=en&amp;start=3&amp;tbnid=eIGG8LlAi-HN0M:&amp;tbnh=150&amp;tbnw=128&amp;prev=/images?q=soup+in+hand&amp;gbv=2&amp;hl=en" TargetMode="External"/><Relationship Id="rId7" Type="http://schemas.openxmlformats.org/officeDocument/2006/relationships/image" Target="../media/image49.jpe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48.jpeg"/><Relationship Id="rId5" Type="http://schemas.openxmlformats.org/officeDocument/2006/relationships/image" Target="../media/image47.jpeg"/><Relationship Id="rId4" Type="http://schemas.openxmlformats.org/officeDocument/2006/relationships/image" Target="../media/image46.jpeg"/></Relationships>
</file>

<file path=ppt/slides/_rels/slide58.xml.rels><?xml version="1.0" encoding="UTF-8" standalone="yes"?>
<Relationships xmlns="http://schemas.openxmlformats.org/package/2006/relationships"><Relationship Id="rId8" Type="http://schemas.openxmlformats.org/officeDocument/2006/relationships/image" Target="../media/image56.jpeg"/><Relationship Id="rId3" Type="http://schemas.openxmlformats.org/officeDocument/2006/relationships/image" Target="../media/image51.jpeg"/><Relationship Id="rId7" Type="http://schemas.openxmlformats.org/officeDocument/2006/relationships/image" Target="../media/image55.jpeg"/><Relationship Id="rId2" Type="http://schemas.openxmlformats.org/officeDocument/2006/relationships/hyperlink" Target="http://images.google.com/imgres?imgurl=http://www.soschildrensvillages.org.uk/imgs/newsfeed/Pharmaceutical+drugs_889_18257745_0_0_2145_300.jpg&amp;imgrefurl=http://www.care-mates.com/blog/?cat=3&amp;h=225&amp;w=300&amp;sz=20&amp;hl=en&amp;start=39&amp;tbnid=EFBaUbf9YkCevM:&amp;tbnh=87&amp;tbnw=116&amp;prev=/images?q=blisterpacks&amp;start=36&amp;gbv=2&amp;ndsp=18&amp;hl=en&amp;sa=N" TargetMode="External"/><Relationship Id="rId1" Type="http://schemas.openxmlformats.org/officeDocument/2006/relationships/slideLayout" Target="../slideLayouts/slideLayout2.xml"/><Relationship Id="rId6" Type="http://schemas.openxmlformats.org/officeDocument/2006/relationships/image" Target="../media/image54.jpeg"/><Relationship Id="rId5" Type="http://schemas.openxmlformats.org/officeDocument/2006/relationships/image" Target="../media/image53.jpeg"/><Relationship Id="rId4" Type="http://schemas.openxmlformats.org/officeDocument/2006/relationships/image" Target="../media/image52.jpeg"/></Relationships>
</file>

<file path=ppt/slides/_rels/slide59.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59.jpeg"/><Relationship Id="rId4" Type="http://schemas.openxmlformats.org/officeDocument/2006/relationships/image" Target="../media/image58.jpeg"/></Relationships>
</file>

<file path=ppt/slides/_rels/slide60.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hyperlink" Target="http://abcnews.go.com/Video/playerIndex?id=9237007" TargetMode="External"/><Relationship Id="rId1" Type="http://schemas.openxmlformats.org/officeDocument/2006/relationships/slideLayout" Target="../slideLayouts/slideLayout2.xml"/><Relationship Id="rId5" Type="http://schemas.openxmlformats.org/officeDocument/2006/relationships/image" Target="../media/image62.jpeg"/><Relationship Id="rId4" Type="http://schemas.openxmlformats.org/officeDocument/2006/relationships/image" Target="../media/image61.jpeg"/></Relationships>
</file>

<file path=ppt/slides/_rels/slide61.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65.jpeg"/><Relationship Id="rId4" Type="http://schemas.openxmlformats.org/officeDocument/2006/relationships/image" Target="../media/image64.jpeg"/></Relationships>
</file>

<file path=ppt/slides/_rels/slide62.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hyperlink" Target="http://www.youtube.com/watch?v=p_96YCZowxY&amp;safety_mode=true&amp;persist_safety_mode=1&amp;safe=active" TargetMode="External"/><Relationship Id="rId4" Type="http://schemas.openxmlformats.org/officeDocument/2006/relationships/image" Target="../media/image67.jpeg"/></Relationships>
</file>

<file path=ppt/slides/_rels/slide63.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70.jpeg"/><Relationship Id="rId4" Type="http://schemas.openxmlformats.org/officeDocument/2006/relationships/image" Target="../media/image69.jpeg"/></Relationships>
</file>

<file path=ppt/slides/_rels/slide64.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73.png"/><Relationship Id="rId4" Type="http://schemas.openxmlformats.org/officeDocument/2006/relationships/image" Target="../media/image72.jpeg"/></Relationships>
</file>

<file path=ppt/slides/_rels/slide65.xml.rels><?xml version="1.0" encoding="UTF-8" standalone="yes"?>
<Relationships xmlns="http://schemas.openxmlformats.org/package/2006/relationships"><Relationship Id="rId3" Type="http://schemas.openxmlformats.org/officeDocument/2006/relationships/hyperlink" Target="http://images.google.com/imgres?imgurl=http://www.exposuremind.com/userfiles/Image/chiquita_banana.jpg&amp;imgrefurl=http://reddit.wired.com/submissions_macro/?offset=75&amp;h=2000&amp;w=3008&amp;sz=1791&amp;hl=en&amp;start=14&amp;tbnid=TJmF1mb0SeHnWM:&amp;tbnh=100&amp;tbnw=150&amp;prev=/images?q=chiquita+bananas&amp;gbv=2&amp;hl=en"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75.jpeg"/><Relationship Id="rId4" Type="http://schemas.openxmlformats.org/officeDocument/2006/relationships/image" Target="../media/image74.jpe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83459" y="1122363"/>
            <a:ext cx="10844980" cy="1286540"/>
          </a:xfrm>
        </p:spPr>
        <p:txBody>
          <a:bodyPr>
            <a:normAutofit fontScale="90000"/>
          </a:bodyPr>
          <a:lstStyle/>
          <a:p>
            <a:r>
              <a:rPr lang="en-US" dirty="0"/>
              <a:t>Product management and Pricing:</a:t>
            </a:r>
            <a:endParaRPr lang="en-IN" dirty="0"/>
          </a:p>
        </p:txBody>
      </p:sp>
      <p:sp>
        <p:nvSpPr>
          <p:cNvPr id="3" name="Subtitle 2"/>
          <p:cNvSpPr>
            <a:spLocks noGrp="1"/>
          </p:cNvSpPr>
          <p:nvPr>
            <p:ph type="subTitle" idx="1"/>
          </p:nvPr>
        </p:nvSpPr>
        <p:spPr>
          <a:xfrm>
            <a:off x="1524000" y="2959509"/>
            <a:ext cx="8357419" cy="1167577"/>
          </a:xfrm>
        </p:spPr>
        <p:txBody>
          <a:bodyPr/>
          <a:lstStyle/>
          <a:p>
            <a:r>
              <a:rPr lang="en-IN" dirty="0"/>
              <a:t>Presentation by </a:t>
            </a:r>
          </a:p>
          <a:p>
            <a:r>
              <a:rPr lang="en-IN" dirty="0" err="1"/>
              <a:t>Dr.Basavaraj</a:t>
            </a:r>
            <a:r>
              <a:rPr lang="en-IN" dirty="0"/>
              <a:t> S.K</a:t>
            </a:r>
          </a:p>
        </p:txBody>
      </p:sp>
      <p:pic>
        <p:nvPicPr>
          <p:cNvPr id="4" name="Picture 3">
            <a:extLst>
              <a:ext uri="{FF2B5EF4-FFF2-40B4-BE49-F238E27FC236}">
                <a16:creationId xmlns:a16="http://schemas.microsoft.com/office/drawing/2014/main" xmlns="" id="{83F320FC-93BB-0187-AE30-10D4FB5320DA}"/>
              </a:ext>
            </a:extLst>
          </p:cNvPr>
          <p:cNvPicPr>
            <a:picLocks noChangeAspect="1"/>
          </p:cNvPicPr>
          <p:nvPr/>
        </p:nvPicPr>
        <p:blipFill>
          <a:blip r:embed="rId2"/>
          <a:stretch>
            <a:fillRect/>
          </a:stretch>
        </p:blipFill>
        <p:spPr>
          <a:xfrm>
            <a:off x="90949" y="4127086"/>
            <a:ext cx="4284406" cy="2629822"/>
          </a:xfrm>
          <a:prstGeom prst="rect">
            <a:avLst/>
          </a:prstGeom>
        </p:spPr>
      </p:pic>
      <p:pic>
        <p:nvPicPr>
          <p:cNvPr id="5" name="Picture 4">
            <a:extLst>
              <a:ext uri="{FF2B5EF4-FFF2-40B4-BE49-F238E27FC236}">
                <a16:creationId xmlns:a16="http://schemas.microsoft.com/office/drawing/2014/main" xmlns="" id="{61A4E530-843A-51F0-2079-E513E4BC4056}"/>
              </a:ext>
            </a:extLst>
          </p:cNvPr>
          <p:cNvPicPr>
            <a:picLocks noChangeAspect="1"/>
          </p:cNvPicPr>
          <p:nvPr/>
        </p:nvPicPr>
        <p:blipFill>
          <a:blip r:embed="rId3"/>
          <a:stretch>
            <a:fillRect/>
          </a:stretch>
        </p:blipFill>
        <p:spPr>
          <a:xfrm>
            <a:off x="5486399" y="4139381"/>
            <a:ext cx="5466736" cy="2633544"/>
          </a:xfrm>
          <a:prstGeom prst="rect">
            <a:avLst/>
          </a:prstGeom>
          <a:solidFill>
            <a:srgbClr val="FFFF00"/>
          </a:solidFill>
        </p:spPr>
      </p:pic>
    </p:spTree>
    <p:extLst>
      <p:ext uri="{BB962C8B-B14F-4D97-AF65-F5344CB8AC3E}">
        <p14:creationId xmlns:p14="http://schemas.microsoft.com/office/powerpoint/2010/main" xmlns="" val="50378730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E0B97C3-6A05-BB88-8D3A-AA76662E0D0F}"/>
              </a:ext>
            </a:extLst>
          </p:cNvPr>
          <p:cNvSpPr>
            <a:spLocks noGrp="1"/>
          </p:cNvSpPr>
          <p:nvPr>
            <p:ph type="title"/>
          </p:nvPr>
        </p:nvSpPr>
        <p:spPr>
          <a:xfrm>
            <a:off x="838200" y="365125"/>
            <a:ext cx="10515600" cy="834410"/>
          </a:xfrm>
        </p:spPr>
        <p:txBody>
          <a:bodyPr>
            <a:normAutofit/>
          </a:bodyPr>
          <a:lstStyle/>
          <a:p>
            <a:r>
              <a:rPr lang="en-US" dirty="0"/>
              <a:t>Discussion Points</a:t>
            </a:r>
            <a:endParaRPr lang="en-IN" dirty="0"/>
          </a:p>
        </p:txBody>
      </p:sp>
      <p:sp>
        <p:nvSpPr>
          <p:cNvPr id="3" name="Content Placeholder 2">
            <a:extLst>
              <a:ext uri="{FF2B5EF4-FFF2-40B4-BE49-F238E27FC236}">
                <a16:creationId xmlns:a16="http://schemas.microsoft.com/office/drawing/2014/main" xmlns="" id="{C3E0B1F9-3E9E-6DE0-1A31-CDB9CCA33EAA}"/>
              </a:ext>
            </a:extLst>
          </p:cNvPr>
          <p:cNvSpPr>
            <a:spLocks noGrp="1"/>
          </p:cNvSpPr>
          <p:nvPr>
            <p:ph idx="1"/>
          </p:nvPr>
        </p:nvSpPr>
        <p:spPr>
          <a:xfrm>
            <a:off x="838200" y="1376515"/>
            <a:ext cx="10515600" cy="5116359"/>
          </a:xfrm>
        </p:spPr>
        <p:txBody>
          <a:bodyPr>
            <a:normAutofit fontScale="70000" lnSpcReduction="20000"/>
          </a:bodyPr>
          <a:lstStyle/>
          <a:p>
            <a:r>
              <a:rPr lang="en-US" dirty="0"/>
              <a:t>Importance and primary objective of product management, </a:t>
            </a:r>
          </a:p>
          <a:p>
            <a:r>
              <a:rPr lang="en-US" dirty="0"/>
              <a:t>product levels, </a:t>
            </a:r>
          </a:p>
          <a:p>
            <a:r>
              <a:rPr lang="en-US" dirty="0"/>
              <a:t>product hierarchy, </a:t>
            </a:r>
          </a:p>
          <a:p>
            <a:r>
              <a:rPr lang="en-US" dirty="0"/>
              <a:t>Classification of products, </a:t>
            </a:r>
          </a:p>
          <a:p>
            <a:r>
              <a:rPr lang="en-US" dirty="0"/>
              <a:t>product mix, </a:t>
            </a:r>
          </a:p>
          <a:p>
            <a:r>
              <a:rPr lang="en-US" dirty="0"/>
              <a:t>product mix strategies, </a:t>
            </a:r>
          </a:p>
          <a:p>
            <a:r>
              <a:rPr lang="en-US" dirty="0"/>
              <a:t>Managing Product Life Cycle. </a:t>
            </a:r>
          </a:p>
          <a:p>
            <a:r>
              <a:rPr lang="en-US" dirty="0"/>
              <a:t>New Product Development, </a:t>
            </a:r>
          </a:p>
          <a:p>
            <a:r>
              <a:rPr lang="en-US" dirty="0"/>
              <a:t>packing as a marketing tool, </a:t>
            </a:r>
          </a:p>
          <a:p>
            <a:r>
              <a:rPr lang="en-US" dirty="0"/>
              <a:t>Role of labeling in packing. </a:t>
            </a:r>
          </a:p>
          <a:p>
            <a:r>
              <a:rPr lang="en-US" dirty="0"/>
              <a:t>Concept of Branding, </a:t>
            </a:r>
          </a:p>
          <a:p>
            <a:r>
              <a:rPr lang="en-US" dirty="0"/>
              <a:t>Brand Equity, branding strategies, selecting logo, brand extension- effects.</a:t>
            </a:r>
          </a:p>
          <a:p>
            <a:r>
              <a:rPr lang="en-US" dirty="0">
                <a:solidFill>
                  <a:srgbClr val="FFFF00"/>
                </a:solidFill>
              </a:rPr>
              <a:t>Introducing to pricing, </a:t>
            </a:r>
          </a:p>
          <a:p>
            <a:r>
              <a:rPr lang="en-US" dirty="0">
                <a:solidFill>
                  <a:srgbClr val="FFFF00"/>
                </a:solidFill>
              </a:rPr>
              <a:t>Significance of pricing, </a:t>
            </a:r>
          </a:p>
          <a:p>
            <a:r>
              <a:rPr lang="en-US" dirty="0">
                <a:solidFill>
                  <a:srgbClr val="FFFF00"/>
                </a:solidFill>
              </a:rPr>
              <a:t>factor influencing pricing (Internal factor and External factor), </a:t>
            </a:r>
          </a:p>
          <a:p>
            <a:r>
              <a:rPr lang="en-US" dirty="0">
                <a:solidFill>
                  <a:srgbClr val="FFFF00"/>
                </a:solidFill>
              </a:rPr>
              <a:t>objectives, </a:t>
            </a:r>
          </a:p>
          <a:p>
            <a:r>
              <a:rPr lang="en-US" dirty="0">
                <a:solidFill>
                  <a:srgbClr val="FFFF00"/>
                </a:solidFill>
              </a:rPr>
              <a:t>Pricing Strategies-Value based, Cost based, Market based, Competitor based, Pricing Procedure.</a:t>
            </a:r>
            <a:endParaRPr lang="en-IN" dirty="0">
              <a:solidFill>
                <a:srgbClr val="FFFF00"/>
              </a:solidFill>
            </a:endParaRPr>
          </a:p>
        </p:txBody>
      </p:sp>
    </p:spTree>
    <p:extLst>
      <p:ext uri="{BB962C8B-B14F-4D97-AF65-F5344CB8AC3E}">
        <p14:creationId xmlns:p14="http://schemas.microsoft.com/office/powerpoint/2010/main" xmlns="" val="123664012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256E753B-2D28-2A46-9CF1-DD05622BDF9B}"/>
              </a:ext>
            </a:extLst>
          </p:cNvPr>
          <p:cNvPicPr>
            <a:picLocks noChangeAspect="1"/>
          </p:cNvPicPr>
          <p:nvPr/>
        </p:nvPicPr>
        <p:blipFill>
          <a:blip r:embed="rId2"/>
          <a:stretch>
            <a:fillRect/>
          </a:stretch>
        </p:blipFill>
        <p:spPr>
          <a:xfrm>
            <a:off x="403123" y="542924"/>
            <a:ext cx="11484077" cy="6005359"/>
          </a:xfrm>
          <a:prstGeom prst="rect">
            <a:avLst/>
          </a:prstGeom>
        </p:spPr>
      </p:pic>
    </p:spTree>
    <p:extLst>
      <p:ext uri="{BB962C8B-B14F-4D97-AF65-F5344CB8AC3E}">
        <p14:creationId xmlns:p14="http://schemas.microsoft.com/office/powerpoint/2010/main" xmlns="" val="186704222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DEC68FFB-D0BA-7A54-D872-9BAD732CC400}"/>
              </a:ext>
            </a:extLst>
          </p:cNvPr>
          <p:cNvPicPr>
            <a:picLocks noChangeAspect="1"/>
          </p:cNvPicPr>
          <p:nvPr/>
        </p:nvPicPr>
        <p:blipFill>
          <a:blip r:embed="rId2"/>
          <a:stretch>
            <a:fillRect/>
          </a:stretch>
        </p:blipFill>
        <p:spPr>
          <a:xfrm>
            <a:off x="0" y="0"/>
            <a:ext cx="12191999" cy="6858000"/>
          </a:xfrm>
          <a:prstGeom prst="rect">
            <a:avLst/>
          </a:prstGeom>
        </p:spPr>
      </p:pic>
    </p:spTree>
    <p:extLst>
      <p:ext uri="{BB962C8B-B14F-4D97-AF65-F5344CB8AC3E}">
        <p14:creationId xmlns:p14="http://schemas.microsoft.com/office/powerpoint/2010/main" xmlns="" val="196816135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3" name="Rectangle 1"/>
          <p:cNvSpPr>
            <a:spLocks noGrp="1" noChangeArrowheads="1"/>
          </p:cNvSpPr>
          <p:nvPr>
            <p:ph type="ctrTitle"/>
          </p:nvPr>
        </p:nvSpPr>
        <p:spPr>
          <a:xfrm>
            <a:off x="2021205" y="197168"/>
            <a:ext cx="7811053" cy="845051"/>
          </a:xfrm>
        </p:spPr>
        <p:txBody>
          <a:bodyPr vert="horz" lIns="0" tIns="0" rIns="0" bIns="0" rtlCol="0" anchor="t">
            <a:normAutofit fontScale="90000"/>
          </a:bodyPr>
          <a:lstStyle/>
          <a:p>
            <a:pPr>
              <a:lnSpc>
                <a:spcPct val="95000"/>
              </a:lnSpc>
            </a:pPr>
            <a:r>
              <a:rPr lang="en-US" dirty="0">
                <a:solidFill>
                  <a:srgbClr val="FFCC00"/>
                </a:solidFill>
              </a:rPr>
              <a:t>Product</a:t>
            </a:r>
          </a:p>
        </p:txBody>
      </p:sp>
      <p:sp>
        <p:nvSpPr>
          <p:cNvPr id="3074" name="Rectangle 2"/>
          <p:cNvSpPr>
            <a:spLocks noGrp="1" noChangeArrowheads="1"/>
          </p:cNvSpPr>
          <p:nvPr>
            <p:ph type="subTitle" idx="1"/>
          </p:nvPr>
        </p:nvSpPr>
        <p:spPr>
          <a:xfrm>
            <a:off x="2249805" y="1386872"/>
            <a:ext cx="7692390" cy="4939189"/>
          </a:xfrm>
        </p:spPr>
        <p:txBody>
          <a:bodyPr vert="horz" lIns="0" tIns="0" rIns="0" bIns="0" rtlCol="0">
            <a:normAutofit fontScale="92500" lnSpcReduction="10000"/>
          </a:bodyPr>
          <a:lstStyle/>
          <a:p>
            <a:pPr lvl="1" indent="-308610" algn="l">
              <a:lnSpc>
                <a:spcPct val="95000"/>
              </a:lnSpc>
              <a:spcBef>
                <a:spcPct val="0"/>
              </a:spcBef>
              <a:buClr>
                <a:srgbClr val="FFFFCC"/>
              </a:buClr>
              <a:buFontTx/>
              <a:buChar char="•"/>
            </a:pPr>
            <a:r>
              <a:rPr lang="en-US" sz="3600" dirty="0">
                <a:solidFill>
                  <a:srgbClr val="FFFFCC"/>
                </a:solidFill>
              </a:rPr>
              <a:t>A product can be anything that can be offered to the market to satisfy a want or a need. </a:t>
            </a:r>
            <a:endParaRPr lang="en-US" dirty="0"/>
          </a:p>
          <a:p>
            <a:pPr algn="l">
              <a:lnSpc>
                <a:spcPct val="95000"/>
              </a:lnSpc>
              <a:spcBef>
                <a:spcPct val="0"/>
              </a:spcBef>
            </a:pPr>
            <a:endParaRPr lang="en-US" sz="3600" dirty="0">
              <a:solidFill>
                <a:srgbClr val="FFFFCC"/>
              </a:solidFill>
            </a:endParaRPr>
          </a:p>
          <a:p>
            <a:pPr lvl="1" indent="-308610" algn="l">
              <a:lnSpc>
                <a:spcPct val="95000"/>
              </a:lnSpc>
              <a:spcBef>
                <a:spcPct val="0"/>
              </a:spcBef>
              <a:buClr>
                <a:srgbClr val="FFFFCC"/>
              </a:buClr>
              <a:buFontTx/>
              <a:buChar char="•"/>
            </a:pPr>
            <a:r>
              <a:rPr lang="en-US" sz="3600" dirty="0">
                <a:solidFill>
                  <a:srgbClr val="FFFFCC"/>
                </a:solidFill>
              </a:rPr>
              <a:t>A bundle of attributes, offering for use/consumption by the final customer.</a:t>
            </a:r>
          </a:p>
          <a:p>
            <a:pPr lvl="1" indent="-308610" algn="l">
              <a:lnSpc>
                <a:spcPct val="95000"/>
              </a:lnSpc>
              <a:spcBef>
                <a:spcPct val="0"/>
              </a:spcBef>
              <a:buClr>
                <a:srgbClr val="FFFFCC"/>
              </a:buClr>
              <a:buFontTx/>
              <a:buChar char="•"/>
            </a:pPr>
            <a:endParaRPr lang="en-US" sz="3600" dirty="0">
              <a:solidFill>
                <a:srgbClr val="FFFFCC"/>
              </a:solidFill>
            </a:endParaRPr>
          </a:p>
          <a:p>
            <a:pPr lvl="1" indent="-308610" algn="l">
              <a:lnSpc>
                <a:spcPct val="95000"/>
              </a:lnSpc>
              <a:spcBef>
                <a:spcPct val="0"/>
              </a:spcBef>
              <a:buClr>
                <a:srgbClr val="FFFFCC"/>
              </a:buClr>
              <a:buFontTx/>
              <a:buChar char="•"/>
            </a:pPr>
            <a:r>
              <a:rPr lang="en-US" sz="3600" dirty="0">
                <a:solidFill>
                  <a:srgbClr val="FFFFCC"/>
                </a:solidFill>
              </a:rPr>
              <a:t>A bundle of utilities that has ability to satisfy needs and </a:t>
            </a:r>
            <a:r>
              <a:rPr lang="en-US" sz="3600" dirty="0" err="1">
                <a:solidFill>
                  <a:srgbClr val="FFFFCC"/>
                </a:solidFill>
              </a:rPr>
              <a:t>offord</a:t>
            </a:r>
            <a:r>
              <a:rPr lang="en-US" sz="3600" dirty="0">
                <a:solidFill>
                  <a:srgbClr val="FFFFCC"/>
                </a:solidFill>
              </a:rPr>
              <a:t> to customer for sale.</a:t>
            </a:r>
            <a:endParaRPr lang="en-US" dirty="0"/>
          </a:p>
          <a:p>
            <a:pPr algn="l">
              <a:lnSpc>
                <a:spcPct val="95000"/>
              </a:lnSpc>
              <a:spcBef>
                <a:spcPct val="0"/>
              </a:spcBef>
            </a:pPr>
            <a:endParaRPr lang="en-US" sz="3600" dirty="0">
              <a:solidFill>
                <a:srgbClr val="FFFFCC"/>
              </a:solidFill>
            </a:endParaRPr>
          </a:p>
          <a:p>
            <a:pPr algn="l">
              <a:lnSpc>
                <a:spcPct val="95000"/>
              </a:lnSpc>
              <a:spcBef>
                <a:spcPct val="0"/>
              </a:spcBef>
            </a:pPr>
            <a:endParaRPr lang="en-US" sz="3600" dirty="0">
              <a:solidFill>
                <a:srgbClr val="FFFFCC"/>
              </a:solidFill>
            </a:endParaRPr>
          </a:p>
        </p:txBody>
      </p:sp>
    </p:spTree>
    <p:extLst>
      <p:ext uri="{BB962C8B-B14F-4D97-AF65-F5344CB8AC3E}">
        <p14:creationId xmlns:p14="http://schemas.microsoft.com/office/powerpoint/2010/main" xmlns="" val="151369410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1"/>
          <p:cNvSpPr>
            <a:spLocks noGrp="1" noChangeArrowheads="1"/>
          </p:cNvSpPr>
          <p:nvPr>
            <p:ph type="ctrTitle"/>
          </p:nvPr>
        </p:nvSpPr>
        <p:spPr>
          <a:xfrm>
            <a:off x="2249805" y="274320"/>
            <a:ext cx="7692390" cy="900113"/>
          </a:xfrm>
        </p:spPr>
        <p:txBody>
          <a:bodyPr vert="horz" lIns="0" tIns="0" rIns="0" bIns="0" rtlCol="0" anchor="t">
            <a:normAutofit/>
          </a:bodyPr>
          <a:lstStyle/>
          <a:p>
            <a:pPr>
              <a:lnSpc>
                <a:spcPct val="95000"/>
              </a:lnSpc>
            </a:pPr>
            <a:r>
              <a:rPr lang="en-US" sz="4410">
                <a:solidFill>
                  <a:srgbClr val="FFCC00"/>
                </a:solidFill>
              </a:rPr>
              <a:t>Levels of a Product</a:t>
            </a:r>
          </a:p>
        </p:txBody>
      </p:sp>
      <p:sp>
        <p:nvSpPr>
          <p:cNvPr id="5122" name="Rectangle 2"/>
          <p:cNvSpPr>
            <a:spLocks noGrp="1" noChangeArrowheads="1"/>
          </p:cNvSpPr>
          <p:nvPr>
            <p:ph type="subTitle" idx="1"/>
          </p:nvPr>
        </p:nvSpPr>
        <p:spPr>
          <a:xfrm>
            <a:off x="2249805" y="1111568"/>
            <a:ext cx="7996714" cy="4939189"/>
          </a:xfrm>
        </p:spPr>
        <p:txBody>
          <a:bodyPr vert="horz" lIns="0" tIns="0" rIns="0" bIns="0" rtlCol="0">
            <a:normAutofit/>
          </a:bodyPr>
          <a:lstStyle/>
          <a:p>
            <a:pPr lvl="1" indent="-308610" algn="l">
              <a:lnSpc>
                <a:spcPct val="95000"/>
              </a:lnSpc>
              <a:spcBef>
                <a:spcPct val="0"/>
              </a:spcBef>
              <a:buClr>
                <a:srgbClr val="FFFFCC"/>
              </a:buClr>
              <a:buFontTx/>
              <a:buChar char="•"/>
            </a:pPr>
            <a:r>
              <a:rPr lang="en-US" sz="2790" b="1" dirty="0">
                <a:solidFill>
                  <a:srgbClr val="FFFFCC"/>
                </a:solidFill>
              </a:rPr>
              <a:t>5 basic levels</a:t>
            </a:r>
            <a:endParaRPr lang="en-US" dirty="0"/>
          </a:p>
          <a:p>
            <a:pPr lvl="1" indent="-308610" algn="l">
              <a:lnSpc>
                <a:spcPct val="95000"/>
              </a:lnSpc>
              <a:spcBef>
                <a:spcPct val="0"/>
              </a:spcBef>
              <a:buClr>
                <a:srgbClr val="FFFFCC"/>
              </a:buClr>
              <a:buFontTx/>
              <a:buChar char="•"/>
            </a:pPr>
            <a:r>
              <a:rPr lang="en-US" sz="2790" b="1" dirty="0">
                <a:solidFill>
                  <a:srgbClr val="FFFFCC"/>
                </a:solidFill>
              </a:rPr>
              <a:t>Each level adds more customer value</a:t>
            </a:r>
            <a:endParaRPr lang="en-US" dirty="0"/>
          </a:p>
          <a:p>
            <a:pPr algn="l">
              <a:lnSpc>
                <a:spcPct val="95000"/>
              </a:lnSpc>
              <a:spcBef>
                <a:spcPct val="0"/>
              </a:spcBef>
            </a:pPr>
            <a:endParaRPr lang="en-US" sz="2430" b="1" dirty="0">
              <a:solidFill>
                <a:srgbClr val="FFFFCC"/>
              </a:solidFill>
            </a:endParaRPr>
          </a:p>
          <a:p>
            <a:pPr marL="514350" indent="-514350">
              <a:lnSpc>
                <a:spcPct val="95000"/>
              </a:lnSpc>
              <a:spcBef>
                <a:spcPct val="0"/>
              </a:spcBef>
              <a:buFont typeface="+mj-lt"/>
              <a:buAutoNum type="arabicPeriod"/>
            </a:pPr>
            <a:r>
              <a:rPr lang="en-US" sz="2790" b="1" cap="none" dirty="0">
                <a:solidFill>
                  <a:srgbClr val="FFFFCC"/>
                </a:solidFill>
              </a:rPr>
              <a:t>Core Benefit</a:t>
            </a:r>
          </a:p>
          <a:p>
            <a:pPr marL="514350" indent="-514350">
              <a:lnSpc>
                <a:spcPct val="95000"/>
              </a:lnSpc>
              <a:spcBef>
                <a:spcPct val="0"/>
              </a:spcBef>
              <a:buFont typeface="+mj-lt"/>
              <a:buAutoNum type="arabicPeriod"/>
            </a:pPr>
            <a:endParaRPr lang="en-US" cap="none" dirty="0"/>
          </a:p>
          <a:p>
            <a:pPr marL="514350" indent="-514350">
              <a:lnSpc>
                <a:spcPct val="95000"/>
              </a:lnSpc>
              <a:spcBef>
                <a:spcPct val="0"/>
              </a:spcBef>
              <a:buFont typeface="+mj-lt"/>
              <a:buAutoNum type="arabicPeriod"/>
            </a:pPr>
            <a:r>
              <a:rPr lang="en-US" sz="2790" b="1" cap="none" dirty="0">
                <a:solidFill>
                  <a:srgbClr val="FFFFCC"/>
                </a:solidFill>
              </a:rPr>
              <a:t>Basic/ Generic Product</a:t>
            </a:r>
          </a:p>
          <a:p>
            <a:pPr marL="514350" indent="-514350">
              <a:lnSpc>
                <a:spcPct val="95000"/>
              </a:lnSpc>
              <a:spcBef>
                <a:spcPct val="0"/>
              </a:spcBef>
              <a:buFont typeface="+mj-lt"/>
              <a:buAutoNum type="arabicPeriod"/>
            </a:pPr>
            <a:endParaRPr lang="en-US" cap="none" dirty="0"/>
          </a:p>
          <a:p>
            <a:pPr marL="514350" indent="-514350">
              <a:lnSpc>
                <a:spcPct val="95000"/>
              </a:lnSpc>
              <a:spcBef>
                <a:spcPct val="0"/>
              </a:spcBef>
              <a:buFont typeface="+mj-lt"/>
              <a:buAutoNum type="arabicPeriod"/>
            </a:pPr>
            <a:r>
              <a:rPr lang="en-US" sz="2790" b="1" cap="none" dirty="0">
                <a:solidFill>
                  <a:srgbClr val="FFFFCC"/>
                </a:solidFill>
              </a:rPr>
              <a:t>Expected Product</a:t>
            </a:r>
          </a:p>
          <a:p>
            <a:pPr marL="514350" indent="-514350">
              <a:lnSpc>
                <a:spcPct val="95000"/>
              </a:lnSpc>
              <a:spcBef>
                <a:spcPct val="0"/>
              </a:spcBef>
              <a:buFont typeface="+mj-lt"/>
              <a:buAutoNum type="arabicPeriod"/>
            </a:pPr>
            <a:endParaRPr lang="en-US" cap="none" dirty="0"/>
          </a:p>
          <a:p>
            <a:pPr marL="514350" indent="-514350">
              <a:lnSpc>
                <a:spcPct val="95000"/>
              </a:lnSpc>
              <a:spcBef>
                <a:spcPct val="0"/>
              </a:spcBef>
              <a:buFont typeface="+mj-lt"/>
              <a:buAutoNum type="arabicPeriod"/>
            </a:pPr>
            <a:r>
              <a:rPr lang="en-US" sz="2790" b="1" cap="none" dirty="0" err="1">
                <a:solidFill>
                  <a:srgbClr val="FFFFCC"/>
                </a:solidFill>
              </a:rPr>
              <a:t>Augumented</a:t>
            </a:r>
            <a:r>
              <a:rPr lang="en-US" sz="2790" b="1" cap="none" dirty="0">
                <a:solidFill>
                  <a:srgbClr val="FFFFCC"/>
                </a:solidFill>
              </a:rPr>
              <a:t> Product</a:t>
            </a:r>
          </a:p>
          <a:p>
            <a:pPr marL="514350" indent="-514350">
              <a:lnSpc>
                <a:spcPct val="95000"/>
              </a:lnSpc>
              <a:spcBef>
                <a:spcPct val="0"/>
              </a:spcBef>
              <a:buFont typeface="+mj-lt"/>
              <a:buAutoNum type="arabicPeriod"/>
            </a:pPr>
            <a:endParaRPr lang="en-US" cap="none" dirty="0"/>
          </a:p>
          <a:p>
            <a:pPr marL="514350" indent="-514350">
              <a:lnSpc>
                <a:spcPct val="95000"/>
              </a:lnSpc>
              <a:spcBef>
                <a:spcPct val="0"/>
              </a:spcBef>
              <a:buFont typeface="+mj-lt"/>
              <a:buAutoNum type="arabicPeriod"/>
            </a:pPr>
            <a:r>
              <a:rPr lang="en-US" sz="2790" b="1" cap="none" dirty="0">
                <a:solidFill>
                  <a:srgbClr val="FFFFCC"/>
                </a:solidFill>
              </a:rPr>
              <a:t>Potential Product</a:t>
            </a:r>
          </a:p>
        </p:txBody>
      </p:sp>
    </p:spTree>
    <p:extLst>
      <p:ext uri="{BB962C8B-B14F-4D97-AF65-F5344CB8AC3E}">
        <p14:creationId xmlns:p14="http://schemas.microsoft.com/office/powerpoint/2010/main" xmlns="" val="199064944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xmlns="" id="{F5B9F058-DDCA-4DDB-E7AB-0FF724B435B9}"/>
              </a:ext>
            </a:extLst>
          </p:cNvPr>
          <p:cNvPicPr>
            <a:picLocks noChangeAspect="1"/>
          </p:cNvPicPr>
          <p:nvPr/>
        </p:nvPicPr>
        <p:blipFill>
          <a:blip r:embed="rId2" cstate="print"/>
          <a:stretch>
            <a:fillRect/>
          </a:stretch>
        </p:blipFill>
        <p:spPr>
          <a:xfrm>
            <a:off x="2952331" y="0"/>
            <a:ext cx="6287337" cy="6858000"/>
          </a:xfrm>
          <a:prstGeom prst="rect">
            <a:avLst/>
          </a:prstGeom>
        </p:spPr>
      </p:pic>
    </p:spTree>
    <p:extLst>
      <p:ext uri="{BB962C8B-B14F-4D97-AF65-F5344CB8AC3E}">
        <p14:creationId xmlns:p14="http://schemas.microsoft.com/office/powerpoint/2010/main" xmlns="" val="336587675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1"/>
          <p:cNvSpPr>
            <a:spLocks noGrp="1" noChangeArrowheads="1"/>
          </p:cNvSpPr>
          <p:nvPr>
            <p:ph type="ctrTitle"/>
          </p:nvPr>
        </p:nvSpPr>
        <p:spPr>
          <a:xfrm>
            <a:off x="2249805" y="654368"/>
            <a:ext cx="7692390" cy="1052989"/>
          </a:xfrm>
        </p:spPr>
        <p:txBody>
          <a:bodyPr vert="horz" lIns="0" tIns="0" rIns="0" bIns="0" rtlCol="0" anchor="t">
            <a:normAutofit/>
          </a:bodyPr>
          <a:lstStyle/>
          <a:p>
            <a:pPr>
              <a:lnSpc>
                <a:spcPct val="95000"/>
              </a:lnSpc>
            </a:pPr>
            <a:r>
              <a:rPr lang="en-US" sz="4410">
                <a:solidFill>
                  <a:srgbClr val="FFCC00"/>
                </a:solidFill>
              </a:rPr>
              <a:t>Core product</a:t>
            </a:r>
          </a:p>
        </p:txBody>
      </p:sp>
      <p:sp>
        <p:nvSpPr>
          <p:cNvPr id="6146" name="Rectangle 2"/>
          <p:cNvSpPr>
            <a:spLocks noGrp="1" noChangeArrowheads="1"/>
          </p:cNvSpPr>
          <p:nvPr>
            <p:ph type="subTitle" idx="1"/>
          </p:nvPr>
        </p:nvSpPr>
        <p:spPr>
          <a:xfrm>
            <a:off x="592454" y="1389154"/>
            <a:ext cx="10829382" cy="4024789"/>
          </a:xfrm>
        </p:spPr>
        <p:txBody>
          <a:bodyPr vert="horz" lIns="0" tIns="0" rIns="0" bIns="0" rtlCol="0">
            <a:normAutofit/>
          </a:bodyPr>
          <a:lstStyle/>
          <a:p>
            <a:pPr algn="l">
              <a:lnSpc>
                <a:spcPct val="95000"/>
              </a:lnSpc>
              <a:spcBef>
                <a:spcPct val="0"/>
              </a:spcBef>
            </a:pPr>
            <a:endParaRPr lang="en-US" sz="2430" dirty="0">
              <a:solidFill>
                <a:srgbClr val="FFFFCC"/>
              </a:solidFill>
            </a:endParaRPr>
          </a:p>
          <a:p>
            <a:pPr algn="l">
              <a:lnSpc>
                <a:spcPct val="95000"/>
              </a:lnSpc>
              <a:spcBef>
                <a:spcPct val="0"/>
              </a:spcBef>
            </a:pPr>
            <a:r>
              <a:rPr lang="en-US" sz="2430" cap="none" dirty="0">
                <a:solidFill>
                  <a:srgbClr val="FFFFCC"/>
                </a:solidFill>
                <a:latin typeface="Times New Roman" panose="02020603050405020304" pitchFamily="18" charset="0"/>
                <a:cs typeface="Times New Roman" panose="02020603050405020304" pitchFamily="18" charset="0"/>
              </a:rPr>
              <a:t>- </a:t>
            </a:r>
            <a:r>
              <a:rPr lang="en-US" sz="3240" cap="none" dirty="0">
                <a:solidFill>
                  <a:srgbClr val="FFFFCC"/>
                </a:solidFill>
                <a:latin typeface="Times New Roman" panose="02020603050405020304" pitchFamily="18" charset="0"/>
                <a:cs typeface="Times New Roman" panose="02020603050405020304" pitchFamily="18" charset="0"/>
              </a:rPr>
              <a:t>Indicate core benefit or service</a:t>
            </a:r>
            <a:endParaRPr lang="en-US" cap="none" dirty="0">
              <a:latin typeface="Times New Roman" panose="02020603050405020304" pitchFamily="18" charset="0"/>
              <a:cs typeface="Times New Roman" panose="02020603050405020304" pitchFamily="18" charset="0"/>
            </a:endParaRPr>
          </a:p>
          <a:p>
            <a:pPr algn="l">
              <a:lnSpc>
                <a:spcPct val="95000"/>
              </a:lnSpc>
              <a:spcBef>
                <a:spcPct val="0"/>
              </a:spcBef>
            </a:pPr>
            <a:r>
              <a:rPr lang="en-US" sz="3240" cap="none" dirty="0">
                <a:solidFill>
                  <a:srgbClr val="FFFFCC"/>
                </a:solidFill>
                <a:latin typeface="Times New Roman" panose="02020603050405020304" pitchFamily="18" charset="0"/>
                <a:cs typeface="Times New Roman" panose="02020603050405020304" pitchFamily="18" charset="0"/>
              </a:rPr>
              <a:t>- </a:t>
            </a:r>
            <a:r>
              <a:rPr lang="en-US" sz="3240" b="1" cap="none" dirty="0">
                <a:solidFill>
                  <a:srgbClr val="FFFFCC"/>
                </a:solidFill>
                <a:latin typeface="Times New Roman" panose="02020603050405020304" pitchFamily="18" charset="0"/>
                <a:cs typeface="Times New Roman" panose="02020603050405020304" pitchFamily="18" charset="0"/>
              </a:rPr>
              <a:t>Explains what the buyer really buys</a:t>
            </a:r>
            <a:endParaRPr lang="en-US" cap="none" dirty="0">
              <a:latin typeface="Times New Roman" panose="02020603050405020304" pitchFamily="18" charset="0"/>
              <a:cs typeface="Times New Roman" panose="02020603050405020304" pitchFamily="18" charset="0"/>
            </a:endParaRPr>
          </a:p>
          <a:p>
            <a:pPr algn="l">
              <a:lnSpc>
                <a:spcPct val="95000"/>
              </a:lnSpc>
              <a:spcBef>
                <a:spcPct val="0"/>
              </a:spcBef>
            </a:pPr>
            <a:r>
              <a:rPr lang="en-US" sz="3240" cap="none" dirty="0">
                <a:solidFill>
                  <a:srgbClr val="FFFFCC"/>
                </a:solidFill>
                <a:latin typeface="Times New Roman" panose="02020603050405020304" pitchFamily="18" charset="0"/>
                <a:cs typeface="Times New Roman" panose="02020603050405020304" pitchFamily="18" charset="0"/>
              </a:rPr>
              <a:t>- Basic step in designing products</a:t>
            </a:r>
            <a:endParaRPr lang="en-US" cap="none" dirty="0">
              <a:latin typeface="Times New Roman" panose="02020603050405020304" pitchFamily="18" charset="0"/>
              <a:cs typeface="Times New Roman" panose="02020603050405020304" pitchFamily="18" charset="0"/>
            </a:endParaRPr>
          </a:p>
          <a:p>
            <a:pPr algn="l">
              <a:lnSpc>
                <a:spcPct val="95000"/>
              </a:lnSpc>
              <a:spcBef>
                <a:spcPct val="0"/>
              </a:spcBef>
            </a:pPr>
            <a:r>
              <a:rPr lang="en-US" sz="3240" cap="none" dirty="0">
                <a:solidFill>
                  <a:srgbClr val="FFFFCC"/>
                </a:solidFill>
                <a:latin typeface="Times New Roman" panose="02020603050405020304" pitchFamily="18" charset="0"/>
                <a:cs typeface="Times New Roman" panose="02020603050405020304" pitchFamily="18" charset="0"/>
              </a:rPr>
              <a:t>- Defines problem solving benefits/ services that consumers seek</a:t>
            </a:r>
            <a:endParaRPr lang="en-US" cap="none" dirty="0">
              <a:latin typeface="Times New Roman" panose="02020603050405020304" pitchFamily="18" charset="0"/>
              <a:cs typeface="Times New Roman" panose="02020603050405020304" pitchFamily="18" charset="0"/>
            </a:endParaRPr>
          </a:p>
          <a:p>
            <a:pPr algn="l">
              <a:lnSpc>
                <a:spcPct val="95000"/>
              </a:lnSpc>
              <a:spcBef>
                <a:spcPct val="0"/>
              </a:spcBef>
            </a:pPr>
            <a:r>
              <a:rPr lang="en-US" sz="3240" cap="none" dirty="0">
                <a:solidFill>
                  <a:srgbClr val="FFFFCC"/>
                </a:solidFill>
                <a:latin typeface="Times New Roman" panose="02020603050405020304" pitchFamily="18" charset="0"/>
                <a:cs typeface="Times New Roman" panose="02020603050405020304" pitchFamily="18" charset="0"/>
              </a:rPr>
              <a:t>- Standardization of technology does not lead to much of difference from competing firms</a:t>
            </a:r>
            <a:endParaRPr lang="en-US" cap="none" dirty="0">
              <a:latin typeface="Times New Roman" panose="02020603050405020304" pitchFamily="18" charset="0"/>
              <a:cs typeface="Times New Roman" panose="02020603050405020304" pitchFamily="18" charset="0"/>
            </a:endParaRPr>
          </a:p>
          <a:p>
            <a:pPr algn="l">
              <a:lnSpc>
                <a:spcPct val="95000"/>
              </a:lnSpc>
              <a:spcBef>
                <a:spcPct val="0"/>
              </a:spcBef>
            </a:pPr>
            <a:endParaRPr lang="en-US" sz="3240" cap="none" dirty="0">
              <a:solidFill>
                <a:srgbClr val="FFFFCC"/>
              </a:solidFill>
            </a:endParaRPr>
          </a:p>
          <a:p>
            <a:pPr algn="l">
              <a:lnSpc>
                <a:spcPct val="95000"/>
              </a:lnSpc>
              <a:spcBef>
                <a:spcPct val="0"/>
              </a:spcBef>
            </a:pPr>
            <a:endParaRPr lang="en-US" sz="3240" cap="none" dirty="0">
              <a:solidFill>
                <a:srgbClr val="FFFFCC"/>
              </a:solidFill>
            </a:endParaRPr>
          </a:p>
        </p:txBody>
      </p:sp>
      <p:pic>
        <p:nvPicPr>
          <p:cNvPr id="4" name="Picture 3">
            <a:extLst>
              <a:ext uri="{FF2B5EF4-FFF2-40B4-BE49-F238E27FC236}">
                <a16:creationId xmlns:a16="http://schemas.microsoft.com/office/drawing/2014/main" xmlns="" id="{F5B9F058-DDCA-4DDB-E7AB-0FF724B435B9}"/>
              </a:ext>
            </a:extLst>
          </p:cNvPr>
          <p:cNvPicPr>
            <a:picLocks noChangeAspect="1"/>
          </p:cNvPicPr>
          <p:nvPr/>
        </p:nvPicPr>
        <p:blipFill>
          <a:blip r:embed="rId2" cstate="print"/>
          <a:stretch>
            <a:fillRect/>
          </a:stretch>
        </p:blipFill>
        <p:spPr>
          <a:xfrm>
            <a:off x="9208752" y="0"/>
            <a:ext cx="2582195" cy="2816565"/>
          </a:xfrm>
          <a:prstGeom prst="rect">
            <a:avLst/>
          </a:prstGeom>
        </p:spPr>
      </p:pic>
    </p:spTree>
    <p:extLst>
      <p:ext uri="{BB962C8B-B14F-4D97-AF65-F5344CB8AC3E}">
        <p14:creationId xmlns:p14="http://schemas.microsoft.com/office/powerpoint/2010/main" xmlns="" val="45955228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1"/>
          <p:cNvSpPr>
            <a:spLocks noGrp="1" noChangeArrowheads="1"/>
          </p:cNvSpPr>
          <p:nvPr>
            <p:ph type="ctrTitle"/>
          </p:nvPr>
        </p:nvSpPr>
        <p:spPr>
          <a:xfrm>
            <a:off x="2249805" y="654368"/>
            <a:ext cx="7692390" cy="1052989"/>
          </a:xfrm>
        </p:spPr>
        <p:txBody>
          <a:bodyPr vert="horz" lIns="0" tIns="0" rIns="0" bIns="0" rtlCol="0" anchor="t">
            <a:normAutofit/>
          </a:bodyPr>
          <a:lstStyle/>
          <a:p>
            <a:pPr>
              <a:lnSpc>
                <a:spcPct val="95000"/>
              </a:lnSpc>
            </a:pPr>
            <a:r>
              <a:rPr lang="en-US" sz="4410">
                <a:solidFill>
                  <a:srgbClr val="FFCC00"/>
                </a:solidFill>
              </a:rPr>
              <a:t>Basic Product</a:t>
            </a:r>
          </a:p>
        </p:txBody>
      </p:sp>
      <p:sp>
        <p:nvSpPr>
          <p:cNvPr id="7170" name="Rectangle 2"/>
          <p:cNvSpPr>
            <a:spLocks noGrp="1" noChangeArrowheads="1"/>
          </p:cNvSpPr>
          <p:nvPr>
            <p:ph type="subTitle" idx="1"/>
          </p:nvPr>
        </p:nvSpPr>
        <p:spPr>
          <a:xfrm>
            <a:off x="838109" y="1657002"/>
            <a:ext cx="7692390" cy="4024789"/>
          </a:xfrm>
        </p:spPr>
        <p:txBody>
          <a:bodyPr vert="horz" lIns="0" tIns="0" rIns="0" bIns="0" rtlCol="0">
            <a:normAutofit/>
          </a:bodyPr>
          <a:lstStyle/>
          <a:p>
            <a:pPr lvl="1" indent="-308610" algn="l">
              <a:lnSpc>
                <a:spcPct val="95000"/>
              </a:lnSpc>
              <a:spcBef>
                <a:spcPct val="0"/>
              </a:spcBef>
              <a:buClr>
                <a:srgbClr val="FFFFCC"/>
              </a:buClr>
              <a:buFontTx/>
              <a:buChar char="•"/>
            </a:pPr>
            <a:r>
              <a:rPr lang="en-US" sz="3240" dirty="0">
                <a:solidFill>
                  <a:srgbClr val="FFFFCC"/>
                </a:solidFill>
              </a:rPr>
              <a:t>At this level, the core benefit is turned into a basic product. </a:t>
            </a:r>
            <a:endParaRPr lang="en-US" dirty="0"/>
          </a:p>
          <a:p>
            <a:pPr lvl="1" indent="-308610" algn="l">
              <a:lnSpc>
                <a:spcPct val="95000"/>
              </a:lnSpc>
              <a:spcBef>
                <a:spcPct val="0"/>
              </a:spcBef>
              <a:buClr>
                <a:srgbClr val="FFFFCC"/>
              </a:buClr>
              <a:buFontTx/>
              <a:buChar char="•"/>
            </a:pPr>
            <a:r>
              <a:rPr lang="en-US" sz="3240" dirty="0">
                <a:solidFill>
                  <a:srgbClr val="FFFFCC"/>
                </a:solidFill>
              </a:rPr>
              <a:t>Basic step in designing products</a:t>
            </a:r>
            <a:endParaRPr lang="en-US" dirty="0"/>
          </a:p>
          <a:p>
            <a:pPr lvl="1" indent="-308610" algn="l">
              <a:lnSpc>
                <a:spcPct val="95000"/>
              </a:lnSpc>
              <a:spcBef>
                <a:spcPct val="0"/>
              </a:spcBef>
              <a:buClr>
                <a:srgbClr val="FFFFCC"/>
              </a:buClr>
              <a:buFontTx/>
              <a:buChar char="•"/>
            </a:pPr>
            <a:r>
              <a:rPr lang="en-US" sz="3240" dirty="0">
                <a:solidFill>
                  <a:srgbClr val="FFFFCC"/>
                </a:solidFill>
              </a:rPr>
              <a:t>Unbranded, plainly packaged, less expensive</a:t>
            </a:r>
            <a:endParaRPr lang="en-US" dirty="0"/>
          </a:p>
          <a:p>
            <a:pPr algn="l">
              <a:lnSpc>
                <a:spcPct val="95000"/>
              </a:lnSpc>
              <a:spcBef>
                <a:spcPct val="0"/>
              </a:spcBef>
            </a:pPr>
            <a:endParaRPr lang="en-US" sz="3240" dirty="0">
              <a:solidFill>
                <a:srgbClr val="FFFFCC"/>
              </a:solidFill>
            </a:endParaRPr>
          </a:p>
          <a:p>
            <a:pPr algn="l">
              <a:lnSpc>
                <a:spcPct val="95000"/>
              </a:lnSpc>
              <a:spcBef>
                <a:spcPct val="0"/>
              </a:spcBef>
            </a:pPr>
            <a:endParaRPr lang="en-US" sz="3240" dirty="0">
              <a:solidFill>
                <a:srgbClr val="FFFFCC"/>
              </a:solidFill>
            </a:endParaRPr>
          </a:p>
        </p:txBody>
      </p:sp>
      <p:pic>
        <p:nvPicPr>
          <p:cNvPr id="4" name="Picture 3">
            <a:extLst>
              <a:ext uri="{FF2B5EF4-FFF2-40B4-BE49-F238E27FC236}">
                <a16:creationId xmlns:a16="http://schemas.microsoft.com/office/drawing/2014/main" xmlns="" id="{F5B9F058-DDCA-4DDB-E7AB-0FF724B435B9}"/>
              </a:ext>
            </a:extLst>
          </p:cNvPr>
          <p:cNvPicPr>
            <a:picLocks noChangeAspect="1"/>
          </p:cNvPicPr>
          <p:nvPr/>
        </p:nvPicPr>
        <p:blipFill>
          <a:blip r:embed="rId2" cstate="print"/>
          <a:stretch>
            <a:fillRect/>
          </a:stretch>
        </p:blipFill>
        <p:spPr>
          <a:xfrm>
            <a:off x="8999620" y="0"/>
            <a:ext cx="2903621" cy="2745143"/>
          </a:xfrm>
          <a:prstGeom prst="rect">
            <a:avLst/>
          </a:prstGeom>
        </p:spPr>
      </p:pic>
    </p:spTree>
    <p:extLst>
      <p:ext uri="{BB962C8B-B14F-4D97-AF65-F5344CB8AC3E}">
        <p14:creationId xmlns:p14="http://schemas.microsoft.com/office/powerpoint/2010/main" xmlns="" val="295473055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1"/>
          <p:cNvSpPr>
            <a:spLocks noGrp="1" noChangeArrowheads="1"/>
          </p:cNvSpPr>
          <p:nvPr>
            <p:ph type="ctrTitle"/>
          </p:nvPr>
        </p:nvSpPr>
        <p:spPr>
          <a:xfrm>
            <a:off x="2249805" y="45720"/>
            <a:ext cx="7692390" cy="1128713"/>
          </a:xfrm>
        </p:spPr>
        <p:txBody>
          <a:bodyPr vert="horz" lIns="0" tIns="0" rIns="0" bIns="0" rtlCol="0" anchor="t">
            <a:normAutofit/>
          </a:bodyPr>
          <a:lstStyle/>
          <a:p>
            <a:pPr>
              <a:lnSpc>
                <a:spcPct val="95000"/>
              </a:lnSpc>
            </a:pPr>
            <a:r>
              <a:rPr lang="en-US" sz="4410">
                <a:solidFill>
                  <a:srgbClr val="FFCC00"/>
                </a:solidFill>
              </a:rPr>
              <a:t>Expected product</a:t>
            </a:r>
          </a:p>
        </p:txBody>
      </p:sp>
      <p:sp>
        <p:nvSpPr>
          <p:cNvPr id="8194" name="Rectangle 2"/>
          <p:cNvSpPr>
            <a:spLocks noGrp="1" noChangeArrowheads="1"/>
          </p:cNvSpPr>
          <p:nvPr>
            <p:ph type="subTitle" idx="1"/>
          </p:nvPr>
        </p:nvSpPr>
        <p:spPr>
          <a:xfrm>
            <a:off x="245806" y="1035845"/>
            <a:ext cx="11110451" cy="5396388"/>
          </a:xfrm>
        </p:spPr>
        <p:txBody>
          <a:bodyPr vert="horz" lIns="0" tIns="0" rIns="0" bIns="0" rtlCol="0">
            <a:normAutofit lnSpcReduction="10000"/>
          </a:bodyPr>
          <a:lstStyle/>
          <a:p>
            <a:pPr lvl="1" indent="-308610" algn="l">
              <a:lnSpc>
                <a:spcPct val="95000"/>
              </a:lnSpc>
              <a:spcBef>
                <a:spcPct val="0"/>
              </a:spcBef>
              <a:buClr>
                <a:srgbClr val="FFFFCC"/>
              </a:buClr>
              <a:buFontTx/>
              <a:buChar char="•"/>
            </a:pPr>
            <a:r>
              <a:rPr lang="en-US" sz="2790" dirty="0">
                <a:solidFill>
                  <a:srgbClr val="FFFFCC"/>
                </a:solidFill>
                <a:latin typeface="Times New Roman" panose="02020603050405020304" pitchFamily="18" charset="0"/>
                <a:cs typeface="Times New Roman" panose="02020603050405020304" pitchFamily="18" charset="0"/>
              </a:rPr>
              <a:t>Expected/ Formal/ Tangible Product</a:t>
            </a:r>
          </a:p>
          <a:p>
            <a:pPr lvl="1" indent="-308610" algn="l">
              <a:lnSpc>
                <a:spcPct val="95000"/>
              </a:lnSpc>
              <a:spcBef>
                <a:spcPct val="0"/>
              </a:spcBef>
              <a:buClr>
                <a:srgbClr val="FFFFCC"/>
              </a:buClr>
              <a:buFontTx/>
              <a:buChar char="•"/>
            </a:pPr>
            <a:endParaRPr lang="en-US" dirty="0">
              <a:latin typeface="Times New Roman" panose="02020603050405020304" pitchFamily="18" charset="0"/>
              <a:cs typeface="Times New Roman" panose="02020603050405020304" pitchFamily="18" charset="0"/>
            </a:endParaRPr>
          </a:p>
          <a:p>
            <a:pPr algn="l">
              <a:lnSpc>
                <a:spcPct val="95000"/>
              </a:lnSpc>
              <a:spcBef>
                <a:spcPct val="0"/>
              </a:spcBef>
            </a:pPr>
            <a:r>
              <a:rPr lang="en-US" sz="2790" cap="none" dirty="0">
                <a:solidFill>
                  <a:srgbClr val="FFFFCC"/>
                </a:solidFill>
                <a:latin typeface="Times New Roman" panose="02020603050405020304" pitchFamily="18" charset="0"/>
                <a:cs typeface="Times New Roman" panose="02020603050405020304" pitchFamily="18" charset="0"/>
              </a:rPr>
              <a:t>- Represents Basic Requirements, A Customer Finds Essential To Buy A Product</a:t>
            </a:r>
            <a:endParaRPr lang="en-US" cap="none" dirty="0">
              <a:latin typeface="Times New Roman" panose="02020603050405020304" pitchFamily="18" charset="0"/>
              <a:cs typeface="Times New Roman" panose="02020603050405020304" pitchFamily="18" charset="0"/>
            </a:endParaRPr>
          </a:p>
          <a:p>
            <a:pPr algn="l">
              <a:lnSpc>
                <a:spcPct val="95000"/>
              </a:lnSpc>
              <a:spcBef>
                <a:spcPct val="0"/>
              </a:spcBef>
            </a:pPr>
            <a:r>
              <a:rPr lang="en-US" sz="2790" cap="none" dirty="0">
                <a:solidFill>
                  <a:srgbClr val="FFFFCC"/>
                </a:solidFill>
                <a:latin typeface="Times New Roman" panose="02020603050405020304" pitchFamily="18" charset="0"/>
                <a:cs typeface="Times New Roman" panose="02020603050405020304" pitchFamily="18" charset="0"/>
              </a:rPr>
              <a:t>- Attributes &amp; </a:t>
            </a:r>
            <a:r>
              <a:rPr lang="en-US" sz="2790" cap="none" dirty="0" err="1">
                <a:solidFill>
                  <a:srgbClr val="FFFFCC"/>
                </a:solidFill>
                <a:latin typeface="Times New Roman" panose="02020603050405020304" pitchFamily="18" charset="0"/>
                <a:cs typeface="Times New Roman" panose="02020603050405020304" pitchFamily="18" charset="0"/>
              </a:rPr>
              <a:t>Conditiones</a:t>
            </a:r>
            <a:r>
              <a:rPr lang="en-US" sz="2790" cap="none" dirty="0">
                <a:solidFill>
                  <a:srgbClr val="FFFFCC"/>
                </a:solidFill>
                <a:latin typeface="Times New Roman" panose="02020603050405020304" pitchFamily="18" charset="0"/>
                <a:cs typeface="Times New Roman" panose="02020603050405020304" pitchFamily="18" charset="0"/>
              </a:rPr>
              <a:t> Required By The Customers – Identified-built Into Products</a:t>
            </a:r>
            <a:endParaRPr lang="en-US" cap="none" dirty="0">
              <a:latin typeface="Times New Roman" panose="02020603050405020304" pitchFamily="18" charset="0"/>
              <a:cs typeface="Times New Roman" panose="02020603050405020304" pitchFamily="18" charset="0"/>
            </a:endParaRPr>
          </a:p>
          <a:p>
            <a:pPr algn="l">
              <a:lnSpc>
                <a:spcPct val="95000"/>
              </a:lnSpc>
              <a:spcBef>
                <a:spcPct val="0"/>
              </a:spcBef>
            </a:pPr>
            <a:r>
              <a:rPr lang="en-US" sz="2790" cap="none" dirty="0">
                <a:solidFill>
                  <a:srgbClr val="FFFFCC"/>
                </a:solidFill>
                <a:latin typeface="Times New Roman" panose="02020603050405020304" pitchFamily="18" charset="0"/>
                <a:cs typeface="Times New Roman" panose="02020603050405020304" pitchFamily="18" charset="0"/>
              </a:rPr>
              <a:t>- Includes Brand Name, Features, Design, Packaging, Quality Level, Styling, Styling, Attributes, Instructions Manual</a:t>
            </a:r>
            <a:endParaRPr lang="en-US" cap="none" dirty="0">
              <a:latin typeface="Times New Roman" panose="02020603050405020304" pitchFamily="18" charset="0"/>
              <a:cs typeface="Times New Roman" panose="02020603050405020304" pitchFamily="18" charset="0"/>
            </a:endParaRPr>
          </a:p>
          <a:p>
            <a:pPr algn="l">
              <a:lnSpc>
                <a:spcPct val="95000"/>
              </a:lnSpc>
              <a:spcBef>
                <a:spcPct val="0"/>
              </a:spcBef>
            </a:pPr>
            <a:r>
              <a:rPr lang="en-US" sz="2790" cap="none" dirty="0">
                <a:solidFill>
                  <a:srgbClr val="FFFFCC"/>
                </a:solidFill>
                <a:latin typeface="Times New Roman" panose="02020603050405020304" pitchFamily="18" charset="0"/>
                <a:cs typeface="Times New Roman" panose="02020603050405020304" pitchFamily="18" charset="0"/>
              </a:rPr>
              <a:t>- As Interfirm Rivalry Intensifies, Differentiation On Basis Of Formal Product Ceases (Ceiling Fans)</a:t>
            </a:r>
            <a:endParaRPr lang="en-US" cap="none" dirty="0">
              <a:latin typeface="Times New Roman" panose="02020603050405020304" pitchFamily="18" charset="0"/>
              <a:cs typeface="Times New Roman" panose="02020603050405020304" pitchFamily="18" charset="0"/>
            </a:endParaRPr>
          </a:p>
          <a:p>
            <a:pPr algn="l">
              <a:lnSpc>
                <a:spcPct val="95000"/>
              </a:lnSpc>
              <a:spcBef>
                <a:spcPct val="0"/>
              </a:spcBef>
            </a:pPr>
            <a:r>
              <a:rPr lang="en-US" sz="2790" cap="none" dirty="0">
                <a:solidFill>
                  <a:srgbClr val="FFFFCC"/>
                </a:solidFill>
                <a:latin typeface="Times New Roman" panose="02020603050405020304" pitchFamily="18" charset="0"/>
                <a:cs typeface="Times New Roman" panose="02020603050405020304" pitchFamily="18" charset="0"/>
              </a:rPr>
              <a:t>- Marketer Searches For A Possible Differentiation</a:t>
            </a:r>
            <a:endParaRPr lang="en-US" cap="none" dirty="0">
              <a:latin typeface="Times New Roman" panose="02020603050405020304" pitchFamily="18" charset="0"/>
              <a:cs typeface="Times New Roman" panose="02020603050405020304" pitchFamily="18" charset="0"/>
            </a:endParaRPr>
          </a:p>
          <a:p>
            <a:pPr algn="l">
              <a:lnSpc>
                <a:spcPct val="95000"/>
              </a:lnSpc>
              <a:spcBef>
                <a:spcPct val="0"/>
              </a:spcBef>
            </a:pPr>
            <a:r>
              <a:rPr lang="en-US" sz="2790" cap="none" dirty="0">
                <a:solidFill>
                  <a:srgbClr val="FFFFCC"/>
                </a:solidFill>
                <a:latin typeface="Times New Roman" panose="02020603050405020304" pitchFamily="18" charset="0"/>
                <a:cs typeface="Times New Roman" panose="02020603050405020304" pitchFamily="18" charset="0"/>
              </a:rPr>
              <a:t>E.G. Sony Camcorder ( Name, Parts, Styling, Features, Packaging – Deliver Core Benefit- Convenient, High Quality Way To Capture Important Moments)</a:t>
            </a:r>
          </a:p>
        </p:txBody>
      </p:sp>
      <p:pic>
        <p:nvPicPr>
          <p:cNvPr id="4" name="Picture 3">
            <a:extLst>
              <a:ext uri="{FF2B5EF4-FFF2-40B4-BE49-F238E27FC236}">
                <a16:creationId xmlns:a16="http://schemas.microsoft.com/office/drawing/2014/main" xmlns="" id="{F5B9F058-DDCA-4DDB-E7AB-0FF724B435B9}"/>
              </a:ext>
            </a:extLst>
          </p:cNvPr>
          <p:cNvPicPr>
            <a:picLocks noChangeAspect="1"/>
          </p:cNvPicPr>
          <p:nvPr/>
        </p:nvPicPr>
        <p:blipFill>
          <a:blip r:embed="rId2" cstate="print"/>
          <a:stretch>
            <a:fillRect/>
          </a:stretch>
        </p:blipFill>
        <p:spPr>
          <a:xfrm>
            <a:off x="10524205" y="0"/>
            <a:ext cx="1475290" cy="1609193"/>
          </a:xfrm>
          <a:prstGeom prst="rect">
            <a:avLst/>
          </a:prstGeom>
        </p:spPr>
      </p:pic>
    </p:spTree>
    <p:extLst>
      <p:ext uri="{BB962C8B-B14F-4D97-AF65-F5344CB8AC3E}">
        <p14:creationId xmlns:p14="http://schemas.microsoft.com/office/powerpoint/2010/main" xmlns="" val="322750320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1"/>
          <p:cNvSpPr>
            <a:spLocks noGrp="1" noChangeArrowheads="1"/>
          </p:cNvSpPr>
          <p:nvPr>
            <p:ph type="ctrTitle"/>
          </p:nvPr>
        </p:nvSpPr>
        <p:spPr>
          <a:xfrm>
            <a:off x="2249805" y="274320"/>
            <a:ext cx="7692390" cy="1051560"/>
          </a:xfrm>
        </p:spPr>
        <p:txBody>
          <a:bodyPr vert="horz" lIns="0" tIns="0" rIns="0" bIns="0" rtlCol="0" anchor="t">
            <a:normAutofit/>
          </a:bodyPr>
          <a:lstStyle/>
          <a:p>
            <a:pPr>
              <a:lnSpc>
                <a:spcPct val="95000"/>
              </a:lnSpc>
            </a:pPr>
            <a:r>
              <a:rPr lang="en-US" sz="4410">
                <a:solidFill>
                  <a:srgbClr val="FFCC00"/>
                </a:solidFill>
              </a:rPr>
              <a:t>Augmented product</a:t>
            </a:r>
          </a:p>
        </p:txBody>
      </p:sp>
      <p:sp>
        <p:nvSpPr>
          <p:cNvPr id="10242" name="Rectangle 2"/>
          <p:cNvSpPr>
            <a:spLocks noGrp="1" noChangeArrowheads="1"/>
          </p:cNvSpPr>
          <p:nvPr>
            <p:ph type="subTitle" idx="1"/>
          </p:nvPr>
        </p:nvSpPr>
        <p:spPr>
          <a:xfrm>
            <a:off x="737419" y="1188720"/>
            <a:ext cx="9204776" cy="5623560"/>
          </a:xfrm>
        </p:spPr>
        <p:txBody>
          <a:bodyPr vert="horz" lIns="0" tIns="0" rIns="0" bIns="0" rtlCol="0">
            <a:normAutofit/>
          </a:bodyPr>
          <a:lstStyle/>
          <a:p>
            <a:pPr algn="l">
              <a:lnSpc>
                <a:spcPct val="95000"/>
              </a:lnSpc>
              <a:spcBef>
                <a:spcPct val="0"/>
              </a:spcBef>
            </a:pPr>
            <a:endParaRPr lang="en-US" sz="1620" b="1" dirty="0">
              <a:solidFill>
                <a:srgbClr val="FFFFCC"/>
              </a:solidFill>
            </a:endParaRPr>
          </a:p>
          <a:p>
            <a:pPr lvl="1" indent="-308610" algn="l">
              <a:lnSpc>
                <a:spcPct val="95000"/>
              </a:lnSpc>
              <a:spcBef>
                <a:spcPct val="0"/>
              </a:spcBef>
              <a:buClr>
                <a:srgbClr val="FFFFCC"/>
              </a:buClr>
              <a:buFontTx/>
              <a:buChar char="•"/>
            </a:pPr>
            <a:r>
              <a:rPr lang="en-US" sz="2430" b="1" dirty="0">
                <a:solidFill>
                  <a:srgbClr val="FFFFCC"/>
                </a:solidFill>
              </a:rPr>
              <a:t>Product augmentation leads the marketer to look at the user’s total consumption system</a:t>
            </a:r>
            <a:r>
              <a:rPr lang="en-US" sz="1800" b="1" dirty="0">
                <a:solidFill>
                  <a:srgbClr val="FFFFCC"/>
                </a:solidFill>
              </a:rPr>
              <a:t>. </a:t>
            </a:r>
            <a:endParaRPr lang="en-US" dirty="0"/>
          </a:p>
          <a:p>
            <a:pPr algn="l">
              <a:lnSpc>
                <a:spcPct val="95000"/>
              </a:lnSpc>
              <a:spcBef>
                <a:spcPct val="0"/>
              </a:spcBef>
            </a:pPr>
            <a:endParaRPr lang="en-US" sz="1800" b="1" dirty="0">
              <a:solidFill>
                <a:srgbClr val="FFFFCC"/>
              </a:solidFill>
            </a:endParaRPr>
          </a:p>
          <a:p>
            <a:pPr lvl="1" indent="-308610" algn="l">
              <a:lnSpc>
                <a:spcPct val="95000"/>
              </a:lnSpc>
              <a:spcBef>
                <a:spcPct val="0"/>
              </a:spcBef>
              <a:buClr>
                <a:srgbClr val="FFFFCC"/>
              </a:buClr>
              <a:buFontTx/>
              <a:buChar char="•"/>
            </a:pPr>
            <a:r>
              <a:rPr lang="en-US" sz="1800" b="1" dirty="0">
                <a:solidFill>
                  <a:srgbClr val="FFFFCC"/>
                </a:solidFill>
              </a:rPr>
              <a:t>Attributes extended beyond customer expectations, includes</a:t>
            </a:r>
            <a:endParaRPr lang="en-US" dirty="0"/>
          </a:p>
          <a:p>
            <a:pPr lvl="1" indent="-308610" algn="l">
              <a:lnSpc>
                <a:spcPct val="95000"/>
              </a:lnSpc>
              <a:spcBef>
                <a:spcPct val="0"/>
              </a:spcBef>
              <a:buClr>
                <a:srgbClr val="FFFFCC"/>
              </a:buClr>
              <a:buFontTx/>
              <a:buAutoNum type="arabicPeriod"/>
            </a:pPr>
            <a:r>
              <a:rPr lang="en-US" sz="2430" dirty="0">
                <a:solidFill>
                  <a:srgbClr val="FFFFCC"/>
                </a:solidFill>
              </a:rPr>
              <a:t>After sales services</a:t>
            </a:r>
            <a:endParaRPr lang="en-US" dirty="0"/>
          </a:p>
          <a:p>
            <a:pPr lvl="1" indent="-308610" algn="l">
              <a:lnSpc>
                <a:spcPct val="95000"/>
              </a:lnSpc>
              <a:spcBef>
                <a:spcPct val="0"/>
              </a:spcBef>
              <a:buClr>
                <a:srgbClr val="FFFFCC"/>
              </a:buClr>
              <a:buFontTx/>
              <a:buAutoNum type="arabicPeriod"/>
            </a:pPr>
            <a:r>
              <a:rPr lang="en-US" sz="2430" dirty="0">
                <a:solidFill>
                  <a:srgbClr val="FFFFCC"/>
                </a:solidFill>
              </a:rPr>
              <a:t>Delivery points &amp; systems</a:t>
            </a:r>
            <a:endParaRPr lang="en-US" dirty="0"/>
          </a:p>
          <a:p>
            <a:pPr lvl="1" indent="-308610" algn="l">
              <a:lnSpc>
                <a:spcPct val="95000"/>
              </a:lnSpc>
              <a:spcBef>
                <a:spcPct val="0"/>
              </a:spcBef>
              <a:buClr>
                <a:srgbClr val="FFFFCC"/>
              </a:buClr>
              <a:buFontTx/>
              <a:buAutoNum type="arabicPeriod"/>
            </a:pPr>
            <a:r>
              <a:rPr lang="en-US" sz="2430" dirty="0">
                <a:solidFill>
                  <a:srgbClr val="FFFFCC"/>
                </a:solidFill>
              </a:rPr>
              <a:t>Installation ( bulky products)</a:t>
            </a:r>
            <a:endParaRPr lang="en-US" dirty="0"/>
          </a:p>
          <a:p>
            <a:pPr lvl="1" indent="-308610" algn="l">
              <a:lnSpc>
                <a:spcPct val="95000"/>
              </a:lnSpc>
              <a:spcBef>
                <a:spcPct val="0"/>
              </a:spcBef>
              <a:buClr>
                <a:srgbClr val="FFFFCC"/>
              </a:buClr>
              <a:buFontTx/>
              <a:buAutoNum type="arabicPeriod"/>
            </a:pPr>
            <a:r>
              <a:rPr lang="en-US" sz="2430" dirty="0">
                <a:solidFill>
                  <a:srgbClr val="FFFFCC"/>
                </a:solidFill>
              </a:rPr>
              <a:t>Customer education &amp; training</a:t>
            </a:r>
            <a:endParaRPr lang="en-US" dirty="0"/>
          </a:p>
          <a:p>
            <a:pPr lvl="1" indent="-308610" algn="l">
              <a:lnSpc>
                <a:spcPct val="95000"/>
              </a:lnSpc>
              <a:spcBef>
                <a:spcPct val="0"/>
              </a:spcBef>
              <a:buClr>
                <a:srgbClr val="FFFFCC"/>
              </a:buClr>
              <a:buFontTx/>
              <a:buAutoNum type="arabicPeriod"/>
            </a:pPr>
            <a:r>
              <a:rPr lang="en-US" sz="2430" dirty="0">
                <a:solidFill>
                  <a:srgbClr val="FFFFCC"/>
                </a:solidFill>
              </a:rPr>
              <a:t>Customer complaint management</a:t>
            </a:r>
            <a:endParaRPr lang="en-US" dirty="0"/>
          </a:p>
          <a:p>
            <a:pPr lvl="1" indent="-308610" algn="l">
              <a:lnSpc>
                <a:spcPct val="95000"/>
              </a:lnSpc>
              <a:spcBef>
                <a:spcPct val="0"/>
              </a:spcBef>
              <a:buClr>
                <a:srgbClr val="FFFFCC"/>
              </a:buClr>
              <a:buFontTx/>
              <a:buAutoNum type="arabicPeriod"/>
            </a:pPr>
            <a:r>
              <a:rPr lang="en-US" sz="2430" dirty="0">
                <a:solidFill>
                  <a:srgbClr val="FFFFCC"/>
                </a:solidFill>
              </a:rPr>
              <a:t>Payment options (high end products)</a:t>
            </a:r>
            <a:endParaRPr lang="en-US" dirty="0"/>
          </a:p>
          <a:p>
            <a:pPr lvl="1" indent="-308610" algn="l">
              <a:lnSpc>
                <a:spcPct val="95000"/>
              </a:lnSpc>
              <a:spcBef>
                <a:spcPct val="0"/>
              </a:spcBef>
              <a:buClr>
                <a:srgbClr val="FFFFCC"/>
              </a:buClr>
              <a:buFontTx/>
              <a:buAutoNum type="arabicPeriod"/>
            </a:pPr>
            <a:r>
              <a:rPr lang="en-US" sz="2430" dirty="0">
                <a:solidFill>
                  <a:srgbClr val="FFFFCC"/>
                </a:solidFill>
              </a:rPr>
              <a:t>Replacement/return policy</a:t>
            </a:r>
            <a:endParaRPr lang="en-US" dirty="0"/>
          </a:p>
          <a:p>
            <a:pPr lvl="1" indent="-308610" algn="l">
              <a:lnSpc>
                <a:spcPct val="95000"/>
              </a:lnSpc>
              <a:spcBef>
                <a:spcPct val="0"/>
              </a:spcBef>
              <a:buClr>
                <a:srgbClr val="FFFFCC"/>
              </a:buClr>
              <a:buFontTx/>
              <a:buAutoNum type="arabicPeriod"/>
            </a:pPr>
            <a:r>
              <a:rPr lang="en-US" sz="2430" dirty="0">
                <a:solidFill>
                  <a:srgbClr val="FFFFCC"/>
                </a:solidFill>
              </a:rPr>
              <a:t>Guarantees/ warranties</a:t>
            </a:r>
            <a:endParaRPr lang="en-US" dirty="0"/>
          </a:p>
          <a:p>
            <a:pPr lvl="1" indent="-308610" algn="l">
              <a:lnSpc>
                <a:spcPct val="95000"/>
              </a:lnSpc>
              <a:spcBef>
                <a:spcPct val="0"/>
              </a:spcBef>
              <a:buClr>
                <a:srgbClr val="FFFFCC"/>
              </a:buClr>
              <a:buFontTx/>
              <a:buAutoNum type="arabicPeriod"/>
            </a:pPr>
            <a:r>
              <a:rPr lang="en-US" sz="2430" dirty="0">
                <a:solidFill>
                  <a:srgbClr val="FFFFCC"/>
                </a:solidFill>
              </a:rPr>
              <a:t>Prestige, style and fashion of owning the product.</a:t>
            </a:r>
            <a:endParaRPr lang="en-US" dirty="0"/>
          </a:p>
          <a:p>
            <a:pPr algn="l">
              <a:lnSpc>
                <a:spcPct val="95000"/>
              </a:lnSpc>
              <a:spcBef>
                <a:spcPct val="0"/>
              </a:spcBef>
              <a:buClr>
                <a:srgbClr val="FFFFCC"/>
              </a:buClr>
            </a:pPr>
            <a:endParaRPr lang="en-US" sz="2430" dirty="0">
              <a:solidFill>
                <a:srgbClr val="FFFFCC"/>
              </a:solidFill>
            </a:endParaRPr>
          </a:p>
        </p:txBody>
      </p:sp>
      <p:pic>
        <p:nvPicPr>
          <p:cNvPr id="4" name="Picture 3">
            <a:extLst>
              <a:ext uri="{FF2B5EF4-FFF2-40B4-BE49-F238E27FC236}">
                <a16:creationId xmlns:a16="http://schemas.microsoft.com/office/drawing/2014/main" xmlns="" id="{F5B9F058-DDCA-4DDB-E7AB-0FF724B435B9}"/>
              </a:ext>
            </a:extLst>
          </p:cNvPr>
          <p:cNvPicPr>
            <a:picLocks noChangeAspect="1"/>
          </p:cNvPicPr>
          <p:nvPr/>
        </p:nvPicPr>
        <p:blipFill>
          <a:blip r:embed="rId2" cstate="print"/>
          <a:stretch>
            <a:fillRect/>
          </a:stretch>
        </p:blipFill>
        <p:spPr>
          <a:xfrm>
            <a:off x="9385215" y="1710986"/>
            <a:ext cx="2806785" cy="3061540"/>
          </a:xfrm>
          <a:prstGeom prst="rect">
            <a:avLst/>
          </a:prstGeom>
        </p:spPr>
      </p:pic>
    </p:spTree>
    <p:extLst>
      <p:ext uri="{BB962C8B-B14F-4D97-AF65-F5344CB8AC3E}">
        <p14:creationId xmlns:p14="http://schemas.microsoft.com/office/powerpoint/2010/main" xmlns="" val="210956242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1"/>
          <p:cNvSpPr>
            <a:spLocks noGrp="1" noChangeArrowheads="1"/>
          </p:cNvSpPr>
          <p:nvPr>
            <p:ph type="ctrTitle"/>
          </p:nvPr>
        </p:nvSpPr>
        <p:spPr>
          <a:xfrm>
            <a:off x="2249805" y="654368"/>
            <a:ext cx="7692390" cy="1052989"/>
          </a:xfrm>
        </p:spPr>
        <p:txBody>
          <a:bodyPr vert="horz" lIns="0" tIns="0" rIns="0" bIns="0" rtlCol="0" anchor="t">
            <a:normAutofit/>
          </a:bodyPr>
          <a:lstStyle/>
          <a:p>
            <a:pPr>
              <a:lnSpc>
                <a:spcPct val="95000"/>
              </a:lnSpc>
            </a:pPr>
            <a:r>
              <a:rPr lang="en-US" sz="4410">
                <a:solidFill>
                  <a:srgbClr val="FFCC00"/>
                </a:solidFill>
              </a:rPr>
              <a:t>Potential</a:t>
            </a:r>
          </a:p>
        </p:txBody>
      </p:sp>
      <p:sp>
        <p:nvSpPr>
          <p:cNvPr id="12290" name="Rectangle 2"/>
          <p:cNvSpPr>
            <a:spLocks noGrp="1" noChangeArrowheads="1"/>
          </p:cNvSpPr>
          <p:nvPr>
            <p:ph type="subTitle" idx="1"/>
          </p:nvPr>
        </p:nvSpPr>
        <p:spPr>
          <a:xfrm>
            <a:off x="441960" y="2025968"/>
            <a:ext cx="10431780" cy="4024789"/>
          </a:xfrm>
        </p:spPr>
        <p:txBody>
          <a:bodyPr vert="horz" lIns="0" tIns="0" rIns="0" bIns="0" rtlCol="0">
            <a:normAutofit/>
          </a:bodyPr>
          <a:lstStyle/>
          <a:p>
            <a:pPr lvl="1" indent="-308610" algn="l">
              <a:lnSpc>
                <a:spcPct val="95000"/>
              </a:lnSpc>
              <a:spcBef>
                <a:spcPct val="0"/>
              </a:spcBef>
              <a:buClr>
                <a:srgbClr val="FFFFCC"/>
              </a:buClr>
              <a:buFontTx/>
              <a:buChar char="•"/>
            </a:pPr>
            <a:r>
              <a:rPr lang="en-US" sz="2430" dirty="0">
                <a:solidFill>
                  <a:srgbClr val="FFFFCC"/>
                </a:solidFill>
              </a:rPr>
              <a:t>Potential/Future product</a:t>
            </a:r>
          </a:p>
          <a:p>
            <a:pPr lvl="1" indent="-308610" algn="l">
              <a:lnSpc>
                <a:spcPct val="95000"/>
              </a:lnSpc>
              <a:spcBef>
                <a:spcPct val="0"/>
              </a:spcBef>
              <a:buClr>
                <a:srgbClr val="FFFFCC"/>
              </a:buClr>
              <a:buFontTx/>
              <a:buChar char="•"/>
            </a:pPr>
            <a:endParaRPr lang="en-US" dirty="0"/>
          </a:p>
          <a:p>
            <a:pPr marL="342900" indent="-342900" algn="l">
              <a:lnSpc>
                <a:spcPct val="95000"/>
              </a:lnSpc>
              <a:spcBef>
                <a:spcPct val="0"/>
              </a:spcBef>
              <a:buFontTx/>
              <a:buChar char="-"/>
            </a:pPr>
            <a:r>
              <a:rPr lang="en-US" sz="2430" cap="none" dirty="0">
                <a:solidFill>
                  <a:srgbClr val="FFFFCC"/>
                </a:solidFill>
                <a:latin typeface="Times New Roman" panose="02020603050405020304" pitchFamily="18" charset="0"/>
                <a:cs typeface="Times New Roman" panose="02020603050405020304" pitchFamily="18" charset="0"/>
              </a:rPr>
              <a:t>Includes all possible improvements under given Technological, Economical, Competitive Conditions</a:t>
            </a:r>
          </a:p>
          <a:p>
            <a:pPr marL="342900" indent="-342900" algn="l">
              <a:lnSpc>
                <a:spcPct val="95000"/>
              </a:lnSpc>
              <a:spcBef>
                <a:spcPct val="0"/>
              </a:spcBef>
              <a:buFontTx/>
              <a:buChar char="-"/>
            </a:pPr>
            <a:endParaRPr lang="en-US" cap="none" dirty="0">
              <a:latin typeface="Times New Roman" panose="02020603050405020304" pitchFamily="18" charset="0"/>
              <a:cs typeface="Times New Roman" panose="02020603050405020304" pitchFamily="18" charset="0"/>
            </a:endParaRPr>
          </a:p>
          <a:p>
            <a:pPr algn="l">
              <a:lnSpc>
                <a:spcPct val="95000"/>
              </a:lnSpc>
              <a:spcBef>
                <a:spcPct val="0"/>
              </a:spcBef>
            </a:pPr>
            <a:r>
              <a:rPr lang="en-US" sz="2430" cap="none" dirty="0">
                <a:solidFill>
                  <a:srgbClr val="FFFFCC"/>
                </a:solidFill>
                <a:latin typeface="Times New Roman" panose="02020603050405020304" pitchFamily="18" charset="0"/>
                <a:cs typeface="Times New Roman" panose="02020603050405020304" pitchFamily="18" charset="0"/>
              </a:rPr>
              <a:t>- Helps to attract &amp; retain customers</a:t>
            </a:r>
            <a:endParaRPr lang="en-US" cap="none" dirty="0">
              <a:latin typeface="Times New Roman" panose="02020603050405020304" pitchFamily="18" charset="0"/>
              <a:cs typeface="Times New Roman" panose="02020603050405020304" pitchFamily="18" charset="0"/>
            </a:endParaRPr>
          </a:p>
          <a:p>
            <a:pPr algn="l">
              <a:lnSpc>
                <a:spcPct val="95000"/>
              </a:lnSpc>
              <a:spcBef>
                <a:spcPct val="0"/>
              </a:spcBef>
            </a:pPr>
            <a:endParaRPr lang="en-US" cap="none" dirty="0">
              <a:latin typeface="Times New Roman" panose="02020603050405020304" pitchFamily="18" charset="0"/>
              <a:cs typeface="Times New Roman" panose="02020603050405020304" pitchFamily="18" charset="0"/>
            </a:endParaRPr>
          </a:p>
          <a:p>
            <a:pPr algn="l">
              <a:lnSpc>
                <a:spcPct val="95000"/>
              </a:lnSpc>
              <a:spcBef>
                <a:spcPct val="0"/>
              </a:spcBef>
            </a:pPr>
            <a:r>
              <a:rPr lang="en-US" sz="2430" cap="none" dirty="0">
                <a:solidFill>
                  <a:srgbClr val="FFFFCC"/>
                </a:solidFill>
                <a:latin typeface="Times New Roman" panose="02020603050405020304" pitchFamily="18" charset="0"/>
                <a:cs typeface="Times New Roman" panose="02020603050405020304" pitchFamily="18" charset="0"/>
              </a:rPr>
              <a:t>- Driving Force- To Retain Competitive Advantage.</a:t>
            </a:r>
            <a:endParaRPr lang="en-US" sz="2430" dirty="0">
              <a:solidFill>
                <a:srgbClr val="FFFFCC"/>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xmlns="" id="{F5B9F058-DDCA-4DDB-E7AB-0FF724B435B9}"/>
              </a:ext>
            </a:extLst>
          </p:cNvPr>
          <p:cNvPicPr>
            <a:picLocks noChangeAspect="1"/>
          </p:cNvPicPr>
          <p:nvPr/>
        </p:nvPicPr>
        <p:blipFill>
          <a:blip r:embed="rId3" cstate="print"/>
          <a:stretch>
            <a:fillRect/>
          </a:stretch>
        </p:blipFill>
        <p:spPr>
          <a:xfrm>
            <a:off x="9079832" y="3504738"/>
            <a:ext cx="2903621" cy="2711577"/>
          </a:xfrm>
          <a:prstGeom prst="rect">
            <a:avLst/>
          </a:prstGeom>
        </p:spPr>
      </p:pic>
    </p:spTree>
    <p:extLst>
      <p:ext uri="{BB962C8B-B14F-4D97-AF65-F5344CB8AC3E}">
        <p14:creationId xmlns:p14="http://schemas.microsoft.com/office/powerpoint/2010/main" xmlns="" val="188914717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923925" y="198120"/>
            <a:ext cx="10344150" cy="6445567"/>
          </a:xfrm>
          <a:prstGeom prst="rect">
            <a:avLst/>
          </a:prstGeom>
        </p:spPr>
      </p:pic>
      <p:sp>
        <p:nvSpPr>
          <p:cNvPr id="3" name="Rectangle 2"/>
          <p:cNvSpPr/>
          <p:nvPr/>
        </p:nvSpPr>
        <p:spPr>
          <a:xfrm>
            <a:off x="6352674" y="5438274"/>
            <a:ext cx="4748463" cy="10427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smtClean="0"/>
              <a:t>Product levels in buying a </a:t>
            </a:r>
            <a:r>
              <a:rPr lang="en-IN" sz="2400" b="1" dirty="0" err="1" smtClean="0"/>
              <a:t>residentail</a:t>
            </a:r>
            <a:r>
              <a:rPr lang="en-IN" sz="2400" b="1" dirty="0" smtClean="0"/>
              <a:t> building</a:t>
            </a:r>
            <a:endParaRPr lang="en-US" sz="2400" b="1" dirty="0"/>
          </a:p>
        </p:txBody>
      </p:sp>
    </p:spTree>
    <p:extLst>
      <p:ext uri="{BB962C8B-B14F-4D97-AF65-F5344CB8AC3E}">
        <p14:creationId xmlns:p14="http://schemas.microsoft.com/office/powerpoint/2010/main" xmlns="" val="72228269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66506"/>
          </a:xfrm>
        </p:spPr>
        <p:txBody>
          <a:bodyPr>
            <a:normAutofit fontScale="90000"/>
          </a:bodyPr>
          <a:lstStyle/>
          <a:p>
            <a:r>
              <a:rPr lang="en-US" dirty="0"/>
              <a:t>Types of Products:</a:t>
            </a:r>
          </a:p>
        </p:txBody>
      </p:sp>
      <p:sp>
        <p:nvSpPr>
          <p:cNvPr id="6" name="Rounded Rectangle 5"/>
          <p:cNvSpPr/>
          <p:nvPr/>
        </p:nvSpPr>
        <p:spPr>
          <a:xfrm>
            <a:off x="3493477" y="1090246"/>
            <a:ext cx="3751385" cy="53926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Products</a:t>
            </a:r>
          </a:p>
        </p:txBody>
      </p:sp>
      <p:sp>
        <p:nvSpPr>
          <p:cNvPr id="7" name="Rounded Rectangle 6"/>
          <p:cNvSpPr/>
          <p:nvPr/>
        </p:nvSpPr>
        <p:spPr>
          <a:xfrm>
            <a:off x="433776" y="2004641"/>
            <a:ext cx="2860410" cy="53926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Based on Nature</a:t>
            </a:r>
          </a:p>
        </p:txBody>
      </p:sp>
      <p:sp>
        <p:nvSpPr>
          <p:cNvPr id="8" name="Rounded Rectangle 7"/>
          <p:cNvSpPr/>
          <p:nvPr/>
        </p:nvSpPr>
        <p:spPr>
          <a:xfrm>
            <a:off x="433777" y="2543899"/>
            <a:ext cx="2860410" cy="26025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endParaRPr lang="en-US" dirty="0"/>
          </a:p>
          <a:p>
            <a:pPr marL="342900" indent="-342900" algn="just">
              <a:buFont typeface="+mj-lt"/>
              <a:buAutoNum type="arabicPeriod"/>
            </a:pPr>
            <a:r>
              <a:rPr lang="en-US" dirty="0"/>
              <a:t>Goods</a:t>
            </a:r>
          </a:p>
          <a:p>
            <a:pPr marL="342900" indent="-342900" algn="just">
              <a:buFont typeface="+mj-lt"/>
              <a:buAutoNum type="arabicPeriod"/>
            </a:pPr>
            <a:r>
              <a:rPr lang="en-US" dirty="0"/>
              <a:t>Service</a:t>
            </a:r>
          </a:p>
          <a:p>
            <a:pPr marL="342900" indent="-342900" algn="just">
              <a:buFont typeface="+mj-lt"/>
              <a:buAutoNum type="arabicPeriod"/>
            </a:pPr>
            <a:r>
              <a:rPr lang="en-US" dirty="0"/>
              <a:t>Idea</a:t>
            </a:r>
          </a:p>
          <a:p>
            <a:pPr marL="342900" indent="-342900" algn="just">
              <a:buFont typeface="+mj-lt"/>
              <a:buAutoNum type="arabicPeriod"/>
            </a:pPr>
            <a:r>
              <a:rPr lang="en-US" dirty="0"/>
              <a:t>Experience</a:t>
            </a:r>
          </a:p>
          <a:p>
            <a:pPr marL="342900" indent="-342900" algn="just">
              <a:buFont typeface="+mj-lt"/>
              <a:buAutoNum type="arabicPeriod"/>
            </a:pPr>
            <a:r>
              <a:rPr lang="en-US" dirty="0"/>
              <a:t>Events</a:t>
            </a:r>
          </a:p>
          <a:p>
            <a:pPr marL="342900" indent="-342900" algn="just">
              <a:buFont typeface="+mj-lt"/>
              <a:buAutoNum type="arabicPeriod"/>
            </a:pPr>
            <a:r>
              <a:rPr lang="en-US" dirty="0"/>
              <a:t>Persons</a:t>
            </a:r>
          </a:p>
          <a:p>
            <a:pPr marL="342900" indent="-342900" algn="just">
              <a:buFont typeface="+mj-lt"/>
              <a:buAutoNum type="arabicPeriod"/>
            </a:pPr>
            <a:r>
              <a:rPr lang="en-US" dirty="0"/>
              <a:t>Places</a:t>
            </a:r>
          </a:p>
          <a:p>
            <a:pPr marL="342900" indent="-342900" algn="just">
              <a:buFont typeface="+mj-lt"/>
              <a:buAutoNum type="arabicPeriod"/>
            </a:pPr>
            <a:r>
              <a:rPr lang="en-US" dirty="0"/>
              <a:t>Organization</a:t>
            </a:r>
          </a:p>
          <a:p>
            <a:pPr marL="342900" indent="-342900" algn="just">
              <a:buFont typeface="+mj-lt"/>
              <a:buAutoNum type="arabicPeriod"/>
            </a:pPr>
            <a:r>
              <a:rPr lang="en-US" dirty="0"/>
              <a:t>Information</a:t>
            </a:r>
          </a:p>
          <a:p>
            <a:pPr marL="342900" indent="-342900" algn="just">
              <a:buFont typeface="+mj-lt"/>
              <a:buAutoNum type="arabicPeriod"/>
            </a:pPr>
            <a:endParaRPr lang="en-US" dirty="0"/>
          </a:p>
          <a:p>
            <a:pPr algn="ctr"/>
            <a:endParaRPr lang="en-US" dirty="0"/>
          </a:p>
        </p:txBody>
      </p:sp>
      <p:sp>
        <p:nvSpPr>
          <p:cNvPr id="9" name="Rounded Rectangle 8"/>
          <p:cNvSpPr/>
          <p:nvPr/>
        </p:nvSpPr>
        <p:spPr>
          <a:xfrm>
            <a:off x="4079630" y="2016365"/>
            <a:ext cx="2860410" cy="53926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Based on  Consumers  Intentions</a:t>
            </a:r>
          </a:p>
        </p:txBody>
      </p:sp>
      <p:sp>
        <p:nvSpPr>
          <p:cNvPr id="10" name="Rounded Rectangle 9"/>
          <p:cNvSpPr/>
          <p:nvPr/>
        </p:nvSpPr>
        <p:spPr>
          <a:xfrm>
            <a:off x="3676649" y="2629735"/>
            <a:ext cx="1664677"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Consumer Products</a:t>
            </a:r>
          </a:p>
        </p:txBody>
      </p:sp>
      <p:sp>
        <p:nvSpPr>
          <p:cNvPr id="11" name="Rounded Rectangle 10"/>
          <p:cNvSpPr/>
          <p:nvPr/>
        </p:nvSpPr>
        <p:spPr>
          <a:xfrm>
            <a:off x="6210300" y="2674319"/>
            <a:ext cx="1664677"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Industrial Product</a:t>
            </a:r>
          </a:p>
        </p:txBody>
      </p:sp>
      <p:sp>
        <p:nvSpPr>
          <p:cNvPr id="12" name="Vertical Scroll 11"/>
          <p:cNvSpPr/>
          <p:nvPr/>
        </p:nvSpPr>
        <p:spPr>
          <a:xfrm>
            <a:off x="3241221" y="3179677"/>
            <a:ext cx="2513135" cy="2532184"/>
          </a:xfrm>
          <a:prstGeom prst="verticalScrol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gn="ctr"/>
            <a:endParaRPr lang="en-US" dirty="0"/>
          </a:p>
          <a:p>
            <a:pPr marL="342900" indent="-342900" algn="ctr"/>
            <a:r>
              <a:rPr lang="en-US" dirty="0"/>
              <a:t>1.Convinience Product</a:t>
            </a:r>
          </a:p>
          <a:p>
            <a:pPr marL="342900" indent="-342900" algn="ctr"/>
            <a:r>
              <a:rPr lang="en-US" dirty="0"/>
              <a:t>2. Shopping Product</a:t>
            </a:r>
          </a:p>
          <a:p>
            <a:pPr marL="342900" indent="-342900" algn="ctr"/>
            <a:r>
              <a:rPr lang="en-US" dirty="0"/>
              <a:t>3. Specialty Product</a:t>
            </a:r>
          </a:p>
          <a:p>
            <a:pPr marL="342900" indent="-342900" algn="ctr"/>
            <a:r>
              <a:rPr lang="en-US" dirty="0"/>
              <a:t>4. Unsought Products</a:t>
            </a:r>
          </a:p>
          <a:p>
            <a:pPr marL="342900" indent="-342900" algn="ctr">
              <a:buAutoNum type="arabicPeriod"/>
            </a:pPr>
            <a:endParaRPr lang="en-US" dirty="0"/>
          </a:p>
        </p:txBody>
      </p:sp>
      <p:sp>
        <p:nvSpPr>
          <p:cNvPr id="13" name="Vertical Scroll 12"/>
          <p:cNvSpPr/>
          <p:nvPr/>
        </p:nvSpPr>
        <p:spPr>
          <a:xfrm>
            <a:off x="5274130" y="3167743"/>
            <a:ext cx="3295834" cy="3371850"/>
          </a:xfrm>
          <a:prstGeom prst="verticalScrol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gn="just"/>
            <a:r>
              <a:rPr lang="en-US" dirty="0"/>
              <a:t>1. Raw material</a:t>
            </a:r>
          </a:p>
          <a:p>
            <a:pPr marL="342900" indent="-342900" algn="just"/>
            <a:r>
              <a:rPr lang="en-US" dirty="0"/>
              <a:t>2.CapitalEquipment</a:t>
            </a:r>
          </a:p>
          <a:p>
            <a:pPr marL="342900" indent="-342900" algn="just"/>
            <a:r>
              <a:rPr lang="en-US" dirty="0"/>
              <a:t>3. Accessories</a:t>
            </a:r>
          </a:p>
          <a:p>
            <a:pPr marL="342900" indent="-342900" algn="just"/>
            <a:r>
              <a:rPr lang="en-US" dirty="0"/>
              <a:t>4.Component parts</a:t>
            </a:r>
          </a:p>
          <a:p>
            <a:pPr marL="342900" indent="-342900" algn="just"/>
            <a:r>
              <a:rPr lang="en-US" dirty="0"/>
              <a:t>5.Process material supplies</a:t>
            </a:r>
          </a:p>
          <a:p>
            <a:pPr marL="342900" indent="-342900" algn="just"/>
            <a:r>
              <a:rPr lang="en-US" dirty="0"/>
              <a:t>6. Industrial services</a:t>
            </a:r>
          </a:p>
          <a:p>
            <a:pPr marL="342900" indent="-342900" algn="ctr">
              <a:buAutoNum type="arabicPeriod"/>
            </a:pPr>
            <a:endParaRPr lang="en-US" dirty="0"/>
          </a:p>
        </p:txBody>
      </p:sp>
      <p:sp>
        <p:nvSpPr>
          <p:cNvPr id="14" name="Rounded Rectangle 13"/>
          <p:cNvSpPr/>
          <p:nvPr/>
        </p:nvSpPr>
        <p:spPr>
          <a:xfrm>
            <a:off x="8194404" y="2028089"/>
            <a:ext cx="2860410" cy="53926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Based on  Social Benefit</a:t>
            </a:r>
          </a:p>
        </p:txBody>
      </p:sp>
      <p:sp>
        <p:nvSpPr>
          <p:cNvPr id="16" name="Vertical Scroll 15"/>
          <p:cNvSpPr/>
          <p:nvPr/>
        </p:nvSpPr>
        <p:spPr>
          <a:xfrm>
            <a:off x="8303281" y="2555638"/>
            <a:ext cx="3220474" cy="3352800"/>
          </a:xfrm>
          <a:prstGeom prst="verticalScrol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gn="ctr"/>
            <a:endParaRPr lang="en-US" dirty="0"/>
          </a:p>
          <a:p>
            <a:pPr marL="342900" indent="-342900" algn="ctr">
              <a:buAutoNum type="arabicPeriod"/>
            </a:pPr>
            <a:r>
              <a:rPr lang="en-US" dirty="0"/>
              <a:t>Pleasing products.</a:t>
            </a:r>
          </a:p>
          <a:p>
            <a:pPr marL="342900" indent="-342900" algn="ctr">
              <a:buAutoNum type="arabicPeriod"/>
            </a:pPr>
            <a:r>
              <a:rPr lang="en-US" dirty="0"/>
              <a:t>Deficient Products</a:t>
            </a:r>
          </a:p>
          <a:p>
            <a:pPr marL="342900" indent="-342900" algn="ctr">
              <a:buAutoNum type="arabicPeriod"/>
            </a:pPr>
            <a:r>
              <a:rPr lang="en-US" dirty="0"/>
              <a:t>Salutary Products</a:t>
            </a:r>
          </a:p>
          <a:p>
            <a:pPr marL="342900" indent="-342900" algn="ctr">
              <a:buAutoNum type="arabicPeriod"/>
            </a:pPr>
            <a:r>
              <a:rPr lang="en-US" dirty="0"/>
              <a:t>Desirable Product</a:t>
            </a:r>
          </a:p>
        </p:txBody>
      </p:sp>
      <p:cxnSp>
        <p:nvCxnSpPr>
          <p:cNvPr id="18" name="Straight Connector 17"/>
          <p:cNvCxnSpPr>
            <a:stCxn id="6" idx="2"/>
          </p:cNvCxnSpPr>
          <p:nvPr/>
        </p:nvCxnSpPr>
        <p:spPr>
          <a:xfrm rot="16200000" flipH="1">
            <a:off x="5152292" y="1846385"/>
            <a:ext cx="445480" cy="11725"/>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rot="16200000" flipH="1">
            <a:off x="4319953" y="2737338"/>
            <a:ext cx="328246" cy="11723"/>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rot="16200000" flipH="1">
            <a:off x="6430108" y="2737337"/>
            <a:ext cx="339969" cy="70339"/>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flipV="1">
            <a:off x="7315200" y="1336431"/>
            <a:ext cx="2121877" cy="11723"/>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rot="16200000" flipH="1">
            <a:off x="9161584" y="1635369"/>
            <a:ext cx="586154" cy="35169"/>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p:cNvCxnSpPr>
            <a:stCxn id="6" idx="1"/>
          </p:cNvCxnSpPr>
          <p:nvPr/>
        </p:nvCxnSpPr>
        <p:spPr>
          <a:xfrm rot="10800000" flipV="1">
            <a:off x="1441939" y="1359876"/>
            <a:ext cx="2051539" cy="11723"/>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rot="5400000">
            <a:off x="1172307" y="1688123"/>
            <a:ext cx="539262" cy="1588"/>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07889"/>
          </a:xfrm>
        </p:spPr>
        <p:txBody>
          <a:bodyPr>
            <a:normAutofit fontScale="90000"/>
          </a:bodyPr>
          <a:lstStyle/>
          <a:p>
            <a:r>
              <a:rPr lang="en-US" dirty="0"/>
              <a:t>Types of Consumer Products</a:t>
            </a:r>
          </a:p>
        </p:txBody>
      </p:sp>
      <p:pic>
        <p:nvPicPr>
          <p:cNvPr id="4" name="Picture 4" descr="Image result for types of products"/>
          <p:cNvPicPr>
            <a:picLocks noChangeAspect="1" noChangeArrowheads="1"/>
          </p:cNvPicPr>
          <p:nvPr/>
        </p:nvPicPr>
        <p:blipFill>
          <a:blip r:embed="rId2"/>
          <a:srcRect/>
          <a:stretch>
            <a:fillRect/>
          </a:stretch>
        </p:blipFill>
        <p:spPr bwMode="auto">
          <a:xfrm>
            <a:off x="155575" y="984738"/>
            <a:ext cx="11461994" cy="5687255"/>
          </a:xfrm>
          <a:prstGeom prst="rect">
            <a:avLst/>
          </a:prstGeom>
          <a:noFill/>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subTitle" idx="1"/>
          </p:nvPr>
        </p:nvSpPr>
        <p:spPr>
          <a:xfrm>
            <a:off x="146957" y="702130"/>
            <a:ext cx="9795238" cy="5348628"/>
          </a:xfrm>
        </p:spPr>
        <p:txBody>
          <a:bodyPr vert="horz" lIns="0" tIns="0" rIns="0" bIns="0" rtlCol="0">
            <a:normAutofit/>
          </a:bodyPr>
          <a:lstStyle/>
          <a:p>
            <a:pPr algn="l">
              <a:lnSpc>
                <a:spcPct val="95000"/>
              </a:lnSpc>
              <a:spcBef>
                <a:spcPct val="0"/>
              </a:spcBef>
            </a:pPr>
            <a:r>
              <a:rPr lang="en-US" sz="2430" b="1" i="1" dirty="0">
                <a:solidFill>
                  <a:srgbClr val="FFFFCC"/>
                </a:solidFill>
              </a:rPr>
              <a:t>2. Industrial Products:</a:t>
            </a:r>
          </a:p>
          <a:p>
            <a:pPr algn="l">
              <a:lnSpc>
                <a:spcPct val="95000"/>
              </a:lnSpc>
              <a:spcBef>
                <a:spcPct val="0"/>
              </a:spcBef>
            </a:pPr>
            <a:endParaRPr lang="en-US" dirty="0"/>
          </a:p>
          <a:p>
            <a:pPr algn="l">
              <a:lnSpc>
                <a:spcPct val="95000"/>
              </a:lnSpc>
              <a:spcBef>
                <a:spcPct val="0"/>
              </a:spcBef>
            </a:pPr>
            <a:r>
              <a:rPr lang="en-US" sz="2430" dirty="0">
                <a:solidFill>
                  <a:srgbClr val="FFFFCC"/>
                </a:solidFill>
              </a:rPr>
              <a:t>- D</a:t>
            </a:r>
            <a:r>
              <a:rPr lang="en-US" sz="2430" cap="none" dirty="0">
                <a:solidFill>
                  <a:srgbClr val="FFFFCC"/>
                </a:solidFill>
              </a:rPr>
              <a:t>istinguished from consumer products on the basis of usage</a:t>
            </a:r>
            <a:endParaRPr lang="en-US" dirty="0"/>
          </a:p>
          <a:p>
            <a:pPr algn="l">
              <a:lnSpc>
                <a:spcPct val="95000"/>
              </a:lnSpc>
              <a:spcBef>
                <a:spcPct val="0"/>
              </a:spcBef>
            </a:pPr>
            <a:r>
              <a:rPr lang="en-US" sz="2430" i="1" dirty="0">
                <a:solidFill>
                  <a:srgbClr val="FFFFCC"/>
                </a:solidFill>
              </a:rPr>
              <a:t>e.g. A lawn mower.</a:t>
            </a:r>
            <a:endParaRPr lang="en-US" dirty="0"/>
          </a:p>
          <a:p>
            <a:pPr lvl="1" indent="-308610" algn="l">
              <a:lnSpc>
                <a:spcPct val="95000"/>
              </a:lnSpc>
              <a:spcBef>
                <a:spcPct val="0"/>
              </a:spcBef>
              <a:buClr>
                <a:srgbClr val="FFFFCC"/>
              </a:buClr>
              <a:buFontTx/>
              <a:buAutoNum type="arabicPeriod"/>
            </a:pPr>
            <a:r>
              <a:rPr lang="en-US" sz="2430" b="1" u="sng" dirty="0">
                <a:solidFill>
                  <a:srgbClr val="FFFFCC"/>
                </a:solidFill>
              </a:rPr>
              <a:t>Materials &amp; parts</a:t>
            </a:r>
          </a:p>
          <a:p>
            <a:pPr lvl="1" indent="-308610" algn="l">
              <a:lnSpc>
                <a:spcPct val="95000"/>
              </a:lnSpc>
              <a:spcBef>
                <a:spcPct val="0"/>
              </a:spcBef>
              <a:buClr>
                <a:srgbClr val="FFFFCC"/>
              </a:buClr>
              <a:buFontTx/>
              <a:buAutoNum type="arabicPeriod"/>
            </a:pPr>
            <a:endParaRPr lang="en-US" dirty="0"/>
          </a:p>
          <a:p>
            <a:pPr algn="l">
              <a:lnSpc>
                <a:spcPct val="95000"/>
              </a:lnSpc>
              <a:spcBef>
                <a:spcPct val="0"/>
              </a:spcBef>
            </a:pPr>
            <a:r>
              <a:rPr lang="en-US" sz="2430" dirty="0">
                <a:solidFill>
                  <a:srgbClr val="FFFFCC"/>
                </a:solidFill>
              </a:rPr>
              <a:t>- Farm products, (wheat, cotton, livestock, fruits, vegetables)</a:t>
            </a:r>
            <a:endParaRPr lang="en-US" dirty="0"/>
          </a:p>
          <a:p>
            <a:pPr algn="l">
              <a:lnSpc>
                <a:spcPct val="95000"/>
              </a:lnSpc>
              <a:spcBef>
                <a:spcPct val="0"/>
              </a:spcBef>
            </a:pPr>
            <a:r>
              <a:rPr lang="en-US" sz="2430" dirty="0">
                <a:solidFill>
                  <a:srgbClr val="FFFFCC"/>
                </a:solidFill>
              </a:rPr>
              <a:t>- Natural products (fish, lumber, crude oils, iron ore) </a:t>
            </a:r>
            <a:endParaRPr lang="en-US" dirty="0"/>
          </a:p>
          <a:p>
            <a:pPr algn="l">
              <a:lnSpc>
                <a:spcPct val="95000"/>
              </a:lnSpc>
              <a:spcBef>
                <a:spcPct val="0"/>
              </a:spcBef>
            </a:pPr>
            <a:r>
              <a:rPr lang="en-US" sz="2430" dirty="0">
                <a:solidFill>
                  <a:srgbClr val="FFFFCC"/>
                </a:solidFill>
              </a:rPr>
              <a:t>ii. Manufactured materials &amp; parts:</a:t>
            </a:r>
            <a:endParaRPr lang="en-US" dirty="0"/>
          </a:p>
          <a:p>
            <a:pPr algn="l">
              <a:lnSpc>
                <a:spcPct val="95000"/>
              </a:lnSpc>
              <a:spcBef>
                <a:spcPct val="0"/>
              </a:spcBef>
            </a:pPr>
            <a:r>
              <a:rPr lang="en-US" sz="2430" dirty="0">
                <a:solidFill>
                  <a:srgbClr val="FFFFCC"/>
                </a:solidFill>
              </a:rPr>
              <a:t>- component materials (iron yarn, cement, wires)</a:t>
            </a:r>
            <a:endParaRPr lang="en-US" dirty="0"/>
          </a:p>
          <a:p>
            <a:pPr algn="l">
              <a:lnSpc>
                <a:spcPct val="95000"/>
              </a:lnSpc>
              <a:spcBef>
                <a:spcPct val="0"/>
              </a:spcBef>
            </a:pPr>
            <a:r>
              <a:rPr lang="en-US" sz="2430" dirty="0">
                <a:solidFill>
                  <a:srgbClr val="FFFFCC"/>
                </a:solidFill>
              </a:rPr>
              <a:t>- Component parts ( small motors, tires, castings)</a:t>
            </a:r>
          </a:p>
        </p:txBody>
      </p:sp>
    </p:spTree>
    <p:extLst>
      <p:ext uri="{BB962C8B-B14F-4D97-AF65-F5344CB8AC3E}">
        <p14:creationId xmlns:p14="http://schemas.microsoft.com/office/powerpoint/2010/main" xmlns="" val="59508656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subTitle" idx="1"/>
          </p:nvPr>
        </p:nvSpPr>
        <p:spPr>
          <a:xfrm>
            <a:off x="404949" y="600892"/>
            <a:ext cx="9537246" cy="5449866"/>
          </a:xfrm>
        </p:spPr>
        <p:txBody>
          <a:bodyPr vert="horz" lIns="0" tIns="0" rIns="0" bIns="0" rtlCol="0">
            <a:normAutofit/>
          </a:bodyPr>
          <a:lstStyle/>
          <a:p>
            <a:pPr algn="l">
              <a:lnSpc>
                <a:spcPct val="95000"/>
              </a:lnSpc>
              <a:spcBef>
                <a:spcPct val="0"/>
              </a:spcBef>
            </a:pPr>
            <a:r>
              <a:rPr lang="en-US" sz="2430" dirty="0">
                <a:solidFill>
                  <a:srgbClr val="FFFFCC"/>
                </a:solidFill>
              </a:rPr>
              <a:t>b. </a:t>
            </a:r>
            <a:r>
              <a:rPr lang="en-US" sz="2430" b="1" u="sng" dirty="0">
                <a:solidFill>
                  <a:srgbClr val="FFFFCC"/>
                </a:solidFill>
              </a:rPr>
              <a:t>Capital items</a:t>
            </a:r>
          </a:p>
          <a:p>
            <a:pPr algn="l">
              <a:lnSpc>
                <a:spcPct val="95000"/>
              </a:lnSpc>
              <a:spcBef>
                <a:spcPct val="0"/>
              </a:spcBef>
            </a:pPr>
            <a:endParaRPr lang="en-US" dirty="0"/>
          </a:p>
          <a:p>
            <a:pPr algn="l">
              <a:lnSpc>
                <a:spcPct val="95000"/>
              </a:lnSpc>
              <a:spcBef>
                <a:spcPct val="0"/>
              </a:spcBef>
            </a:pPr>
            <a:r>
              <a:rPr lang="en-US" sz="2430" dirty="0">
                <a:solidFill>
                  <a:srgbClr val="FFFFCC"/>
                </a:solidFill>
              </a:rPr>
              <a:t>- Aid in buyer’s production or operations</a:t>
            </a:r>
            <a:endParaRPr lang="en-US" dirty="0"/>
          </a:p>
          <a:p>
            <a:pPr algn="l">
              <a:lnSpc>
                <a:spcPct val="95000"/>
              </a:lnSpc>
              <a:spcBef>
                <a:spcPct val="0"/>
              </a:spcBef>
            </a:pPr>
            <a:r>
              <a:rPr lang="en-US" sz="2430" dirty="0" err="1">
                <a:solidFill>
                  <a:srgbClr val="FFFFCC"/>
                </a:solidFill>
              </a:rPr>
              <a:t>i</a:t>
            </a:r>
            <a:r>
              <a:rPr lang="en-US" sz="2430" dirty="0">
                <a:solidFill>
                  <a:srgbClr val="FFFFCC"/>
                </a:solidFill>
              </a:rPr>
              <a:t>. Installations:</a:t>
            </a:r>
            <a:endParaRPr lang="en-US" dirty="0"/>
          </a:p>
          <a:p>
            <a:pPr algn="l">
              <a:lnSpc>
                <a:spcPct val="95000"/>
              </a:lnSpc>
              <a:spcBef>
                <a:spcPct val="0"/>
              </a:spcBef>
            </a:pPr>
            <a:r>
              <a:rPr lang="en-US" sz="2430" dirty="0">
                <a:solidFill>
                  <a:srgbClr val="FFFFCC"/>
                </a:solidFill>
              </a:rPr>
              <a:t>- Major purchases (factories, offices)</a:t>
            </a:r>
            <a:endParaRPr lang="en-US" dirty="0"/>
          </a:p>
          <a:p>
            <a:pPr algn="l">
              <a:lnSpc>
                <a:spcPct val="95000"/>
              </a:lnSpc>
              <a:spcBef>
                <a:spcPct val="0"/>
              </a:spcBef>
            </a:pPr>
            <a:r>
              <a:rPr lang="en-US" sz="2430" dirty="0">
                <a:solidFill>
                  <a:srgbClr val="FFFFCC"/>
                </a:solidFill>
              </a:rPr>
              <a:t>- fixed equipment ( generators, elevators, </a:t>
            </a:r>
            <a:endParaRPr lang="en-US" dirty="0"/>
          </a:p>
          <a:p>
            <a:pPr algn="l">
              <a:lnSpc>
                <a:spcPct val="95000"/>
              </a:lnSpc>
              <a:spcBef>
                <a:spcPct val="0"/>
              </a:spcBef>
            </a:pPr>
            <a:r>
              <a:rPr lang="en-US" sz="2430" dirty="0">
                <a:solidFill>
                  <a:srgbClr val="FFFFCC"/>
                </a:solidFill>
              </a:rPr>
              <a:t>computer systems)</a:t>
            </a:r>
            <a:endParaRPr lang="en-US" dirty="0"/>
          </a:p>
          <a:p>
            <a:pPr algn="l">
              <a:lnSpc>
                <a:spcPct val="95000"/>
              </a:lnSpc>
              <a:spcBef>
                <a:spcPct val="0"/>
              </a:spcBef>
            </a:pPr>
            <a:r>
              <a:rPr lang="en-US" sz="2430" dirty="0">
                <a:solidFill>
                  <a:srgbClr val="FFFFCC"/>
                </a:solidFill>
              </a:rPr>
              <a:t>ii. Accessory </a:t>
            </a:r>
            <a:r>
              <a:rPr lang="en-US" sz="2430" dirty="0" err="1">
                <a:solidFill>
                  <a:srgbClr val="FFFFCC"/>
                </a:solidFill>
              </a:rPr>
              <a:t>equipments</a:t>
            </a:r>
            <a:r>
              <a:rPr lang="en-US" sz="2430" dirty="0">
                <a:solidFill>
                  <a:srgbClr val="FFFFCC"/>
                </a:solidFill>
              </a:rPr>
              <a:t>:</a:t>
            </a:r>
            <a:endParaRPr lang="en-US" dirty="0"/>
          </a:p>
          <a:p>
            <a:pPr algn="l">
              <a:lnSpc>
                <a:spcPct val="95000"/>
              </a:lnSpc>
              <a:spcBef>
                <a:spcPct val="0"/>
              </a:spcBef>
            </a:pPr>
            <a:r>
              <a:rPr lang="en-US" sz="2430" dirty="0">
                <a:solidFill>
                  <a:srgbClr val="FFFFCC"/>
                </a:solidFill>
              </a:rPr>
              <a:t>- Portable factory </a:t>
            </a:r>
            <a:r>
              <a:rPr lang="en-US" sz="2430" dirty="0" err="1">
                <a:solidFill>
                  <a:srgbClr val="FFFFCC"/>
                </a:solidFill>
              </a:rPr>
              <a:t>equipments</a:t>
            </a:r>
            <a:r>
              <a:rPr lang="en-US" sz="2430" dirty="0">
                <a:solidFill>
                  <a:srgbClr val="FFFFCC"/>
                </a:solidFill>
              </a:rPr>
              <a:t> and tools (hand</a:t>
            </a:r>
            <a:endParaRPr lang="en-US" dirty="0"/>
          </a:p>
          <a:p>
            <a:pPr algn="l">
              <a:lnSpc>
                <a:spcPct val="95000"/>
              </a:lnSpc>
              <a:spcBef>
                <a:spcPct val="0"/>
              </a:spcBef>
            </a:pPr>
            <a:r>
              <a:rPr lang="en-US" sz="2430" dirty="0">
                <a:solidFill>
                  <a:srgbClr val="FFFFCC"/>
                </a:solidFill>
              </a:rPr>
              <a:t>tools, lift trucks)</a:t>
            </a:r>
            <a:endParaRPr lang="en-US" dirty="0"/>
          </a:p>
          <a:p>
            <a:pPr algn="l">
              <a:lnSpc>
                <a:spcPct val="95000"/>
              </a:lnSpc>
              <a:spcBef>
                <a:spcPct val="0"/>
              </a:spcBef>
            </a:pPr>
            <a:r>
              <a:rPr lang="en-US" sz="2430" dirty="0">
                <a:solidFill>
                  <a:srgbClr val="FFFFCC"/>
                </a:solidFill>
              </a:rPr>
              <a:t>- Office </a:t>
            </a:r>
            <a:r>
              <a:rPr lang="en-US" sz="2430" dirty="0" err="1">
                <a:solidFill>
                  <a:srgbClr val="FFFFCC"/>
                </a:solidFill>
              </a:rPr>
              <a:t>equipments</a:t>
            </a:r>
            <a:r>
              <a:rPr lang="en-US" sz="2430" dirty="0">
                <a:solidFill>
                  <a:srgbClr val="FFFFCC"/>
                </a:solidFill>
              </a:rPr>
              <a:t> ( computers, fax machines, desks)</a:t>
            </a:r>
            <a:endParaRPr lang="en-US" dirty="0"/>
          </a:p>
          <a:p>
            <a:pPr algn="l">
              <a:lnSpc>
                <a:spcPct val="95000"/>
              </a:lnSpc>
              <a:spcBef>
                <a:spcPct val="0"/>
              </a:spcBef>
            </a:pPr>
            <a:endParaRPr lang="en-US" sz="2430" dirty="0">
              <a:solidFill>
                <a:srgbClr val="FFFFCC"/>
              </a:solidFill>
            </a:endParaRPr>
          </a:p>
        </p:txBody>
      </p:sp>
    </p:spTree>
    <p:extLst>
      <p:ext uri="{BB962C8B-B14F-4D97-AF65-F5344CB8AC3E}">
        <p14:creationId xmlns:p14="http://schemas.microsoft.com/office/powerpoint/2010/main" xmlns="" val="318401865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subTitle" idx="1"/>
          </p:nvPr>
        </p:nvSpPr>
        <p:spPr>
          <a:xfrm>
            <a:off x="548640" y="548640"/>
            <a:ext cx="9393555" cy="5502117"/>
          </a:xfrm>
        </p:spPr>
        <p:txBody>
          <a:bodyPr vert="horz" lIns="0" tIns="0" rIns="0" bIns="0" rtlCol="0">
            <a:normAutofit/>
          </a:bodyPr>
          <a:lstStyle/>
          <a:p>
            <a:pPr algn="l">
              <a:lnSpc>
                <a:spcPct val="95000"/>
              </a:lnSpc>
              <a:spcBef>
                <a:spcPct val="0"/>
              </a:spcBef>
            </a:pPr>
            <a:r>
              <a:rPr lang="en-US" sz="2430" dirty="0">
                <a:solidFill>
                  <a:srgbClr val="FFFFCC"/>
                </a:solidFill>
              </a:rPr>
              <a:t>c. </a:t>
            </a:r>
            <a:r>
              <a:rPr lang="en-US" sz="2430" b="1" u="sng" dirty="0">
                <a:solidFill>
                  <a:srgbClr val="FFFFCC"/>
                </a:solidFill>
              </a:rPr>
              <a:t>Supplies and Services:</a:t>
            </a:r>
          </a:p>
          <a:p>
            <a:pPr algn="l">
              <a:lnSpc>
                <a:spcPct val="95000"/>
              </a:lnSpc>
              <a:spcBef>
                <a:spcPct val="0"/>
              </a:spcBef>
            </a:pPr>
            <a:endParaRPr lang="en-US" dirty="0"/>
          </a:p>
          <a:p>
            <a:pPr algn="l">
              <a:lnSpc>
                <a:spcPct val="95000"/>
              </a:lnSpc>
              <a:spcBef>
                <a:spcPct val="0"/>
              </a:spcBef>
            </a:pPr>
            <a:r>
              <a:rPr lang="en-US" sz="2430" dirty="0">
                <a:solidFill>
                  <a:srgbClr val="FFFFCC"/>
                </a:solidFill>
              </a:rPr>
              <a:t>- Are convenience products</a:t>
            </a:r>
            <a:endParaRPr lang="en-US" dirty="0"/>
          </a:p>
          <a:p>
            <a:pPr algn="l">
              <a:lnSpc>
                <a:spcPct val="95000"/>
              </a:lnSpc>
              <a:spcBef>
                <a:spcPct val="0"/>
              </a:spcBef>
            </a:pPr>
            <a:r>
              <a:rPr lang="en-US" sz="2430" dirty="0" err="1">
                <a:solidFill>
                  <a:srgbClr val="FFFFCC"/>
                </a:solidFill>
              </a:rPr>
              <a:t>i</a:t>
            </a:r>
            <a:r>
              <a:rPr lang="en-US" sz="2430" dirty="0">
                <a:solidFill>
                  <a:srgbClr val="FFFFCC"/>
                </a:solidFill>
              </a:rPr>
              <a:t>. Supplies</a:t>
            </a:r>
            <a:endParaRPr lang="en-US" dirty="0"/>
          </a:p>
          <a:p>
            <a:pPr algn="l">
              <a:lnSpc>
                <a:spcPct val="95000"/>
              </a:lnSpc>
              <a:spcBef>
                <a:spcPct val="0"/>
              </a:spcBef>
            </a:pPr>
            <a:r>
              <a:rPr lang="en-US" sz="2430" dirty="0">
                <a:solidFill>
                  <a:srgbClr val="FFFFCC"/>
                </a:solidFill>
              </a:rPr>
              <a:t>- Operating supplies (Lubricants, coal,</a:t>
            </a:r>
            <a:endParaRPr lang="en-US" dirty="0"/>
          </a:p>
          <a:p>
            <a:pPr algn="l">
              <a:lnSpc>
                <a:spcPct val="95000"/>
              </a:lnSpc>
              <a:spcBef>
                <a:spcPct val="0"/>
              </a:spcBef>
            </a:pPr>
            <a:r>
              <a:rPr lang="en-US" sz="2430" dirty="0">
                <a:solidFill>
                  <a:srgbClr val="FFFFCC"/>
                </a:solidFill>
              </a:rPr>
              <a:t>paper, pencil)</a:t>
            </a:r>
            <a:endParaRPr lang="en-US" dirty="0"/>
          </a:p>
          <a:p>
            <a:pPr algn="l">
              <a:lnSpc>
                <a:spcPct val="95000"/>
              </a:lnSpc>
              <a:spcBef>
                <a:spcPct val="0"/>
              </a:spcBef>
            </a:pPr>
            <a:r>
              <a:rPr lang="en-US" sz="2430" dirty="0">
                <a:solidFill>
                  <a:srgbClr val="FFFFCC"/>
                </a:solidFill>
              </a:rPr>
              <a:t>- Repair and maintenance (paint, nails, </a:t>
            </a:r>
            <a:endParaRPr lang="en-US" dirty="0"/>
          </a:p>
          <a:p>
            <a:pPr algn="l">
              <a:lnSpc>
                <a:spcPct val="95000"/>
              </a:lnSpc>
              <a:spcBef>
                <a:spcPct val="0"/>
              </a:spcBef>
            </a:pPr>
            <a:r>
              <a:rPr lang="en-US" sz="2430" dirty="0">
                <a:solidFill>
                  <a:srgbClr val="FFFFCC"/>
                </a:solidFill>
              </a:rPr>
              <a:t>brooms)</a:t>
            </a:r>
            <a:endParaRPr lang="en-US" dirty="0"/>
          </a:p>
          <a:p>
            <a:pPr algn="l">
              <a:lnSpc>
                <a:spcPct val="95000"/>
              </a:lnSpc>
              <a:spcBef>
                <a:spcPct val="0"/>
              </a:spcBef>
            </a:pPr>
            <a:r>
              <a:rPr lang="en-US" sz="2430" dirty="0">
                <a:solidFill>
                  <a:srgbClr val="FFFFCC"/>
                </a:solidFill>
              </a:rPr>
              <a:t>ii. Services</a:t>
            </a:r>
            <a:endParaRPr lang="en-US" dirty="0"/>
          </a:p>
          <a:p>
            <a:pPr algn="l">
              <a:lnSpc>
                <a:spcPct val="95000"/>
              </a:lnSpc>
              <a:spcBef>
                <a:spcPct val="0"/>
              </a:spcBef>
            </a:pPr>
            <a:r>
              <a:rPr lang="en-US" sz="2430" dirty="0">
                <a:solidFill>
                  <a:srgbClr val="FFFFCC"/>
                </a:solidFill>
              </a:rPr>
              <a:t>- Maintenance and repair services (window clearing, computer repair)</a:t>
            </a:r>
            <a:endParaRPr lang="en-US" dirty="0"/>
          </a:p>
          <a:p>
            <a:pPr algn="l">
              <a:lnSpc>
                <a:spcPct val="95000"/>
              </a:lnSpc>
              <a:spcBef>
                <a:spcPct val="0"/>
              </a:spcBef>
            </a:pPr>
            <a:r>
              <a:rPr lang="en-US" sz="2430" dirty="0">
                <a:solidFill>
                  <a:srgbClr val="FFFFCC"/>
                </a:solidFill>
              </a:rPr>
              <a:t>- Business advisory services ( legal, management, consulting, advertising) </a:t>
            </a:r>
            <a:endParaRPr lang="en-US" dirty="0"/>
          </a:p>
          <a:p>
            <a:pPr algn="l">
              <a:lnSpc>
                <a:spcPct val="95000"/>
              </a:lnSpc>
              <a:spcBef>
                <a:spcPct val="0"/>
              </a:spcBef>
            </a:pPr>
            <a:endParaRPr lang="en-US" sz="2430" dirty="0">
              <a:solidFill>
                <a:srgbClr val="FFFFCC"/>
              </a:solidFill>
            </a:endParaRPr>
          </a:p>
          <a:p>
            <a:pPr algn="l">
              <a:lnSpc>
                <a:spcPct val="95000"/>
              </a:lnSpc>
              <a:spcBef>
                <a:spcPct val="0"/>
              </a:spcBef>
            </a:pPr>
            <a:endParaRPr lang="en-US" sz="2430" dirty="0">
              <a:solidFill>
                <a:srgbClr val="FFFFCC"/>
              </a:solidFill>
            </a:endParaRPr>
          </a:p>
          <a:p>
            <a:pPr algn="l">
              <a:lnSpc>
                <a:spcPct val="95000"/>
              </a:lnSpc>
              <a:spcBef>
                <a:spcPct val="0"/>
              </a:spcBef>
            </a:pPr>
            <a:endParaRPr lang="en-US" sz="2430" dirty="0">
              <a:solidFill>
                <a:srgbClr val="FFFFCC"/>
              </a:solidFill>
            </a:endParaRPr>
          </a:p>
        </p:txBody>
      </p:sp>
    </p:spTree>
    <p:extLst>
      <p:ext uri="{BB962C8B-B14F-4D97-AF65-F5344CB8AC3E}">
        <p14:creationId xmlns:p14="http://schemas.microsoft.com/office/powerpoint/2010/main" xmlns="" val="372466471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Based on  Social Benefit products can be classified as:</a:t>
            </a:r>
            <a:br>
              <a:rPr lang="en-US" dirty="0"/>
            </a:br>
            <a:endParaRPr lang="en-US" dirty="0"/>
          </a:p>
        </p:txBody>
      </p:sp>
      <p:sp>
        <p:nvSpPr>
          <p:cNvPr id="3" name="Content Placeholder 2"/>
          <p:cNvSpPr>
            <a:spLocks noGrp="1"/>
          </p:cNvSpPr>
          <p:nvPr>
            <p:ph idx="1"/>
          </p:nvPr>
        </p:nvSpPr>
        <p:spPr/>
        <p:txBody>
          <a:bodyPr/>
          <a:lstStyle/>
          <a:p>
            <a:pPr marL="342900" indent="-342900">
              <a:buAutoNum type="arabicPeriod"/>
            </a:pPr>
            <a:r>
              <a:rPr lang="en-US" sz="3600" dirty="0"/>
              <a:t>Pleasing products.</a:t>
            </a:r>
          </a:p>
          <a:p>
            <a:pPr marL="342900" indent="-342900">
              <a:buAutoNum type="arabicPeriod"/>
            </a:pPr>
            <a:r>
              <a:rPr lang="en-US" sz="3600" dirty="0"/>
              <a:t>Deficient Products</a:t>
            </a:r>
          </a:p>
          <a:p>
            <a:pPr marL="342900" indent="-342900">
              <a:buAutoNum type="arabicPeriod"/>
            </a:pPr>
            <a:r>
              <a:rPr lang="en-US" sz="3600" dirty="0"/>
              <a:t>Salutary Products</a:t>
            </a:r>
          </a:p>
          <a:p>
            <a:pPr marL="342900" indent="-342900">
              <a:buAutoNum type="arabicPeriod"/>
            </a:pPr>
            <a:r>
              <a:rPr lang="en-US" sz="3600" dirty="0"/>
              <a:t>Desirable Product</a:t>
            </a:r>
          </a:p>
          <a:p>
            <a:endParaRPr lang="en-US"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 Pleasing Products:</a:t>
            </a:r>
          </a:p>
        </p:txBody>
      </p:sp>
      <p:sp>
        <p:nvSpPr>
          <p:cNvPr id="3" name="Content Placeholder 2"/>
          <p:cNvSpPr>
            <a:spLocks noGrp="1"/>
          </p:cNvSpPr>
          <p:nvPr>
            <p:ph idx="1"/>
          </p:nvPr>
        </p:nvSpPr>
        <p:spPr/>
        <p:txBody>
          <a:bodyPr/>
          <a:lstStyle/>
          <a:p>
            <a:pPr>
              <a:buNone/>
            </a:pPr>
            <a:r>
              <a:rPr lang="en-US" dirty="0"/>
              <a:t>	These </a:t>
            </a:r>
            <a:r>
              <a:rPr lang="en-US" b="1" dirty="0"/>
              <a:t>products</a:t>
            </a:r>
            <a:r>
              <a:rPr lang="en-US" dirty="0"/>
              <a:t> have short run consumer benefits but high degree of immediate gratification. These </a:t>
            </a:r>
            <a:r>
              <a:rPr lang="en-US" b="1" dirty="0"/>
              <a:t>products</a:t>
            </a:r>
            <a:r>
              <a:rPr lang="en-US" dirty="0"/>
              <a:t> may hurt consumers in the long run.</a:t>
            </a:r>
          </a:p>
          <a:p>
            <a:pPr>
              <a:buNone/>
            </a:pPr>
            <a:r>
              <a:rPr lang="en-US" dirty="0"/>
              <a:t>	</a:t>
            </a:r>
            <a:r>
              <a:rPr lang="en-US" b="1" dirty="0"/>
              <a:t>Example: - </a:t>
            </a:r>
            <a:r>
              <a:rPr lang="en-US" dirty="0"/>
              <a:t>Cigarettes, junk food etc.</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041644"/>
          </a:xfrm>
        </p:spPr>
        <p:txBody>
          <a:bodyPr>
            <a:normAutofit fontScale="90000"/>
          </a:bodyPr>
          <a:lstStyle/>
          <a:p>
            <a:r>
              <a:rPr lang="en-US" dirty="0"/>
              <a:t/>
            </a:r>
            <a:br>
              <a:rPr lang="en-US" dirty="0"/>
            </a:br>
            <a:r>
              <a:rPr lang="en-US" dirty="0"/>
              <a:t>2. Deficient Products</a:t>
            </a:r>
            <a:br>
              <a:rPr lang="en-US" dirty="0"/>
            </a:br>
            <a:endParaRPr lang="en-US" dirty="0"/>
          </a:p>
        </p:txBody>
      </p:sp>
      <p:sp>
        <p:nvSpPr>
          <p:cNvPr id="3" name="Content Placeholder 2"/>
          <p:cNvSpPr>
            <a:spLocks noGrp="1"/>
          </p:cNvSpPr>
          <p:nvPr>
            <p:ph idx="1"/>
          </p:nvPr>
        </p:nvSpPr>
        <p:spPr/>
        <p:txBody>
          <a:bodyPr/>
          <a:lstStyle/>
          <a:p>
            <a:pPr algn="just">
              <a:buNone/>
            </a:pPr>
            <a:r>
              <a:rPr lang="en-US" dirty="0"/>
              <a:t>	</a:t>
            </a:r>
            <a:r>
              <a:rPr lang="en-US" sz="2800" dirty="0"/>
              <a:t>There are the products which are not of utmost quality. The companies produce these products intentionally with a view to induce consumers to purchase the goods and services regularly.</a:t>
            </a:r>
          </a:p>
          <a:p>
            <a:pPr>
              <a:buNone/>
            </a:pPr>
            <a:endParaRPr lang="en-US" dirty="0"/>
          </a:p>
          <a:p>
            <a:pPr>
              <a:buNone/>
            </a:pPr>
            <a:r>
              <a:rPr lang="en-US" dirty="0"/>
              <a:t>Examples: Low quality sleeping pills,  Low quality pesticides, Low quality medicines etc</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 Salutary Products</a:t>
            </a:r>
          </a:p>
        </p:txBody>
      </p:sp>
      <p:sp>
        <p:nvSpPr>
          <p:cNvPr id="3" name="Content Placeholder 2"/>
          <p:cNvSpPr>
            <a:spLocks noGrp="1"/>
          </p:cNvSpPr>
          <p:nvPr>
            <p:ph idx="1"/>
          </p:nvPr>
        </p:nvSpPr>
        <p:spPr/>
        <p:txBody>
          <a:bodyPr/>
          <a:lstStyle/>
          <a:p>
            <a:pPr algn="just">
              <a:buNone/>
            </a:pPr>
            <a:r>
              <a:rPr lang="en-US" b="1" dirty="0"/>
              <a:t>	</a:t>
            </a:r>
            <a:r>
              <a:rPr lang="en-US" sz="3200" b="1" dirty="0"/>
              <a:t>Salutary products</a:t>
            </a:r>
            <a:r>
              <a:rPr lang="en-US" sz="3200" dirty="0"/>
              <a:t> are the </a:t>
            </a:r>
            <a:r>
              <a:rPr lang="en-US" sz="3200" b="1" dirty="0"/>
              <a:t>products</a:t>
            </a:r>
            <a:r>
              <a:rPr lang="en-US" sz="3200" dirty="0"/>
              <a:t> that have low appeal but may benefit consumers in the long run. These products do not provide immediate satisfaction hence the degree of overall market acceptance of these products is limited.</a:t>
            </a:r>
          </a:p>
          <a:p>
            <a:pPr>
              <a:buNone/>
            </a:pPr>
            <a:r>
              <a:rPr lang="en-US" dirty="0"/>
              <a:t>	Examples:  Seat belts, Air bags etc.</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4 Desirable Products:</a:t>
            </a:r>
          </a:p>
        </p:txBody>
      </p:sp>
      <p:sp>
        <p:nvSpPr>
          <p:cNvPr id="3" name="Content Placeholder 2"/>
          <p:cNvSpPr>
            <a:spLocks noGrp="1"/>
          </p:cNvSpPr>
          <p:nvPr>
            <p:ph idx="1"/>
          </p:nvPr>
        </p:nvSpPr>
        <p:spPr>
          <a:xfrm>
            <a:off x="838200" y="1392702"/>
            <a:ext cx="10515600" cy="5078436"/>
          </a:xfrm>
        </p:spPr>
        <p:txBody>
          <a:bodyPr/>
          <a:lstStyle/>
          <a:p>
            <a:pPr algn="just">
              <a:buNone/>
            </a:pPr>
            <a:r>
              <a:rPr lang="en-US" dirty="0"/>
              <a:t>	</a:t>
            </a:r>
            <a:r>
              <a:rPr lang="en-US" sz="2800" dirty="0"/>
              <a:t>This is a concept of societal marketing which says that the products should not just be made for profit, but for the benefit of consumers and the society as a whole. It propagates that a good product should have a two-fold aim:</a:t>
            </a:r>
          </a:p>
          <a:p>
            <a:pPr algn="just"/>
            <a:r>
              <a:rPr lang="en-US" sz="2800" dirty="0"/>
              <a:t>1. To satisfy the consumers immediate requirements and provide satisfaction</a:t>
            </a:r>
          </a:p>
          <a:p>
            <a:pPr algn="just"/>
            <a:r>
              <a:rPr lang="en-US" sz="2800" dirty="0"/>
              <a:t>2. To take care of the benefit of society in the long run</a:t>
            </a:r>
          </a:p>
          <a:p>
            <a:pPr>
              <a:buNone/>
            </a:pPr>
            <a:r>
              <a:rPr lang="en-US" dirty="0"/>
              <a:t>	Example: Body shop products which can protect cancer, skin psoriasis etc./ Mouth fresheners / Hygiene products etc. </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07183"/>
          </a:xfrm>
        </p:spPr>
        <p:txBody>
          <a:bodyPr/>
          <a:lstStyle/>
          <a:p>
            <a:r>
              <a:rPr lang="en-IN" dirty="0">
                <a:latin typeface="Times New Roman" pitchFamily="18" charset="0"/>
                <a:cs typeface="Times New Roman" pitchFamily="18" charset="0"/>
              </a:rPr>
              <a:t>Product Hierarchy</a:t>
            </a:r>
          </a:p>
        </p:txBody>
      </p:sp>
      <p:pic>
        <p:nvPicPr>
          <p:cNvPr id="3" name="Picture 2"/>
          <p:cNvPicPr>
            <a:picLocks noChangeAspect="1" noChangeArrowheads="1"/>
          </p:cNvPicPr>
          <p:nvPr/>
        </p:nvPicPr>
        <p:blipFill>
          <a:blip r:embed="rId2"/>
          <a:srcRect/>
          <a:stretch>
            <a:fillRect/>
          </a:stretch>
        </p:blipFill>
        <p:spPr bwMode="auto">
          <a:xfrm>
            <a:off x="6940287" y="1608138"/>
            <a:ext cx="2943225" cy="4010025"/>
          </a:xfrm>
          <a:prstGeom prst="rect">
            <a:avLst/>
          </a:prstGeom>
          <a:noFill/>
          <a:ln w="9525">
            <a:noFill/>
            <a:miter lim="800000"/>
            <a:headEnd/>
            <a:tailEnd/>
          </a:ln>
          <a:effectLst/>
        </p:spPr>
      </p:pic>
      <p:pic>
        <p:nvPicPr>
          <p:cNvPr id="1027" name="Picture 3"/>
          <p:cNvPicPr>
            <a:picLocks noChangeAspect="1" noChangeArrowheads="1"/>
          </p:cNvPicPr>
          <p:nvPr/>
        </p:nvPicPr>
        <p:blipFill>
          <a:blip r:embed="rId3"/>
          <a:srcRect/>
          <a:stretch>
            <a:fillRect/>
          </a:stretch>
        </p:blipFill>
        <p:spPr bwMode="auto">
          <a:xfrm>
            <a:off x="220219" y="1436904"/>
            <a:ext cx="2862846" cy="1654252"/>
          </a:xfrm>
          <a:prstGeom prst="rect">
            <a:avLst/>
          </a:prstGeom>
          <a:noFill/>
          <a:ln w="9525">
            <a:noFill/>
            <a:miter lim="800000"/>
            <a:headEnd/>
            <a:tailEnd/>
          </a:ln>
          <a:effectLst/>
        </p:spPr>
      </p:pic>
      <p:pic>
        <p:nvPicPr>
          <p:cNvPr id="1028" name="Picture 4"/>
          <p:cNvPicPr>
            <a:picLocks noChangeAspect="1" noChangeArrowheads="1"/>
          </p:cNvPicPr>
          <p:nvPr/>
        </p:nvPicPr>
        <p:blipFill>
          <a:blip r:embed="rId4"/>
          <a:srcRect/>
          <a:stretch>
            <a:fillRect/>
          </a:stretch>
        </p:blipFill>
        <p:spPr bwMode="auto">
          <a:xfrm>
            <a:off x="1063606" y="1619559"/>
            <a:ext cx="5907088" cy="4019550"/>
          </a:xfrm>
          <a:prstGeom prst="rect">
            <a:avLst/>
          </a:prstGeom>
          <a:noFill/>
          <a:ln w="9525">
            <a:noFill/>
            <a:miter lim="800000"/>
            <a:headEnd/>
            <a:tailEnd/>
          </a:ln>
          <a:effectLst/>
        </p:spPr>
      </p:pic>
    </p:spTree>
    <p:extLst>
      <p:ext uri="{BB962C8B-B14F-4D97-AF65-F5344CB8AC3E}">
        <p14:creationId xmlns:p14="http://schemas.microsoft.com/office/powerpoint/2010/main" xmlns="" val="11967249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28"/>
                                        </p:tgtEl>
                                        <p:attrNameLst>
                                          <p:attrName>style.visibility</p:attrName>
                                        </p:attrNameLst>
                                      </p:cBhvr>
                                      <p:to>
                                        <p:strVal val="visible"/>
                                      </p:to>
                                    </p:set>
                                    <p:anim calcmode="lin" valueType="num">
                                      <p:cBhvr additive="base">
                                        <p:cTn id="7" dur="500" fill="hold"/>
                                        <p:tgtEl>
                                          <p:spTgt spid="1028"/>
                                        </p:tgtEl>
                                        <p:attrNameLst>
                                          <p:attrName>ppt_x</p:attrName>
                                        </p:attrNameLst>
                                      </p:cBhvr>
                                      <p:tavLst>
                                        <p:tav tm="0">
                                          <p:val>
                                            <p:strVal val="#ppt_x"/>
                                          </p:val>
                                        </p:tav>
                                        <p:tav tm="100000">
                                          <p:val>
                                            <p:strVal val="#ppt_x"/>
                                          </p:val>
                                        </p:tav>
                                      </p:tavLst>
                                    </p:anim>
                                    <p:anim calcmode="lin" valueType="num">
                                      <p:cBhvr additive="base">
                                        <p:cTn id="8" dur="500" fill="hold"/>
                                        <p:tgtEl>
                                          <p:spTgt spid="102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027"/>
                                        </p:tgtEl>
                                        <p:attrNameLst>
                                          <p:attrName>style.visibility</p:attrName>
                                        </p:attrNameLst>
                                      </p:cBhvr>
                                      <p:to>
                                        <p:strVal val="visible"/>
                                      </p:to>
                                    </p:set>
                                    <p:anim calcmode="lin" valueType="num">
                                      <p:cBhvr additive="base">
                                        <p:cTn id="13" dur="500" fill="hold"/>
                                        <p:tgtEl>
                                          <p:spTgt spid="1027"/>
                                        </p:tgtEl>
                                        <p:attrNameLst>
                                          <p:attrName>ppt_x</p:attrName>
                                        </p:attrNameLst>
                                      </p:cBhvr>
                                      <p:tavLst>
                                        <p:tav tm="0">
                                          <p:val>
                                            <p:strVal val="#ppt_x"/>
                                          </p:val>
                                        </p:tav>
                                        <p:tav tm="100000">
                                          <p:val>
                                            <p:strVal val="#ppt_x"/>
                                          </p:val>
                                        </p:tav>
                                      </p:tavLst>
                                    </p:anim>
                                    <p:anim calcmode="lin" valueType="num">
                                      <p:cBhvr additive="base">
                                        <p:cTn id="14" dur="500" fill="hold"/>
                                        <p:tgtEl>
                                          <p:spTgt spid="102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ppt_x"/>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785363"/>
          </a:xfrm>
        </p:spPr>
        <p:txBody>
          <a:bodyPr/>
          <a:lstStyle/>
          <a:p>
            <a:r>
              <a:rPr lang="en-IN" dirty="0" smtClean="0">
                <a:latin typeface="Times New Roman" pitchFamily="18" charset="0"/>
                <a:cs typeface="Times New Roman" pitchFamily="18" charset="0"/>
              </a:rPr>
              <a:t>Importance of </a:t>
            </a:r>
            <a:r>
              <a:rPr lang="en-IN" smtClean="0">
                <a:latin typeface="Times New Roman" pitchFamily="18" charset="0"/>
                <a:cs typeface="Times New Roman" pitchFamily="18" charset="0"/>
              </a:rPr>
              <a:t>product hierarchy</a:t>
            </a:r>
            <a:endParaRPr lang="en-US" dirty="0">
              <a:latin typeface="Times New Roman" pitchFamily="18" charset="0"/>
              <a:cs typeface="Times New Roman" pitchFamily="18" charset="0"/>
            </a:endParaRPr>
          </a:p>
        </p:txBody>
      </p:sp>
      <p:sp>
        <p:nvSpPr>
          <p:cNvPr id="4" name="Rectangle 3"/>
          <p:cNvSpPr/>
          <p:nvPr/>
        </p:nvSpPr>
        <p:spPr>
          <a:xfrm>
            <a:off x="590719" y="1691235"/>
            <a:ext cx="10899971" cy="2862322"/>
          </a:xfrm>
          <a:prstGeom prst="rect">
            <a:avLst/>
          </a:prstGeom>
        </p:spPr>
        <p:txBody>
          <a:bodyPr wrap="square">
            <a:spAutoFit/>
          </a:bodyPr>
          <a:lstStyle/>
          <a:p>
            <a:pPr>
              <a:buFont typeface="Wingdings" pitchFamily="2" charset="2"/>
              <a:buChar char="§"/>
            </a:pPr>
            <a:r>
              <a:rPr lang="en-US" sz="3600" dirty="0" smtClean="0">
                <a:latin typeface="Times New Roman" pitchFamily="18" charset="0"/>
                <a:cs typeface="Times New Roman" pitchFamily="18" charset="0"/>
              </a:rPr>
              <a:t>Helps </a:t>
            </a:r>
            <a:r>
              <a:rPr lang="en-US" sz="3600" dirty="0" smtClean="0">
                <a:latin typeface="Times New Roman" pitchFamily="18" charset="0"/>
                <a:cs typeface="Times New Roman" pitchFamily="18" charset="0"/>
              </a:rPr>
              <a:t>marketers identify competition at different levels</a:t>
            </a:r>
          </a:p>
          <a:p>
            <a:pPr>
              <a:buFont typeface="Wingdings" pitchFamily="2" charset="2"/>
              <a:buChar char="§"/>
            </a:pPr>
            <a:r>
              <a:rPr lang="en-US" sz="3600" dirty="0" smtClean="0">
                <a:latin typeface="Times New Roman" pitchFamily="18" charset="0"/>
                <a:cs typeface="Times New Roman" pitchFamily="18" charset="0"/>
              </a:rPr>
              <a:t>Aids in product positioning and branding</a:t>
            </a:r>
          </a:p>
          <a:p>
            <a:pPr>
              <a:buFont typeface="Wingdings" pitchFamily="2" charset="2"/>
              <a:buChar char="§"/>
            </a:pPr>
            <a:r>
              <a:rPr lang="en-US" sz="3600" dirty="0" smtClean="0">
                <a:latin typeface="Times New Roman" pitchFamily="18" charset="0"/>
                <a:cs typeface="Times New Roman" pitchFamily="18" charset="0"/>
              </a:rPr>
              <a:t>Supports strategic decisions on diversification and line extensions</a:t>
            </a:r>
          </a:p>
          <a:p>
            <a:pPr>
              <a:buFont typeface="Wingdings" pitchFamily="2" charset="2"/>
              <a:buChar char="§"/>
            </a:pPr>
            <a:r>
              <a:rPr lang="en-US" sz="3600" dirty="0" smtClean="0">
                <a:latin typeface="Times New Roman" pitchFamily="18" charset="0"/>
                <a:cs typeface="Times New Roman" pitchFamily="18" charset="0"/>
              </a:rPr>
              <a:t>Useful for consumer behavior analysis</a:t>
            </a:r>
            <a:endParaRPr lang="en-US" sz="3600" dirty="0">
              <a:latin typeface="Times New Roman" pitchFamily="18" charset="0"/>
              <a:cs typeface="Times New Roman"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2C46F74-A7F5-B730-2A8C-9DFAA3C46DD2}"/>
              </a:ext>
            </a:extLst>
          </p:cNvPr>
          <p:cNvSpPr>
            <a:spLocks noGrp="1"/>
          </p:cNvSpPr>
          <p:nvPr>
            <p:ph type="title"/>
          </p:nvPr>
        </p:nvSpPr>
        <p:spPr>
          <a:xfrm>
            <a:off x="646111" y="1902697"/>
            <a:ext cx="9404723" cy="1400530"/>
          </a:xfrm>
        </p:spPr>
        <p:txBody>
          <a:bodyPr/>
          <a:lstStyle/>
          <a:p>
            <a:r>
              <a:rPr lang="en-US" dirty="0"/>
              <a:t>Exercise:</a:t>
            </a:r>
            <a:br>
              <a:rPr lang="en-US" dirty="0"/>
            </a:br>
            <a:r>
              <a:rPr lang="en-US" dirty="0"/>
              <a:t>Place the Bru Coffee in Product Hierarchy</a:t>
            </a:r>
            <a:endParaRPr lang="en-IN" dirty="0"/>
          </a:p>
        </p:txBody>
      </p:sp>
    </p:spTree>
    <p:extLst>
      <p:ext uri="{BB962C8B-B14F-4D97-AF65-F5344CB8AC3E}">
        <p14:creationId xmlns:p14="http://schemas.microsoft.com/office/powerpoint/2010/main" xmlns="" val="104738984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2CFD8F85-CF76-98A6-6E82-79E4CA13A24E}"/>
              </a:ext>
            </a:extLst>
          </p:cNvPr>
          <p:cNvPicPr>
            <a:picLocks noChangeAspect="1"/>
          </p:cNvPicPr>
          <p:nvPr/>
        </p:nvPicPr>
        <p:blipFill>
          <a:blip r:embed="rId2"/>
          <a:stretch>
            <a:fillRect/>
          </a:stretch>
        </p:blipFill>
        <p:spPr>
          <a:xfrm>
            <a:off x="352697" y="352697"/>
            <a:ext cx="11247119" cy="6204857"/>
          </a:xfrm>
          <a:prstGeom prst="rect">
            <a:avLst/>
          </a:prstGeom>
        </p:spPr>
      </p:pic>
    </p:spTree>
    <p:extLst>
      <p:ext uri="{BB962C8B-B14F-4D97-AF65-F5344CB8AC3E}">
        <p14:creationId xmlns:p14="http://schemas.microsoft.com/office/powerpoint/2010/main" xmlns="" val="72576696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pPr eaLnBrk="1" hangingPunct="1"/>
            <a:r>
              <a:rPr lang="en-US"/>
              <a:t>What is product-mix ?   </a:t>
            </a:r>
          </a:p>
        </p:txBody>
      </p:sp>
      <p:sp>
        <p:nvSpPr>
          <p:cNvPr id="5123" name="Rectangle 3"/>
          <p:cNvSpPr>
            <a:spLocks noGrp="1" noChangeArrowheads="1"/>
          </p:cNvSpPr>
          <p:nvPr>
            <p:ph idx="1"/>
          </p:nvPr>
        </p:nvSpPr>
        <p:spPr/>
        <p:txBody>
          <a:bodyPr>
            <a:normAutofit/>
          </a:bodyPr>
          <a:lstStyle/>
          <a:p>
            <a:pPr eaLnBrk="1" hangingPunct="1">
              <a:lnSpc>
                <a:spcPct val="90000"/>
              </a:lnSpc>
            </a:pPr>
            <a:r>
              <a:rPr lang="en-US" dirty="0"/>
              <a:t>Set of all product offered for sale by a company.</a:t>
            </a:r>
          </a:p>
          <a:p>
            <a:pPr eaLnBrk="1" hangingPunct="1">
              <a:lnSpc>
                <a:spcPct val="90000"/>
              </a:lnSpc>
            </a:pPr>
            <a:r>
              <a:rPr lang="en-US" dirty="0"/>
              <a:t>It consist of various product line.</a:t>
            </a:r>
          </a:p>
          <a:p>
            <a:pPr eaLnBrk="1" hangingPunct="1">
              <a:lnSpc>
                <a:spcPct val="90000"/>
              </a:lnSpc>
            </a:pPr>
            <a:r>
              <a:rPr lang="en-US" dirty="0"/>
              <a:t>Any company’s product mix has four dimension :      </a:t>
            </a:r>
          </a:p>
          <a:p>
            <a:pPr eaLnBrk="1" hangingPunct="1">
              <a:lnSpc>
                <a:spcPct val="90000"/>
              </a:lnSpc>
              <a:buFontTx/>
              <a:buNone/>
            </a:pPr>
            <a:r>
              <a:rPr lang="en-US" dirty="0"/>
              <a:t>                                      1. </a:t>
            </a:r>
            <a:r>
              <a:rPr lang="en-US" sz="2800" dirty="0"/>
              <a:t>Width</a:t>
            </a:r>
          </a:p>
          <a:p>
            <a:pPr lvl="4" eaLnBrk="1" hangingPunct="1">
              <a:lnSpc>
                <a:spcPct val="90000"/>
              </a:lnSpc>
              <a:buFont typeface="Wingdings" pitchFamily="2" charset="2"/>
              <a:buNone/>
            </a:pPr>
            <a:r>
              <a:rPr lang="en-US" sz="2800" dirty="0"/>
              <a:t>        2. Length</a:t>
            </a:r>
          </a:p>
          <a:p>
            <a:pPr lvl="4" eaLnBrk="1" hangingPunct="1">
              <a:lnSpc>
                <a:spcPct val="90000"/>
              </a:lnSpc>
              <a:buFont typeface="Wingdings" pitchFamily="2" charset="2"/>
              <a:buNone/>
            </a:pPr>
            <a:r>
              <a:rPr lang="en-US" sz="2800" dirty="0"/>
              <a:t>        3. Depth</a:t>
            </a:r>
          </a:p>
          <a:p>
            <a:pPr lvl="4" eaLnBrk="1" hangingPunct="1">
              <a:lnSpc>
                <a:spcPct val="90000"/>
              </a:lnSpc>
              <a:buFont typeface="Wingdings" pitchFamily="2" charset="2"/>
              <a:buNone/>
            </a:pPr>
            <a:r>
              <a:rPr lang="en-US" sz="2800" dirty="0"/>
              <a:t>        4. Consistency</a:t>
            </a:r>
            <a:r>
              <a:rPr lang="en-US" dirty="0"/>
              <a:t>     </a:t>
            </a: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txBox="1">
            <a:spLocks noChangeArrowheads="1"/>
          </p:cNvSpPr>
          <p:nvPr/>
        </p:nvSpPr>
        <p:spPr bwMode="auto">
          <a:xfrm>
            <a:off x="609600" y="304800"/>
            <a:ext cx="10972800" cy="6172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0"/>
              </a:spcAft>
              <a:buClrTx/>
              <a:buSzTx/>
              <a:buFontTx/>
              <a:buChar char="•"/>
              <a:tabLst/>
              <a:defRPr/>
            </a:pPr>
            <a:r>
              <a:rPr kumimoji="0" lang="en-US" sz="2800" b="0" i="0" u="none" strike="noStrike" kern="0" cap="none" spc="0" normalizeH="0" baseline="0" noProof="0" dirty="0">
                <a:ln>
                  <a:noFill/>
                </a:ln>
                <a:solidFill>
                  <a:schemeClr val="tx1"/>
                </a:solidFill>
                <a:effectLst/>
                <a:uLnTx/>
                <a:uFillTx/>
                <a:latin typeface="+mn-lt"/>
                <a:ea typeface="+mn-ea"/>
                <a:cs typeface="+mn-cs"/>
              </a:rPr>
              <a:t>Width : Number of different product lines </a:t>
            </a:r>
          </a:p>
          <a:p>
            <a:pPr marL="342900" marR="0" lvl="0" indent="-342900" algn="l" defTabSz="914400" rtl="0" eaLnBrk="1" fontAlgn="base" latinLnBrk="0" hangingPunct="1">
              <a:lnSpc>
                <a:spcPct val="100000"/>
              </a:lnSpc>
              <a:spcBef>
                <a:spcPct val="20000"/>
              </a:spcBef>
              <a:spcAft>
                <a:spcPct val="0"/>
              </a:spcAft>
              <a:buClrTx/>
              <a:buSzTx/>
              <a:buFontTx/>
              <a:buNone/>
              <a:tabLst/>
              <a:defRPr/>
            </a:pPr>
            <a:r>
              <a:rPr kumimoji="0" lang="en-US" sz="2800" b="0" i="0" u="none" strike="noStrike" kern="0" cap="none" spc="0" normalizeH="0" baseline="0" noProof="0" dirty="0">
                <a:ln>
                  <a:noFill/>
                </a:ln>
                <a:solidFill>
                  <a:schemeClr val="tx1"/>
                </a:solidFill>
                <a:effectLst/>
                <a:uLnTx/>
                <a:uFillTx/>
                <a:latin typeface="+mn-lt"/>
                <a:ea typeface="+mn-ea"/>
                <a:cs typeface="+mn-cs"/>
              </a:rPr>
              <a:t>               carries by the company.</a:t>
            </a:r>
          </a:p>
          <a:p>
            <a:pPr marL="342900" marR="0" lvl="0" indent="-342900" algn="l" defTabSz="914400" rtl="0" eaLnBrk="1" fontAlgn="base" latinLnBrk="0" hangingPunct="1">
              <a:lnSpc>
                <a:spcPct val="100000"/>
              </a:lnSpc>
              <a:spcBef>
                <a:spcPct val="20000"/>
              </a:spcBef>
              <a:spcAft>
                <a:spcPct val="0"/>
              </a:spcAft>
              <a:buClrTx/>
              <a:buSzTx/>
              <a:buFontTx/>
              <a:buChar char="•"/>
              <a:tabLst/>
              <a:defRPr/>
            </a:pPr>
            <a:r>
              <a:rPr kumimoji="0" lang="en-US" sz="2800" b="0" i="0" u="none" strike="noStrike" kern="0" cap="none" spc="0" normalizeH="0" baseline="0" noProof="0" dirty="0">
                <a:ln>
                  <a:noFill/>
                </a:ln>
                <a:solidFill>
                  <a:schemeClr val="tx1"/>
                </a:solidFill>
                <a:effectLst/>
                <a:uLnTx/>
                <a:uFillTx/>
                <a:latin typeface="+mn-lt"/>
                <a:ea typeface="+mn-ea"/>
                <a:cs typeface="+mn-cs"/>
              </a:rPr>
              <a:t> Length : Total number of items in the</a:t>
            </a:r>
          </a:p>
          <a:p>
            <a:pPr marL="342900" marR="0" lvl="0" indent="-342900" algn="l" defTabSz="914400" rtl="0" eaLnBrk="1" fontAlgn="base" latinLnBrk="0" hangingPunct="1">
              <a:lnSpc>
                <a:spcPct val="100000"/>
              </a:lnSpc>
              <a:spcBef>
                <a:spcPct val="20000"/>
              </a:spcBef>
              <a:spcAft>
                <a:spcPct val="0"/>
              </a:spcAft>
              <a:buClrTx/>
              <a:buSzTx/>
              <a:buFontTx/>
              <a:buNone/>
              <a:tabLst/>
              <a:defRPr/>
            </a:pPr>
            <a:r>
              <a:rPr kumimoji="0" lang="en-US" sz="2800" b="0" i="0" u="none" strike="noStrike" kern="0" cap="none" spc="0" normalizeH="0" baseline="0" noProof="0" dirty="0">
                <a:ln>
                  <a:noFill/>
                </a:ln>
                <a:solidFill>
                  <a:schemeClr val="tx1"/>
                </a:solidFill>
                <a:effectLst/>
                <a:uLnTx/>
                <a:uFillTx/>
                <a:latin typeface="+mn-lt"/>
                <a:ea typeface="+mn-ea"/>
                <a:cs typeface="+mn-cs"/>
              </a:rPr>
              <a:t>                product mix of the company.</a:t>
            </a:r>
          </a:p>
          <a:p>
            <a:pPr marL="342900" marR="0" lvl="0" indent="-342900" algn="l" defTabSz="914400" rtl="0" eaLnBrk="1" fontAlgn="base" latinLnBrk="0" hangingPunct="1">
              <a:lnSpc>
                <a:spcPct val="100000"/>
              </a:lnSpc>
              <a:spcBef>
                <a:spcPct val="20000"/>
              </a:spcBef>
              <a:spcAft>
                <a:spcPct val="0"/>
              </a:spcAft>
              <a:buClrTx/>
              <a:buSzTx/>
              <a:buFontTx/>
              <a:buChar char="•"/>
              <a:tabLst/>
              <a:defRPr/>
            </a:pPr>
            <a:r>
              <a:rPr kumimoji="0" lang="en-US" sz="2800" b="0" i="0" u="none" strike="noStrike" kern="0" cap="none" spc="0" normalizeH="0" baseline="0" noProof="0" dirty="0">
                <a:ln>
                  <a:noFill/>
                </a:ln>
                <a:solidFill>
                  <a:schemeClr val="tx1"/>
                </a:solidFill>
                <a:effectLst/>
                <a:uLnTx/>
                <a:uFillTx/>
                <a:latin typeface="+mn-lt"/>
                <a:ea typeface="+mn-ea"/>
                <a:cs typeface="+mn-cs"/>
              </a:rPr>
              <a:t>Depth : Assortment of size, </a:t>
            </a:r>
            <a:r>
              <a:rPr kumimoji="0" lang="en-US" sz="2800" b="0" i="0" u="none" strike="noStrike" kern="0" cap="none" spc="0" normalizeH="0" baseline="0" noProof="0" dirty="0" err="1">
                <a:ln>
                  <a:noFill/>
                </a:ln>
                <a:solidFill>
                  <a:schemeClr val="tx1"/>
                </a:solidFill>
                <a:effectLst/>
                <a:uLnTx/>
                <a:uFillTx/>
                <a:latin typeface="+mn-lt"/>
                <a:ea typeface="+mn-ea"/>
                <a:cs typeface="+mn-cs"/>
              </a:rPr>
              <a:t>colour</a:t>
            </a:r>
            <a:r>
              <a:rPr kumimoji="0" lang="en-US" sz="2800" b="0" i="0" u="none" strike="noStrike" kern="0" cap="none" spc="0" normalizeH="0" baseline="0" noProof="0" dirty="0">
                <a:ln>
                  <a:noFill/>
                </a:ln>
                <a:solidFill>
                  <a:schemeClr val="tx1"/>
                </a:solidFill>
                <a:effectLst/>
                <a:uLnTx/>
                <a:uFillTx/>
                <a:latin typeface="+mn-lt"/>
                <a:ea typeface="+mn-ea"/>
                <a:cs typeface="+mn-cs"/>
              </a:rPr>
              <a:t> and </a:t>
            </a:r>
          </a:p>
          <a:p>
            <a:pPr marL="342900" marR="0" lvl="0" indent="-342900" algn="l" defTabSz="914400" rtl="0" eaLnBrk="1" fontAlgn="base" latinLnBrk="0" hangingPunct="1">
              <a:lnSpc>
                <a:spcPct val="100000"/>
              </a:lnSpc>
              <a:spcBef>
                <a:spcPct val="20000"/>
              </a:spcBef>
              <a:spcAft>
                <a:spcPct val="0"/>
              </a:spcAft>
              <a:buClrTx/>
              <a:buSzTx/>
              <a:buFontTx/>
              <a:buNone/>
              <a:tabLst/>
              <a:defRPr/>
            </a:pPr>
            <a:r>
              <a:rPr kumimoji="0" lang="en-US" sz="2800" b="0" i="0" u="none" strike="noStrike" kern="0" cap="none" spc="0" normalizeH="0" baseline="0" noProof="0" dirty="0">
                <a:ln>
                  <a:noFill/>
                </a:ln>
                <a:solidFill>
                  <a:schemeClr val="tx1"/>
                </a:solidFill>
                <a:effectLst/>
                <a:uLnTx/>
                <a:uFillTx/>
                <a:latin typeface="+mn-lt"/>
                <a:ea typeface="+mn-ea"/>
                <a:cs typeface="+mn-cs"/>
              </a:rPr>
              <a:t>            models offered in each item of a </a:t>
            </a:r>
          </a:p>
          <a:p>
            <a:pPr marL="342900" marR="0" lvl="0" indent="-342900" algn="l" defTabSz="914400" rtl="0" eaLnBrk="1" fontAlgn="base" latinLnBrk="0" hangingPunct="1">
              <a:lnSpc>
                <a:spcPct val="100000"/>
              </a:lnSpc>
              <a:spcBef>
                <a:spcPct val="20000"/>
              </a:spcBef>
              <a:spcAft>
                <a:spcPct val="0"/>
              </a:spcAft>
              <a:buClrTx/>
              <a:buSzTx/>
              <a:buFontTx/>
              <a:buNone/>
              <a:tabLst/>
              <a:defRPr/>
            </a:pPr>
            <a:r>
              <a:rPr kumimoji="0" lang="en-US" sz="2800" b="0" i="0" u="none" strike="noStrike" kern="0" cap="none" spc="0" normalizeH="0" baseline="0" noProof="0" dirty="0">
                <a:ln>
                  <a:noFill/>
                </a:ln>
                <a:solidFill>
                  <a:schemeClr val="tx1"/>
                </a:solidFill>
                <a:effectLst/>
                <a:uLnTx/>
                <a:uFillTx/>
                <a:latin typeface="+mn-lt"/>
                <a:ea typeface="+mn-ea"/>
                <a:cs typeface="+mn-cs"/>
              </a:rPr>
              <a:t>            product line.</a:t>
            </a:r>
          </a:p>
          <a:p>
            <a:pPr marL="342900" marR="0" lvl="0" indent="-342900" algn="l" defTabSz="914400" rtl="0" eaLnBrk="1" fontAlgn="base" latinLnBrk="0" hangingPunct="1">
              <a:lnSpc>
                <a:spcPct val="100000"/>
              </a:lnSpc>
              <a:spcBef>
                <a:spcPct val="20000"/>
              </a:spcBef>
              <a:spcAft>
                <a:spcPct val="0"/>
              </a:spcAft>
              <a:buClrTx/>
              <a:buSzTx/>
              <a:buFontTx/>
              <a:buChar char="•"/>
              <a:tabLst/>
              <a:defRPr/>
            </a:pPr>
            <a:r>
              <a:rPr kumimoji="0" lang="en-US" sz="2800" b="0" i="0" u="none" strike="noStrike" kern="0" cap="none" spc="0" normalizeH="0" baseline="0" noProof="0" dirty="0">
                <a:ln>
                  <a:noFill/>
                </a:ln>
                <a:solidFill>
                  <a:schemeClr val="tx1"/>
                </a:solidFill>
                <a:effectLst/>
                <a:uLnTx/>
                <a:uFillTx/>
                <a:latin typeface="+mn-lt"/>
                <a:ea typeface="+mn-ea"/>
                <a:cs typeface="+mn-cs"/>
              </a:rPr>
              <a:t>Consistency : It refers to the relationship of</a:t>
            </a:r>
          </a:p>
          <a:p>
            <a:pPr marL="342900" marR="0" lvl="0" indent="-342900" algn="l" defTabSz="914400" rtl="0" eaLnBrk="1" fontAlgn="base" latinLnBrk="0" hangingPunct="1">
              <a:lnSpc>
                <a:spcPct val="100000"/>
              </a:lnSpc>
              <a:spcBef>
                <a:spcPct val="20000"/>
              </a:spcBef>
              <a:spcAft>
                <a:spcPct val="0"/>
              </a:spcAft>
              <a:buClrTx/>
              <a:buSzTx/>
              <a:buFontTx/>
              <a:buNone/>
              <a:tabLst/>
              <a:defRPr/>
            </a:pPr>
            <a:r>
              <a:rPr kumimoji="0" lang="en-US" sz="2800" b="0" i="0" u="none" strike="noStrike" kern="0" cap="none" spc="0" normalizeH="0" baseline="0" noProof="0" dirty="0">
                <a:ln>
                  <a:noFill/>
                </a:ln>
                <a:solidFill>
                  <a:schemeClr val="tx1"/>
                </a:solidFill>
                <a:effectLst/>
                <a:uLnTx/>
                <a:uFillTx/>
                <a:latin typeface="+mn-lt"/>
                <a:ea typeface="+mn-ea"/>
                <a:cs typeface="+mn-cs"/>
              </a:rPr>
              <a:t>                       various product line either in their                                                end use, production requirement, distribution </a:t>
            </a:r>
          </a:p>
          <a:p>
            <a:pPr marL="342900" marR="0" lvl="0" indent="-342900" algn="l" defTabSz="914400" rtl="0" eaLnBrk="1" fontAlgn="base" latinLnBrk="0" hangingPunct="1">
              <a:lnSpc>
                <a:spcPct val="100000"/>
              </a:lnSpc>
              <a:spcBef>
                <a:spcPct val="20000"/>
              </a:spcBef>
              <a:spcAft>
                <a:spcPct val="0"/>
              </a:spcAft>
              <a:buClrTx/>
              <a:buSzTx/>
              <a:buFontTx/>
              <a:buNone/>
              <a:tabLst/>
              <a:defRPr/>
            </a:pPr>
            <a:r>
              <a:rPr kumimoji="0" lang="en-US" sz="2800" b="0" i="0" u="none" strike="noStrike" kern="0" cap="none" spc="0" normalizeH="0" baseline="0" noProof="0" dirty="0">
                <a:ln>
                  <a:noFill/>
                </a:ln>
                <a:solidFill>
                  <a:schemeClr val="tx1"/>
                </a:solidFill>
                <a:effectLst/>
                <a:uLnTx/>
                <a:uFillTx/>
                <a:latin typeface="+mn-lt"/>
                <a:ea typeface="+mn-ea"/>
                <a:cs typeface="+mn-cs"/>
              </a:rPr>
              <a:t>                       channel or other way.                  </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BC4755D4-6118-2EED-5262-90891E72BD60}"/>
              </a:ext>
            </a:extLst>
          </p:cNvPr>
          <p:cNvPicPr>
            <a:picLocks noChangeAspect="1"/>
          </p:cNvPicPr>
          <p:nvPr/>
        </p:nvPicPr>
        <p:blipFill>
          <a:blip r:embed="rId2"/>
          <a:stretch>
            <a:fillRect/>
          </a:stretch>
        </p:blipFill>
        <p:spPr>
          <a:xfrm>
            <a:off x="209006" y="213922"/>
            <a:ext cx="11861074" cy="6430156"/>
          </a:xfrm>
          <a:prstGeom prst="rect">
            <a:avLst/>
          </a:prstGeom>
        </p:spPr>
      </p:pic>
    </p:spTree>
    <p:extLst>
      <p:ext uri="{BB962C8B-B14F-4D97-AF65-F5344CB8AC3E}">
        <p14:creationId xmlns:p14="http://schemas.microsoft.com/office/powerpoint/2010/main" xmlns="" val="56398008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618ACB1A-7958-C4E2-1D5A-45F40F894065}"/>
              </a:ext>
            </a:extLst>
          </p:cNvPr>
          <p:cNvPicPr>
            <a:picLocks noChangeAspect="1"/>
          </p:cNvPicPr>
          <p:nvPr/>
        </p:nvPicPr>
        <p:blipFill>
          <a:blip r:embed="rId2"/>
          <a:stretch>
            <a:fillRect/>
          </a:stretch>
        </p:blipFill>
        <p:spPr>
          <a:xfrm>
            <a:off x="0" y="0"/>
            <a:ext cx="12191999" cy="6801308"/>
          </a:xfrm>
          <a:prstGeom prst="rect">
            <a:avLst/>
          </a:prstGeom>
        </p:spPr>
      </p:pic>
    </p:spTree>
    <p:extLst>
      <p:ext uri="{BB962C8B-B14F-4D97-AF65-F5344CB8AC3E}">
        <p14:creationId xmlns:p14="http://schemas.microsoft.com/office/powerpoint/2010/main" xmlns="" val="26960349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eaLnBrk="1" hangingPunct="1"/>
            <a:r>
              <a:rPr lang="en-US" dirty="0"/>
              <a:t>PRODUCT-MIX  DESISIONS</a:t>
            </a:r>
          </a:p>
        </p:txBody>
      </p:sp>
      <p:sp>
        <p:nvSpPr>
          <p:cNvPr id="7171" name="Rectangle 3"/>
          <p:cNvSpPr>
            <a:spLocks noGrp="1" noChangeArrowheads="1"/>
          </p:cNvSpPr>
          <p:nvPr>
            <p:ph type="body" sz="half" idx="1"/>
          </p:nvPr>
        </p:nvSpPr>
        <p:spPr>
          <a:xfrm>
            <a:off x="812800" y="1369421"/>
            <a:ext cx="10421257" cy="2059579"/>
          </a:xfrm>
        </p:spPr>
        <p:txBody>
          <a:bodyPr/>
          <a:lstStyle/>
          <a:p>
            <a:pPr eaLnBrk="1" hangingPunct="1">
              <a:buFontTx/>
              <a:buNone/>
            </a:pPr>
            <a:r>
              <a:rPr lang="en-US" sz="2800" dirty="0"/>
              <a:t>A.       </a:t>
            </a:r>
            <a:r>
              <a:rPr lang="en-US" sz="2800" u="sng" dirty="0"/>
              <a:t>PRODUCT LINE ANALYSIS</a:t>
            </a:r>
          </a:p>
          <a:p>
            <a:pPr algn="just" eaLnBrk="1" hangingPunct="1">
              <a:buFontTx/>
              <a:buNone/>
            </a:pPr>
            <a:r>
              <a:rPr lang="en-US" sz="2800" dirty="0"/>
              <a:t>   Taking decision regarding whether adding new product line or not, lengthen the existing product line or not, analysis of product line is useful. </a:t>
            </a:r>
          </a:p>
        </p:txBody>
      </p:sp>
      <p:sp>
        <p:nvSpPr>
          <p:cNvPr id="2" name="Rectangle 3">
            <a:extLst>
              <a:ext uri="{FF2B5EF4-FFF2-40B4-BE49-F238E27FC236}">
                <a16:creationId xmlns:a16="http://schemas.microsoft.com/office/drawing/2014/main" xmlns="" id="{DA919F6D-D81D-E19A-F81F-E0BA5955CDAB}"/>
              </a:ext>
            </a:extLst>
          </p:cNvPr>
          <p:cNvSpPr txBox="1">
            <a:spLocks noChangeArrowheads="1"/>
          </p:cNvSpPr>
          <p:nvPr/>
        </p:nvSpPr>
        <p:spPr>
          <a:xfrm>
            <a:off x="907374" y="3456152"/>
            <a:ext cx="10421258" cy="2297009"/>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pPr>
              <a:buFontTx/>
              <a:buNone/>
            </a:pPr>
            <a:r>
              <a:rPr lang="en-US" sz="2800" dirty="0"/>
              <a:t>B.       </a:t>
            </a:r>
            <a:r>
              <a:rPr lang="en-US" sz="2800" u="sng" dirty="0"/>
              <a:t>MARKET PROFILE ANALYSIS</a:t>
            </a:r>
          </a:p>
          <a:p>
            <a:pPr algn="just">
              <a:buFontTx/>
              <a:buNone/>
            </a:pPr>
            <a:r>
              <a:rPr lang="en-US" sz="2800" dirty="0"/>
              <a:t>   Product line manager must review the position of its company’s product line against competitors lines. Product map is used to show the position of their items against competitors items. </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Product Mix Strategies</a:t>
            </a:r>
          </a:p>
        </p:txBody>
      </p:sp>
      <p:sp>
        <p:nvSpPr>
          <p:cNvPr id="3" name="Content Placeholder 2"/>
          <p:cNvSpPr>
            <a:spLocks noGrp="1"/>
          </p:cNvSpPr>
          <p:nvPr>
            <p:ph idx="1"/>
          </p:nvPr>
        </p:nvSpPr>
        <p:spPr/>
        <p:txBody>
          <a:bodyPr/>
          <a:lstStyle/>
          <a:p>
            <a:pPr marL="514350" indent="-514350">
              <a:buAutoNum type="arabicPeriod"/>
            </a:pPr>
            <a:r>
              <a:rPr lang="en-US" dirty="0"/>
              <a:t>Product Line expansion/ Contraction.</a:t>
            </a:r>
          </a:p>
          <a:p>
            <a:pPr marL="514350" indent="-514350">
              <a:buAutoNum type="arabicPeriod"/>
            </a:pPr>
            <a:r>
              <a:rPr lang="en-US" dirty="0"/>
              <a:t>Product Modification.</a:t>
            </a:r>
          </a:p>
          <a:p>
            <a:pPr marL="514350" indent="-514350">
              <a:buAutoNum type="arabicPeriod"/>
            </a:pPr>
            <a:r>
              <a:rPr lang="en-US" dirty="0"/>
              <a:t>Product Elimination</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531597"/>
            <a:ext cx="10515600" cy="1325563"/>
          </a:xfrm>
        </p:spPr>
        <p:txBody>
          <a:bodyPr/>
          <a:lstStyle/>
          <a:p>
            <a:pPr algn="ctr"/>
            <a:r>
              <a:rPr lang="en-US" dirty="0"/>
              <a:t>PRODUCT LIFE CYCLE</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Product Life Cycle</a:t>
            </a:r>
            <a:br>
              <a:rPr lang="en-US" dirty="0"/>
            </a:br>
            <a:r>
              <a:rPr lang="en-US" dirty="0"/>
              <a:t>Introduction:</a:t>
            </a:r>
          </a:p>
        </p:txBody>
      </p:sp>
      <p:pic>
        <p:nvPicPr>
          <p:cNvPr id="84994" name="Picture 2"/>
          <p:cNvPicPr>
            <a:picLocks noChangeAspect="1" noChangeArrowheads="1"/>
          </p:cNvPicPr>
          <p:nvPr/>
        </p:nvPicPr>
        <p:blipFill>
          <a:blip r:embed="rId3"/>
          <a:srcRect/>
          <a:stretch>
            <a:fillRect/>
          </a:stretch>
        </p:blipFill>
        <p:spPr bwMode="auto">
          <a:xfrm>
            <a:off x="819330" y="1793048"/>
            <a:ext cx="10631772" cy="4612234"/>
          </a:xfrm>
          <a:prstGeom prst="rect">
            <a:avLst/>
          </a:prstGeom>
          <a:noFill/>
          <a:ln w="9525">
            <a:noFill/>
            <a:miter lim="800000"/>
            <a:headEnd/>
            <a:tailEnd/>
          </a:ln>
          <a:effec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Stages of Product Life Cycle. (PLC)</a:t>
            </a:r>
          </a:p>
        </p:txBody>
      </p:sp>
      <p:sp>
        <p:nvSpPr>
          <p:cNvPr id="3" name="Content Placeholder 2"/>
          <p:cNvSpPr>
            <a:spLocks noGrp="1"/>
          </p:cNvSpPr>
          <p:nvPr>
            <p:ph idx="1"/>
          </p:nvPr>
        </p:nvSpPr>
        <p:spPr/>
        <p:txBody>
          <a:bodyPr/>
          <a:lstStyle/>
          <a:p>
            <a:pPr marL="514350" indent="-514350">
              <a:buAutoNum type="arabicPeriod"/>
            </a:pPr>
            <a:r>
              <a:rPr lang="en-US" dirty="0"/>
              <a:t>Introduction Stage</a:t>
            </a:r>
          </a:p>
          <a:p>
            <a:pPr marL="514350" indent="-514350">
              <a:buAutoNum type="arabicPeriod"/>
            </a:pPr>
            <a:r>
              <a:rPr lang="en-US" dirty="0"/>
              <a:t>Growth Stage</a:t>
            </a:r>
          </a:p>
          <a:p>
            <a:pPr marL="514350" indent="-514350">
              <a:buAutoNum type="arabicPeriod"/>
            </a:pPr>
            <a:r>
              <a:rPr lang="en-US" dirty="0"/>
              <a:t>Maturity Stage</a:t>
            </a:r>
          </a:p>
          <a:p>
            <a:pPr marL="514350" indent="-514350">
              <a:buAutoNum type="arabicPeriod"/>
            </a:pPr>
            <a:r>
              <a:rPr lang="en-US" dirty="0"/>
              <a:t>Decline Stage</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Product Life Cycle Curve:</a:t>
            </a:r>
          </a:p>
        </p:txBody>
      </p:sp>
      <p:pic>
        <p:nvPicPr>
          <p:cNvPr id="86018" name="Picture 2"/>
          <p:cNvPicPr>
            <a:picLocks noChangeAspect="1" noChangeArrowheads="1"/>
          </p:cNvPicPr>
          <p:nvPr/>
        </p:nvPicPr>
        <p:blipFill>
          <a:blip r:embed="rId2"/>
          <a:srcRect/>
          <a:stretch>
            <a:fillRect/>
          </a:stretch>
        </p:blipFill>
        <p:spPr bwMode="auto">
          <a:xfrm>
            <a:off x="886264" y="1414463"/>
            <a:ext cx="10536701" cy="5239555"/>
          </a:xfrm>
          <a:prstGeom prst="rect">
            <a:avLst/>
          </a:prstGeom>
          <a:noFill/>
          <a:ln w="9525">
            <a:noFill/>
            <a:miter lim="800000"/>
            <a:headEnd/>
            <a:tailEnd/>
          </a:ln>
          <a:effec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 Stage</a:t>
            </a:r>
          </a:p>
        </p:txBody>
      </p:sp>
      <p:pic>
        <p:nvPicPr>
          <p:cNvPr id="87042" name="Picture 2"/>
          <p:cNvPicPr>
            <a:picLocks noChangeAspect="1" noChangeArrowheads="1"/>
          </p:cNvPicPr>
          <p:nvPr/>
        </p:nvPicPr>
        <p:blipFill>
          <a:blip r:embed="rId2"/>
          <a:srcRect/>
          <a:stretch>
            <a:fillRect/>
          </a:stretch>
        </p:blipFill>
        <p:spPr bwMode="auto">
          <a:xfrm>
            <a:off x="876260" y="1755168"/>
            <a:ext cx="10546706" cy="4898850"/>
          </a:xfrm>
          <a:prstGeom prst="rect">
            <a:avLst/>
          </a:prstGeom>
          <a:noFill/>
          <a:ln w="9525">
            <a:noFill/>
            <a:miter lim="800000"/>
            <a:headEnd/>
            <a:tailEnd/>
          </a:ln>
          <a:effec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85373"/>
          </a:xfrm>
        </p:spPr>
        <p:txBody>
          <a:bodyPr/>
          <a:lstStyle/>
          <a:p>
            <a:r>
              <a:rPr lang="en-US" dirty="0"/>
              <a:t>Introduction Stage of PLC</a:t>
            </a:r>
          </a:p>
        </p:txBody>
      </p:sp>
      <p:pic>
        <p:nvPicPr>
          <p:cNvPr id="88066" name="Picture 2"/>
          <p:cNvPicPr>
            <a:picLocks noChangeAspect="1" noChangeArrowheads="1"/>
          </p:cNvPicPr>
          <p:nvPr/>
        </p:nvPicPr>
        <p:blipFill>
          <a:blip r:embed="rId2"/>
          <a:srcRect/>
          <a:stretch>
            <a:fillRect/>
          </a:stretch>
        </p:blipFill>
        <p:spPr bwMode="auto">
          <a:xfrm>
            <a:off x="829994" y="1357313"/>
            <a:ext cx="10536701" cy="5254502"/>
          </a:xfrm>
          <a:prstGeom prst="rect">
            <a:avLst/>
          </a:prstGeom>
          <a:noFill/>
          <a:ln w="9525">
            <a:noFill/>
            <a:miter lim="800000"/>
            <a:headEnd/>
            <a:tailEnd/>
          </a:ln>
          <a:effec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Growth Stage</a:t>
            </a:r>
          </a:p>
        </p:txBody>
      </p:sp>
      <p:pic>
        <p:nvPicPr>
          <p:cNvPr id="89090" name="Picture 2"/>
          <p:cNvPicPr>
            <a:picLocks noChangeAspect="1" noChangeArrowheads="1"/>
          </p:cNvPicPr>
          <p:nvPr/>
        </p:nvPicPr>
        <p:blipFill>
          <a:blip r:embed="rId2"/>
          <a:srcRect/>
          <a:stretch>
            <a:fillRect/>
          </a:stretch>
        </p:blipFill>
        <p:spPr bwMode="auto">
          <a:xfrm>
            <a:off x="829994" y="1743074"/>
            <a:ext cx="10578904" cy="5114925"/>
          </a:xfrm>
          <a:prstGeom prst="rect">
            <a:avLst/>
          </a:prstGeom>
          <a:noFill/>
          <a:ln w="9525">
            <a:noFill/>
            <a:miter lim="800000"/>
            <a:headEnd/>
            <a:tailEnd/>
          </a:ln>
          <a:effec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Growth Stage</a:t>
            </a:r>
          </a:p>
        </p:txBody>
      </p:sp>
      <p:pic>
        <p:nvPicPr>
          <p:cNvPr id="90114" name="Picture 2"/>
          <p:cNvPicPr>
            <a:picLocks noChangeAspect="1" noChangeArrowheads="1"/>
          </p:cNvPicPr>
          <p:nvPr/>
        </p:nvPicPr>
        <p:blipFill>
          <a:blip r:embed="rId2"/>
          <a:srcRect/>
          <a:stretch>
            <a:fillRect/>
          </a:stretch>
        </p:blipFill>
        <p:spPr bwMode="auto">
          <a:xfrm>
            <a:off x="829994" y="1733264"/>
            <a:ext cx="10522633" cy="5124736"/>
          </a:xfrm>
          <a:prstGeom prst="rect">
            <a:avLst/>
          </a:prstGeom>
          <a:noFill/>
          <a:ln w="9525">
            <a:noFill/>
            <a:miter lim="800000"/>
            <a:headEnd/>
            <a:tailEnd/>
          </a:ln>
          <a:effec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Maturity Stage</a:t>
            </a:r>
          </a:p>
        </p:txBody>
      </p:sp>
      <p:pic>
        <p:nvPicPr>
          <p:cNvPr id="91138" name="Picture 2"/>
          <p:cNvPicPr>
            <a:picLocks noChangeAspect="1" noChangeArrowheads="1"/>
          </p:cNvPicPr>
          <p:nvPr/>
        </p:nvPicPr>
        <p:blipFill>
          <a:blip r:embed="rId2"/>
          <a:srcRect/>
          <a:stretch>
            <a:fillRect/>
          </a:stretch>
        </p:blipFill>
        <p:spPr bwMode="auto">
          <a:xfrm>
            <a:off x="844062" y="1390649"/>
            <a:ext cx="11085341" cy="5164895"/>
          </a:xfrm>
          <a:prstGeom prst="rect">
            <a:avLst/>
          </a:prstGeom>
          <a:noFill/>
          <a:ln w="9525">
            <a:noFill/>
            <a:miter lim="800000"/>
            <a:headEnd/>
            <a:tailEnd/>
          </a:ln>
          <a:effec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Maturity Stage</a:t>
            </a:r>
          </a:p>
        </p:txBody>
      </p:sp>
      <p:pic>
        <p:nvPicPr>
          <p:cNvPr id="92162" name="Picture 2"/>
          <p:cNvPicPr>
            <a:picLocks noChangeAspect="1" noChangeArrowheads="1"/>
          </p:cNvPicPr>
          <p:nvPr/>
        </p:nvPicPr>
        <p:blipFill>
          <a:blip r:embed="rId2"/>
          <a:srcRect/>
          <a:stretch>
            <a:fillRect/>
          </a:stretch>
        </p:blipFill>
        <p:spPr bwMode="auto">
          <a:xfrm>
            <a:off x="829994" y="1735612"/>
            <a:ext cx="10564837" cy="5122388"/>
          </a:xfrm>
          <a:prstGeom prst="rect">
            <a:avLst/>
          </a:prstGeom>
          <a:noFill/>
          <a:ln w="9525">
            <a:noFill/>
            <a:miter lim="800000"/>
            <a:headEnd/>
            <a:tailEnd/>
          </a:ln>
          <a:effec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Decline Stage</a:t>
            </a:r>
          </a:p>
        </p:txBody>
      </p:sp>
      <p:pic>
        <p:nvPicPr>
          <p:cNvPr id="93186" name="Picture 2"/>
          <p:cNvPicPr>
            <a:picLocks noChangeAspect="1" noChangeArrowheads="1"/>
          </p:cNvPicPr>
          <p:nvPr/>
        </p:nvPicPr>
        <p:blipFill>
          <a:blip r:embed="rId2"/>
          <a:srcRect/>
          <a:stretch>
            <a:fillRect/>
          </a:stretch>
        </p:blipFill>
        <p:spPr bwMode="auto">
          <a:xfrm>
            <a:off x="801858" y="1758463"/>
            <a:ext cx="10621108" cy="4853352"/>
          </a:xfrm>
          <a:prstGeom prst="rect">
            <a:avLst/>
          </a:prstGeom>
          <a:noFill/>
          <a:ln w="9525">
            <a:noFill/>
            <a:miter lim="800000"/>
            <a:headEnd/>
            <a:tailEnd/>
          </a:ln>
          <a:effec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Decline Stage</a:t>
            </a:r>
          </a:p>
        </p:txBody>
      </p:sp>
      <p:pic>
        <p:nvPicPr>
          <p:cNvPr id="94210" name="Picture 2"/>
          <p:cNvPicPr>
            <a:picLocks noChangeAspect="1" noChangeArrowheads="1"/>
          </p:cNvPicPr>
          <p:nvPr/>
        </p:nvPicPr>
        <p:blipFill>
          <a:blip r:embed="rId2"/>
          <a:srcRect/>
          <a:stretch>
            <a:fillRect/>
          </a:stretch>
        </p:blipFill>
        <p:spPr bwMode="auto">
          <a:xfrm>
            <a:off x="844062" y="1737960"/>
            <a:ext cx="10564836" cy="5120040"/>
          </a:xfrm>
          <a:prstGeom prst="rect">
            <a:avLst/>
          </a:prstGeom>
          <a:noFill/>
          <a:ln w="9525">
            <a:noFill/>
            <a:miter lim="800000"/>
            <a:headEnd/>
            <a:tailEnd/>
          </a:ln>
          <a:effec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2743200"/>
            <a:ext cx="10972800" cy="914400"/>
          </a:xfrm>
        </p:spPr>
        <p:txBody>
          <a:bodyPr/>
          <a:lstStyle/>
          <a:p>
            <a:pPr>
              <a:buNone/>
            </a:pPr>
            <a:r>
              <a:rPr lang="en-US" b="1" dirty="0"/>
              <a:t>NEW PRODUCT DEVELOPMENT</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new product</a:t>
            </a:r>
          </a:p>
        </p:txBody>
      </p:sp>
      <p:sp>
        <p:nvSpPr>
          <p:cNvPr id="3" name="Content Placeholder 2"/>
          <p:cNvSpPr>
            <a:spLocks noGrp="1"/>
          </p:cNvSpPr>
          <p:nvPr>
            <p:ph idx="1"/>
          </p:nvPr>
        </p:nvSpPr>
        <p:spPr/>
        <p:txBody>
          <a:bodyPr/>
          <a:lstStyle/>
          <a:p>
            <a:pPr>
              <a:buNone/>
            </a:pPr>
            <a:r>
              <a:rPr lang="en-US" dirty="0"/>
              <a:t> According to Stanton:</a:t>
            </a:r>
          </a:p>
          <a:p>
            <a:pPr algn="just">
              <a:buNone/>
            </a:pPr>
            <a:r>
              <a:rPr lang="en-US" dirty="0"/>
              <a:t>	A new product is one which is really innovative and significantly different from existing products that are new to the company.</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12690"/>
          </a:xfrm>
        </p:spPr>
        <p:txBody>
          <a:bodyPr/>
          <a:lstStyle/>
          <a:p>
            <a:r>
              <a:rPr lang="en-US" dirty="0"/>
              <a:t>Importance of New Product Development</a:t>
            </a:r>
          </a:p>
        </p:txBody>
      </p:sp>
      <p:sp>
        <p:nvSpPr>
          <p:cNvPr id="3" name="Content Placeholder 2"/>
          <p:cNvSpPr>
            <a:spLocks noGrp="1"/>
          </p:cNvSpPr>
          <p:nvPr>
            <p:ph idx="1"/>
          </p:nvPr>
        </p:nvSpPr>
        <p:spPr>
          <a:xfrm>
            <a:off x="838200" y="1984886"/>
            <a:ext cx="10515600" cy="3031252"/>
          </a:xfrm>
        </p:spPr>
        <p:txBody>
          <a:bodyPr/>
          <a:lstStyle/>
          <a:p>
            <a:pPr marL="514350" indent="-514350">
              <a:buAutoNum type="arabicPeriod"/>
            </a:pPr>
            <a:r>
              <a:rPr lang="en-US" dirty="0"/>
              <a:t>Meeting Changes in Consumer Demand</a:t>
            </a:r>
          </a:p>
          <a:p>
            <a:pPr marL="514350" indent="-514350">
              <a:buAutoNum type="arabicPeriod"/>
            </a:pPr>
            <a:r>
              <a:rPr lang="en-US" dirty="0"/>
              <a:t>Making high profits.</a:t>
            </a:r>
          </a:p>
          <a:p>
            <a:pPr marL="514350" indent="-514350">
              <a:buAutoNum type="arabicPeriod"/>
            </a:pPr>
            <a:r>
              <a:rPr lang="en-US" dirty="0"/>
              <a:t>Combating Environmental Threats.</a:t>
            </a:r>
          </a:p>
          <a:p>
            <a:pPr marL="514350" indent="-514350">
              <a:buAutoNum type="arabicPeriod"/>
            </a:pPr>
            <a:r>
              <a:rPr lang="en-US" dirty="0"/>
              <a:t>Reduce competition.</a:t>
            </a:r>
          </a:p>
          <a:p>
            <a:pPr marL="514350" indent="-514350">
              <a:buAutoNum type="arabicPeriod"/>
            </a:pPr>
            <a:r>
              <a:rPr lang="en-US" dirty="0"/>
              <a:t>Use research and development</a:t>
            </a:r>
          </a:p>
          <a:p>
            <a:pPr marL="514350" indent="-514350">
              <a:buAutoNum type="arabicPeriod"/>
            </a:pPr>
            <a:endParaRPr 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02" name="Picture 2"/>
          <p:cNvPicPr>
            <a:picLocks noChangeAspect="1" noChangeArrowheads="1"/>
          </p:cNvPicPr>
          <p:nvPr/>
        </p:nvPicPr>
        <p:blipFill>
          <a:blip r:embed="rId2"/>
          <a:srcRect/>
          <a:stretch>
            <a:fillRect/>
          </a:stretch>
        </p:blipFill>
        <p:spPr bwMode="auto">
          <a:xfrm>
            <a:off x="323557" y="239151"/>
            <a:ext cx="11465169" cy="6330461"/>
          </a:xfrm>
          <a:prstGeom prst="rect">
            <a:avLst/>
          </a:prstGeom>
          <a:noFill/>
          <a:ln w="9525">
            <a:noFill/>
            <a:miter lim="800000"/>
            <a:headEnd/>
            <a:tailEnd/>
          </a:ln>
          <a:effectLst/>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39151" y="533400"/>
            <a:ext cx="11648049" cy="2868168"/>
          </a:xfrm>
        </p:spPr>
        <p:txBody>
          <a:bodyPr>
            <a:normAutofit/>
          </a:bodyPr>
          <a:lstStyle/>
          <a:p>
            <a:pPr algn="l" eaLnBrk="1" fontAlgn="auto" hangingPunct="1">
              <a:spcAft>
                <a:spcPts val="0"/>
              </a:spcAft>
              <a:defRPr/>
            </a:pPr>
            <a:r>
              <a:rPr lang="en-US" sz="3600" dirty="0"/>
              <a:t>Packaging and Labeling</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6400" y="381000"/>
            <a:ext cx="9324813" cy="620114"/>
          </a:xfrm>
        </p:spPr>
        <p:txBody>
          <a:bodyPr>
            <a:normAutofit fontScale="90000"/>
          </a:bodyPr>
          <a:lstStyle/>
          <a:p>
            <a:pPr eaLnBrk="1" fontAlgn="auto" hangingPunct="1">
              <a:spcAft>
                <a:spcPts val="0"/>
              </a:spcAft>
              <a:defRPr/>
            </a:pPr>
            <a:r>
              <a:rPr lang="en-US" dirty="0"/>
              <a:t>Packaging</a:t>
            </a:r>
          </a:p>
        </p:txBody>
      </p:sp>
      <p:sp>
        <p:nvSpPr>
          <p:cNvPr id="16386" name="Content Placeholder 2"/>
          <p:cNvSpPr>
            <a:spLocks noGrp="1"/>
          </p:cNvSpPr>
          <p:nvPr>
            <p:ph idx="1"/>
          </p:nvPr>
        </p:nvSpPr>
        <p:spPr>
          <a:xfrm>
            <a:off x="101600" y="1066800"/>
            <a:ext cx="10871200" cy="3276600"/>
          </a:xfrm>
        </p:spPr>
        <p:txBody>
          <a:bodyPr/>
          <a:lstStyle/>
          <a:p>
            <a:pPr eaLnBrk="1" hangingPunct="1">
              <a:spcAft>
                <a:spcPts val="600"/>
              </a:spcAft>
              <a:buFont typeface="Wingdings 2" pitchFamily="18" charset="2"/>
              <a:buNone/>
              <a:defRPr/>
            </a:pPr>
            <a:r>
              <a:rPr lang="en-US" sz="2300" dirty="0">
                <a:effectLst>
                  <a:outerShdw blurRad="38100" dist="38100" dir="2700000" algn="tl">
                    <a:srgbClr val="C0C0C0"/>
                  </a:outerShdw>
                </a:effectLst>
              </a:rPr>
              <a:t>The package = physical container or wrapping for a product</a:t>
            </a:r>
          </a:p>
          <a:p>
            <a:pPr eaLnBrk="1" hangingPunct="1">
              <a:spcAft>
                <a:spcPts val="600"/>
              </a:spcAft>
              <a:buFont typeface="Wingdings 2" pitchFamily="18" charset="2"/>
              <a:buNone/>
              <a:defRPr/>
            </a:pPr>
            <a:r>
              <a:rPr lang="en-US" sz="2300" dirty="0">
                <a:effectLst>
                  <a:outerShdw blurRad="38100" dist="38100" dir="2700000" algn="tl">
                    <a:srgbClr val="C0C0C0"/>
                  </a:outerShdw>
                </a:effectLst>
              </a:rPr>
              <a:t>It is an integral part of product planning and promotion</a:t>
            </a:r>
          </a:p>
          <a:p>
            <a:pPr lvl="1" eaLnBrk="1" hangingPunct="1">
              <a:spcAft>
                <a:spcPts val="600"/>
              </a:spcAft>
              <a:defRPr/>
            </a:pPr>
            <a:r>
              <a:rPr lang="en-US" sz="2500" dirty="0">
                <a:solidFill>
                  <a:schemeClr val="accent1"/>
                </a:solidFill>
                <a:effectLst>
                  <a:outerShdw blurRad="38100" dist="38100" dir="2700000" algn="tl">
                    <a:srgbClr val="C0C0C0"/>
                  </a:outerShdw>
                </a:effectLst>
              </a:rPr>
              <a:t>10% of the retail price is spent on developing, designing, and producing just the package</a:t>
            </a:r>
          </a:p>
          <a:p>
            <a:pPr eaLnBrk="1" hangingPunct="1">
              <a:spcAft>
                <a:spcPts val="600"/>
              </a:spcAft>
              <a:buFont typeface="Wingdings 2" pitchFamily="18" charset="2"/>
              <a:buNone/>
              <a:defRPr/>
            </a:pPr>
            <a:r>
              <a:rPr lang="en-US" sz="2300" dirty="0">
                <a:effectLst>
                  <a:outerShdw blurRad="38100" dist="38100" dir="2700000" algn="tl">
                    <a:srgbClr val="C0C0C0"/>
                  </a:outerShdw>
                </a:effectLst>
              </a:rPr>
              <a:t>Companies sometimes change packaging to update their image and reach a new market</a:t>
            </a:r>
          </a:p>
        </p:txBody>
      </p:sp>
      <p:pic>
        <p:nvPicPr>
          <p:cNvPr id="16388" name="Picture 1028" descr="http://img.photobucket.com/albums/v468/elisations/replenishing.jpg"/>
          <p:cNvPicPr>
            <a:picLocks noChangeAspect="1" noChangeArrowheads="1"/>
          </p:cNvPicPr>
          <p:nvPr/>
        </p:nvPicPr>
        <p:blipFill>
          <a:blip r:embed="rId3" cstate="print"/>
          <a:srcRect/>
          <a:stretch>
            <a:fillRect/>
          </a:stretch>
        </p:blipFill>
        <p:spPr bwMode="auto">
          <a:xfrm>
            <a:off x="1320801" y="4267201"/>
            <a:ext cx="2315633" cy="230981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6390" name="Picture 1030" descr="http://www.beautynewsnyc.com/home//uploads/2006/08/herbal-essences-hello-hydration2.jpg"/>
          <p:cNvPicPr>
            <a:picLocks noChangeAspect="1" noChangeArrowheads="1"/>
          </p:cNvPicPr>
          <p:nvPr/>
        </p:nvPicPr>
        <p:blipFill>
          <a:blip r:embed="rId4" cstate="print"/>
          <a:srcRect r="17241"/>
          <a:stretch>
            <a:fillRect/>
          </a:stretch>
        </p:blipFill>
        <p:spPr bwMode="auto">
          <a:xfrm>
            <a:off x="6400800" y="4572000"/>
            <a:ext cx="2438400" cy="18034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6391" name="Line 1031"/>
          <p:cNvSpPr>
            <a:spLocks noChangeShapeType="1"/>
          </p:cNvSpPr>
          <p:nvPr/>
        </p:nvSpPr>
        <p:spPr bwMode="auto">
          <a:xfrm>
            <a:off x="4064000" y="5562600"/>
            <a:ext cx="1930400" cy="0"/>
          </a:xfrm>
          <a:prstGeom prst="line">
            <a:avLst/>
          </a:prstGeom>
          <a:noFill/>
          <a:ln w="127000">
            <a:solidFill>
              <a:srgbClr val="FF99CC"/>
            </a:solidFill>
            <a:round/>
            <a:headEnd/>
            <a:tailEnd type="triangle" w="med" len="med"/>
          </a:ln>
          <a:effectLst>
            <a:outerShdw blurRad="76200" dist="12700" dir="2700000" sy="-23000" kx="-800400" algn="bl" rotWithShape="0">
              <a:prstClr val="black">
                <a:alpha val="20000"/>
              </a:prstClr>
            </a:outerShdw>
          </a:effectLst>
          <a:scene3d>
            <a:camera prst="orthographicFront"/>
            <a:lightRig rig="threePt" dir="t"/>
          </a:scene3d>
          <a:sp3d>
            <a:bevelT w="165100" prst="coolSlant"/>
          </a:sp3d>
        </p:spPr>
        <p:txBody>
          <a:bodyPr/>
          <a:lstStyle/>
          <a:p>
            <a:pPr>
              <a:defRPr/>
            </a:pPr>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533400"/>
            <a:ext cx="8737600" cy="762000"/>
          </a:xfrm>
        </p:spPr>
        <p:txBody>
          <a:bodyPr/>
          <a:lstStyle/>
          <a:p>
            <a:pPr eaLnBrk="1" hangingPunct="1">
              <a:defRPr/>
            </a:pPr>
            <a:r>
              <a:rPr lang="en-US" dirty="0"/>
              <a:t>Functions of Packaging</a:t>
            </a:r>
          </a:p>
        </p:txBody>
      </p:sp>
      <p:sp>
        <p:nvSpPr>
          <p:cNvPr id="4" name="Rounded Rectangle 3"/>
          <p:cNvSpPr/>
          <p:nvPr/>
        </p:nvSpPr>
        <p:spPr>
          <a:xfrm>
            <a:off x="1219200" y="1828800"/>
            <a:ext cx="8432800" cy="609600"/>
          </a:xfrm>
          <a:prstGeom prst="roundRect">
            <a:avLst/>
          </a:prstGeom>
          <a:solidFill>
            <a:schemeClr val="accent6">
              <a:lumMod val="75000"/>
              <a:alpha val="49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514350" indent="-514350">
              <a:defRPr/>
            </a:pPr>
            <a:r>
              <a:rPr lang="en-US" sz="2700" dirty="0">
                <a:solidFill>
                  <a:schemeClr val="tx1"/>
                </a:solidFill>
                <a:effectLst>
                  <a:outerShdw blurRad="38100" dist="38100" dir="2700000" algn="tl">
                    <a:srgbClr val="C0C0C0"/>
                  </a:outerShdw>
                </a:effectLst>
              </a:rPr>
              <a:t>1. Promoting and Selling the Product</a:t>
            </a:r>
          </a:p>
        </p:txBody>
      </p:sp>
      <p:sp>
        <p:nvSpPr>
          <p:cNvPr id="10" name="Rounded Rectangle 9"/>
          <p:cNvSpPr/>
          <p:nvPr/>
        </p:nvSpPr>
        <p:spPr>
          <a:xfrm>
            <a:off x="1219200" y="2667000"/>
            <a:ext cx="8432800" cy="609600"/>
          </a:xfrm>
          <a:prstGeom prst="roundRect">
            <a:avLst/>
          </a:prstGeom>
          <a:solidFill>
            <a:schemeClr val="accent1">
              <a:alpha val="49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514350" indent="-514350">
              <a:defRPr/>
            </a:pPr>
            <a:r>
              <a:rPr lang="en-US" sz="2400" dirty="0">
                <a:solidFill>
                  <a:schemeClr val="tx1"/>
                </a:solidFill>
                <a:effectLst>
                  <a:outerShdw blurRad="38100" dist="38100" dir="2700000" algn="tl">
                    <a:srgbClr val="C0C0C0"/>
                  </a:outerShdw>
                </a:effectLst>
              </a:rPr>
              <a:t>2. Defining Product Identity </a:t>
            </a:r>
          </a:p>
        </p:txBody>
      </p:sp>
      <p:sp>
        <p:nvSpPr>
          <p:cNvPr id="12" name="Rounded Rectangle 11"/>
          <p:cNvSpPr/>
          <p:nvPr/>
        </p:nvSpPr>
        <p:spPr>
          <a:xfrm>
            <a:off x="1219200" y="3505200"/>
            <a:ext cx="8432800" cy="609600"/>
          </a:xfrm>
          <a:prstGeom prst="roundRect">
            <a:avLst/>
          </a:prstGeom>
          <a:solidFill>
            <a:srgbClr val="0070C0">
              <a:alpha val="49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514350" indent="-514350">
              <a:defRPr/>
            </a:pPr>
            <a:r>
              <a:rPr lang="en-US" sz="2400" dirty="0">
                <a:solidFill>
                  <a:schemeClr val="tx1"/>
                </a:solidFill>
                <a:effectLst>
                  <a:outerShdw blurRad="38100" dist="38100" dir="2700000" algn="tl">
                    <a:srgbClr val="C0C0C0"/>
                  </a:outerShdw>
                </a:effectLst>
              </a:rPr>
              <a:t>3. Providing Information</a:t>
            </a:r>
          </a:p>
        </p:txBody>
      </p:sp>
      <p:sp>
        <p:nvSpPr>
          <p:cNvPr id="14" name="Rounded Rectangle 13"/>
          <p:cNvSpPr/>
          <p:nvPr/>
        </p:nvSpPr>
        <p:spPr>
          <a:xfrm>
            <a:off x="1219200" y="4267200"/>
            <a:ext cx="8432800" cy="609600"/>
          </a:xfrm>
          <a:prstGeom prst="roundRect">
            <a:avLst/>
          </a:prstGeom>
          <a:solidFill>
            <a:srgbClr val="FFFF00">
              <a:alpha val="49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514350" indent="-514350">
              <a:defRPr/>
            </a:pPr>
            <a:r>
              <a:rPr lang="en-US" sz="2400" dirty="0">
                <a:solidFill>
                  <a:schemeClr val="tx1"/>
                </a:solidFill>
                <a:effectLst>
                  <a:outerShdw blurRad="38100" dist="38100" dir="2700000" algn="tl">
                    <a:srgbClr val="C0C0C0"/>
                  </a:outerShdw>
                </a:effectLst>
              </a:rPr>
              <a:t>4. Expressing Customer Needs</a:t>
            </a:r>
          </a:p>
        </p:txBody>
      </p:sp>
      <p:sp>
        <p:nvSpPr>
          <p:cNvPr id="15" name="Rounded Rectangle 14"/>
          <p:cNvSpPr/>
          <p:nvPr/>
        </p:nvSpPr>
        <p:spPr>
          <a:xfrm>
            <a:off x="1219200" y="5029200"/>
            <a:ext cx="8432800" cy="609600"/>
          </a:xfrm>
          <a:prstGeom prst="roundRect">
            <a:avLst/>
          </a:prstGeom>
          <a:solidFill>
            <a:srgbClr val="00B050">
              <a:alpha val="49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514350" indent="-514350">
              <a:defRPr/>
            </a:pPr>
            <a:r>
              <a:rPr lang="en-US" sz="2400" dirty="0">
                <a:solidFill>
                  <a:schemeClr val="tx1"/>
                </a:solidFill>
                <a:effectLst>
                  <a:outerShdw blurRad="38100" dist="38100" dir="2700000" algn="tl">
                    <a:srgbClr val="C0C0C0"/>
                  </a:outerShdw>
                </a:effectLst>
              </a:rPr>
              <a:t>5. Ensure Safe Use</a:t>
            </a:r>
          </a:p>
        </p:txBody>
      </p:sp>
      <p:sp>
        <p:nvSpPr>
          <p:cNvPr id="17" name="Rounded Rectangle 16"/>
          <p:cNvSpPr/>
          <p:nvPr/>
        </p:nvSpPr>
        <p:spPr>
          <a:xfrm>
            <a:off x="1219200" y="5791200"/>
            <a:ext cx="8432800" cy="609600"/>
          </a:xfrm>
          <a:prstGeom prst="roundRect">
            <a:avLst/>
          </a:prstGeom>
          <a:solidFill>
            <a:schemeClr val="accent2">
              <a:lumMod val="50000"/>
              <a:alpha val="49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514350" indent="-514350">
              <a:defRPr/>
            </a:pPr>
            <a:r>
              <a:rPr lang="en-US" sz="2400" dirty="0">
                <a:solidFill>
                  <a:schemeClr val="tx1"/>
                </a:solidFill>
                <a:effectLst>
                  <a:outerShdw blurRad="38100" dist="38100" dir="2700000" algn="tl">
                    <a:srgbClr val="C0C0C0"/>
                  </a:outerShdw>
                </a:effectLst>
              </a:rPr>
              <a:t>6. Protecting the Product</a:t>
            </a:r>
          </a:p>
        </p:txBody>
      </p:sp>
      <p:sp>
        <p:nvSpPr>
          <p:cNvPr id="9" name="Rectangle 8"/>
          <p:cNvSpPr/>
          <p:nvPr/>
        </p:nvSpPr>
        <p:spPr>
          <a:xfrm>
            <a:off x="3149600" y="6488114"/>
            <a:ext cx="4572000" cy="369887"/>
          </a:xfrm>
          <a:prstGeom prst="rect">
            <a:avLst/>
          </a:prstGeom>
        </p:spPr>
        <p:txBody>
          <a:bodyPr>
            <a:spAutoFit/>
          </a:bodyPr>
          <a:lstStyle/>
          <a:p>
            <a:pPr>
              <a:defRPr/>
            </a:pPr>
            <a:r>
              <a:rPr lang="en-US" dirty="0">
                <a:solidFill>
                  <a:schemeClr val="accent6"/>
                </a:solidFill>
                <a:hlinkClick r:id="rId2"/>
              </a:rPr>
              <a:t>The Keys to Product Packaging</a:t>
            </a:r>
            <a:endParaRPr lang="en-US" dirty="0">
              <a:solidFill>
                <a:schemeClr val="accent6"/>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200" y="457201"/>
            <a:ext cx="10464800" cy="528039"/>
          </a:xfrm>
        </p:spPr>
        <p:txBody>
          <a:bodyPr/>
          <a:lstStyle/>
          <a:p>
            <a:pPr eaLnBrk="1" hangingPunct="1">
              <a:lnSpc>
                <a:spcPct val="90000"/>
              </a:lnSpc>
              <a:defRPr/>
            </a:pPr>
            <a:r>
              <a:rPr lang="en-US" sz="3000" dirty="0">
                <a:solidFill>
                  <a:schemeClr val="accent1"/>
                </a:solidFill>
                <a:effectLst>
                  <a:outerShdw blurRad="38100" dist="38100" dir="2700000" algn="tl">
                    <a:srgbClr val="C0C0C0"/>
                  </a:outerShdw>
                </a:effectLst>
              </a:rPr>
              <a:t>1.</a:t>
            </a:r>
            <a:r>
              <a:rPr lang="en-US" sz="3000" dirty="0">
                <a:effectLst>
                  <a:outerShdw blurRad="38100" dist="38100" dir="2700000" algn="tl">
                    <a:srgbClr val="C0C0C0"/>
                  </a:outerShdw>
                </a:effectLst>
              </a:rPr>
              <a:t> Promoting and Selling the Product</a:t>
            </a:r>
          </a:p>
        </p:txBody>
      </p:sp>
      <p:sp>
        <p:nvSpPr>
          <p:cNvPr id="18434" name="Content Placeholder 2"/>
          <p:cNvSpPr>
            <a:spLocks noGrp="1"/>
          </p:cNvSpPr>
          <p:nvPr>
            <p:ph idx="1"/>
          </p:nvPr>
        </p:nvSpPr>
        <p:spPr>
          <a:xfrm>
            <a:off x="304800" y="1447800"/>
            <a:ext cx="5892800" cy="4114800"/>
          </a:xfrm>
        </p:spPr>
        <p:txBody>
          <a:bodyPr/>
          <a:lstStyle/>
          <a:p>
            <a:pPr lvl="1" eaLnBrk="1" hangingPunct="1">
              <a:lnSpc>
                <a:spcPct val="90000"/>
              </a:lnSpc>
              <a:buFont typeface="Wingdings 2" pitchFamily="18" charset="2"/>
              <a:buNone/>
              <a:defRPr/>
            </a:pPr>
            <a:r>
              <a:rPr lang="en-US" dirty="0">
                <a:solidFill>
                  <a:srgbClr val="FFFF00"/>
                </a:solidFill>
                <a:effectLst>
                  <a:outerShdw blurRad="38100" dist="38100" dir="2700000" algn="tl">
                    <a:srgbClr val="C0C0C0"/>
                  </a:outerShdw>
                </a:effectLst>
              </a:rPr>
              <a:t>Attractive, colorful, and visually appealing packages have </a:t>
            </a:r>
            <a:r>
              <a:rPr lang="en-US" u="sng" dirty="0">
                <a:solidFill>
                  <a:srgbClr val="FFFF00"/>
                </a:solidFill>
                <a:effectLst>
                  <a:outerShdw blurRad="38100" dist="38100" dir="2700000" algn="tl">
                    <a:srgbClr val="C0C0C0"/>
                  </a:outerShdw>
                </a:effectLst>
              </a:rPr>
              <a:t>promotional value</a:t>
            </a:r>
          </a:p>
          <a:p>
            <a:pPr lvl="1" eaLnBrk="1" hangingPunct="1">
              <a:lnSpc>
                <a:spcPct val="90000"/>
              </a:lnSpc>
              <a:buFont typeface="Wingdings 2" pitchFamily="18" charset="2"/>
              <a:buNone/>
              <a:defRPr/>
            </a:pPr>
            <a:endParaRPr lang="en-US" u="sng" dirty="0">
              <a:solidFill>
                <a:srgbClr val="FFFF00"/>
              </a:solidFill>
              <a:effectLst>
                <a:outerShdw blurRad="38100" dist="38100" dir="2700000" algn="tl">
                  <a:srgbClr val="C0C0C0"/>
                </a:outerShdw>
              </a:effectLst>
            </a:endParaRPr>
          </a:p>
          <a:p>
            <a:pPr lvl="1" eaLnBrk="1" hangingPunct="1">
              <a:lnSpc>
                <a:spcPct val="90000"/>
              </a:lnSpc>
              <a:buFont typeface="Wingdings 2" pitchFamily="18" charset="2"/>
              <a:buNone/>
              <a:defRPr/>
            </a:pPr>
            <a:r>
              <a:rPr lang="en-US" dirty="0">
                <a:solidFill>
                  <a:srgbClr val="FFFF00"/>
                </a:solidFill>
                <a:effectLst>
                  <a:outerShdw blurRad="38100" dist="38100" dir="2700000" algn="tl">
                    <a:srgbClr val="C0C0C0"/>
                  </a:outerShdw>
                </a:effectLst>
              </a:rPr>
              <a:t>A well designed package is a powerful selling device because it helps the product stand out from its competitors</a:t>
            </a:r>
          </a:p>
          <a:p>
            <a:pPr lvl="1" eaLnBrk="1" hangingPunct="1">
              <a:lnSpc>
                <a:spcPct val="90000"/>
              </a:lnSpc>
              <a:buFont typeface="Wingdings 2" pitchFamily="18" charset="2"/>
              <a:buNone/>
              <a:defRPr/>
            </a:pPr>
            <a:endParaRPr lang="en-US" sz="1000" dirty="0">
              <a:solidFill>
                <a:schemeClr val="accent1"/>
              </a:solidFill>
              <a:effectLst>
                <a:outerShdw blurRad="38100" dist="38100" dir="2700000" algn="tl">
                  <a:srgbClr val="C0C0C0"/>
                </a:outerShdw>
              </a:effectLst>
            </a:endParaRPr>
          </a:p>
        </p:txBody>
      </p:sp>
      <p:pic>
        <p:nvPicPr>
          <p:cNvPr id="18440" name="Picture 1032" descr="http://dieline.typepad.com/blog/images/2007/06/26/choxie2.jpg"/>
          <p:cNvPicPr>
            <a:picLocks noChangeAspect="1" noChangeArrowheads="1"/>
          </p:cNvPicPr>
          <p:nvPr/>
        </p:nvPicPr>
        <p:blipFill>
          <a:blip r:embed="rId3" cstate="print"/>
          <a:srcRect/>
          <a:stretch>
            <a:fillRect/>
          </a:stretch>
        </p:blipFill>
        <p:spPr bwMode="auto">
          <a:xfrm>
            <a:off x="4673601" y="4343400"/>
            <a:ext cx="5905500" cy="2343150"/>
          </a:xfrm>
          <a:prstGeom prst="rect">
            <a:avLst/>
          </a:prstGeom>
          <a:ln>
            <a:noFill/>
          </a:ln>
          <a:effectLst>
            <a:outerShdw blurRad="190500" algn="tl" rotWithShape="0">
              <a:srgbClr val="000000">
                <a:alpha val="70000"/>
              </a:srgbClr>
            </a:outerShdw>
          </a:effectLst>
        </p:spPr>
      </p:pic>
      <p:pic>
        <p:nvPicPr>
          <p:cNvPr id="8" name="Picture 1032" descr="http://www.savingwithshellie.com/wp-content/uploads/2009/12/method-soap.jpg"/>
          <p:cNvPicPr>
            <a:picLocks noChangeAspect="1" noChangeArrowheads="1"/>
          </p:cNvPicPr>
          <p:nvPr/>
        </p:nvPicPr>
        <p:blipFill>
          <a:blip r:embed="rId4" cstate="print"/>
          <a:srcRect/>
          <a:stretch>
            <a:fillRect/>
          </a:stretch>
        </p:blipFill>
        <p:spPr bwMode="auto">
          <a:xfrm rot="639494">
            <a:off x="6604001" y="1676400"/>
            <a:ext cx="3695700" cy="1854200"/>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200" y="457201"/>
            <a:ext cx="10464800" cy="528039"/>
          </a:xfrm>
        </p:spPr>
        <p:txBody>
          <a:bodyPr/>
          <a:lstStyle/>
          <a:p>
            <a:pPr eaLnBrk="1" hangingPunct="1">
              <a:lnSpc>
                <a:spcPct val="90000"/>
              </a:lnSpc>
              <a:defRPr/>
            </a:pPr>
            <a:r>
              <a:rPr lang="en-US" sz="3000" dirty="0">
                <a:solidFill>
                  <a:schemeClr val="accent1"/>
                </a:solidFill>
                <a:effectLst>
                  <a:outerShdw blurRad="38100" dist="38100" dir="2700000" algn="tl">
                    <a:srgbClr val="C0C0C0"/>
                  </a:outerShdw>
                </a:effectLst>
              </a:rPr>
              <a:t>1.</a:t>
            </a:r>
            <a:r>
              <a:rPr lang="en-US" sz="3000" dirty="0">
                <a:effectLst>
                  <a:outerShdw blurRad="38100" dist="38100" dir="2700000" algn="tl">
                    <a:srgbClr val="C0C0C0"/>
                  </a:outerShdw>
                </a:effectLst>
              </a:rPr>
              <a:t> Promoting and Selling the Product</a:t>
            </a:r>
          </a:p>
        </p:txBody>
      </p:sp>
      <p:sp>
        <p:nvSpPr>
          <p:cNvPr id="18434" name="Content Placeholder 2"/>
          <p:cNvSpPr>
            <a:spLocks noGrp="1"/>
          </p:cNvSpPr>
          <p:nvPr>
            <p:ph idx="1"/>
          </p:nvPr>
        </p:nvSpPr>
        <p:spPr>
          <a:xfrm>
            <a:off x="5080000" y="1828800"/>
            <a:ext cx="5384800" cy="4419600"/>
          </a:xfrm>
        </p:spPr>
        <p:txBody>
          <a:bodyPr/>
          <a:lstStyle/>
          <a:p>
            <a:pPr lvl="1" eaLnBrk="1" hangingPunct="1">
              <a:lnSpc>
                <a:spcPct val="90000"/>
              </a:lnSpc>
              <a:buFont typeface="Wingdings 2" pitchFamily="18" charset="2"/>
              <a:buNone/>
              <a:defRPr/>
            </a:pPr>
            <a:r>
              <a:rPr lang="en-US" u="sng" dirty="0">
                <a:solidFill>
                  <a:srgbClr val="FFFF00"/>
                </a:solidFill>
                <a:effectLst>
                  <a:outerShdw blurRad="38100" dist="38100" dir="2700000" algn="tl">
                    <a:srgbClr val="C0C0C0"/>
                  </a:outerShdw>
                </a:effectLst>
              </a:rPr>
              <a:t>Mixed Bundling</a:t>
            </a:r>
            <a:r>
              <a:rPr lang="en-US" dirty="0">
                <a:solidFill>
                  <a:srgbClr val="FFFF00"/>
                </a:solidFill>
                <a:effectLst>
                  <a:outerShdw blurRad="38100" dist="38100" dir="2700000" algn="tl">
                    <a:srgbClr val="C0C0C0"/>
                  </a:outerShdw>
                </a:effectLst>
              </a:rPr>
              <a:t> – packaging different products or services together</a:t>
            </a:r>
          </a:p>
          <a:p>
            <a:pPr lvl="2" eaLnBrk="1" hangingPunct="1">
              <a:lnSpc>
                <a:spcPct val="90000"/>
              </a:lnSpc>
              <a:defRPr/>
            </a:pPr>
            <a:r>
              <a:rPr lang="en-US" dirty="0">
                <a:solidFill>
                  <a:srgbClr val="FFFF00"/>
                </a:solidFill>
                <a:effectLst>
                  <a:outerShdw blurRad="38100" dist="38100" dir="2700000" algn="tl">
                    <a:srgbClr val="C0C0C0"/>
                  </a:outerShdw>
                </a:effectLst>
              </a:rPr>
              <a:t>Usually the bundle price is cheaper than buying them individually</a:t>
            </a:r>
          </a:p>
          <a:p>
            <a:pPr lvl="2" eaLnBrk="1" hangingPunct="1">
              <a:lnSpc>
                <a:spcPct val="90000"/>
              </a:lnSpc>
              <a:buFont typeface="Wingdings" pitchFamily="2" charset="2"/>
              <a:buNone/>
              <a:defRPr/>
            </a:pPr>
            <a:endParaRPr lang="en-US" dirty="0">
              <a:solidFill>
                <a:srgbClr val="FFFF00"/>
              </a:solidFill>
              <a:effectLst>
                <a:outerShdw blurRad="38100" dist="38100" dir="2700000" algn="tl">
                  <a:srgbClr val="C0C0C0"/>
                </a:outerShdw>
              </a:effectLst>
            </a:endParaRPr>
          </a:p>
          <a:p>
            <a:pPr lvl="1" eaLnBrk="1" hangingPunct="1">
              <a:lnSpc>
                <a:spcPct val="90000"/>
              </a:lnSpc>
              <a:buFont typeface="Wingdings 2" pitchFamily="18" charset="2"/>
              <a:buNone/>
              <a:defRPr/>
            </a:pPr>
            <a:r>
              <a:rPr lang="en-US" u="sng" dirty="0">
                <a:solidFill>
                  <a:srgbClr val="FFFF00"/>
                </a:solidFill>
                <a:effectLst>
                  <a:outerShdw blurRad="38100" dist="38100" dir="2700000" algn="tl">
                    <a:srgbClr val="C0C0C0"/>
                  </a:outerShdw>
                </a:effectLst>
              </a:rPr>
              <a:t>Price Bundling</a:t>
            </a:r>
            <a:r>
              <a:rPr lang="en-US" dirty="0">
                <a:solidFill>
                  <a:srgbClr val="FFFF00"/>
                </a:solidFill>
                <a:effectLst>
                  <a:outerShdw blurRad="38100" dist="38100" dir="2700000" algn="tl">
                    <a:srgbClr val="C0C0C0"/>
                  </a:outerShdw>
                </a:effectLst>
              </a:rPr>
              <a:t> – two or more similar products are placed on sale for one package price</a:t>
            </a:r>
          </a:p>
          <a:p>
            <a:pPr lvl="1" eaLnBrk="1" hangingPunct="1">
              <a:lnSpc>
                <a:spcPct val="90000"/>
              </a:lnSpc>
              <a:buFont typeface="Wingdings 2" pitchFamily="18" charset="2"/>
              <a:buNone/>
              <a:defRPr/>
            </a:pPr>
            <a:endParaRPr lang="en-US" sz="1000" dirty="0">
              <a:solidFill>
                <a:schemeClr val="accent1"/>
              </a:solidFill>
              <a:effectLst>
                <a:outerShdw blurRad="38100" dist="38100" dir="2700000" algn="tl">
                  <a:srgbClr val="C0C0C0"/>
                </a:outerShdw>
              </a:effectLst>
            </a:endParaRPr>
          </a:p>
        </p:txBody>
      </p:sp>
      <p:pic>
        <p:nvPicPr>
          <p:cNvPr id="63493" name="Picture 5" descr="http://ladiapers.com/Baby_Magic_Combo_Pack.jpg"/>
          <p:cNvPicPr>
            <a:picLocks noChangeAspect="1" noChangeArrowheads="1"/>
          </p:cNvPicPr>
          <p:nvPr/>
        </p:nvPicPr>
        <p:blipFill>
          <a:blip r:embed="rId3" cstate="print"/>
          <a:srcRect/>
          <a:stretch>
            <a:fillRect/>
          </a:stretch>
        </p:blipFill>
        <p:spPr bwMode="auto">
          <a:xfrm>
            <a:off x="1016000" y="1676400"/>
            <a:ext cx="2844800" cy="2133600"/>
          </a:xfrm>
          <a:prstGeom prst="rect">
            <a:avLst/>
          </a:prstGeom>
          <a:ln>
            <a:noFill/>
          </a:ln>
          <a:effectLst>
            <a:outerShdw blurRad="190500" algn="tl" rotWithShape="0">
              <a:srgbClr val="000000">
                <a:alpha val="70000"/>
              </a:srgbClr>
            </a:outerShdw>
          </a:effectLst>
        </p:spPr>
      </p:pic>
      <p:pic>
        <p:nvPicPr>
          <p:cNvPr id="63495" name="Picture 7" descr="http://ladiapers.com/Johnsons_Head_to_toe_body_wash.jpg"/>
          <p:cNvPicPr>
            <a:picLocks noChangeAspect="1" noChangeArrowheads="1"/>
          </p:cNvPicPr>
          <p:nvPr/>
        </p:nvPicPr>
        <p:blipFill>
          <a:blip r:embed="rId4" cstate="print"/>
          <a:srcRect/>
          <a:stretch>
            <a:fillRect/>
          </a:stretch>
        </p:blipFill>
        <p:spPr bwMode="auto">
          <a:xfrm>
            <a:off x="1016000" y="4191000"/>
            <a:ext cx="2844800" cy="2057400"/>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6400" y="154922"/>
            <a:ext cx="9842931" cy="1135117"/>
          </a:xfrm>
        </p:spPr>
        <p:txBody>
          <a:bodyPr/>
          <a:lstStyle/>
          <a:p>
            <a:pPr eaLnBrk="1" hangingPunct="1">
              <a:defRPr/>
            </a:pPr>
            <a:r>
              <a:rPr lang="en-US" dirty="0">
                <a:solidFill>
                  <a:schemeClr val="accent1"/>
                </a:solidFill>
                <a:effectLst>
                  <a:outerShdw blurRad="38100" dist="38100" dir="2700000" algn="tl">
                    <a:srgbClr val="C0C0C0"/>
                  </a:outerShdw>
                </a:effectLst>
              </a:rPr>
              <a:t>2.</a:t>
            </a:r>
            <a:r>
              <a:rPr lang="en-US" dirty="0">
                <a:effectLst>
                  <a:outerShdw blurRad="38100" dist="38100" dir="2700000" algn="tl">
                    <a:srgbClr val="C0C0C0"/>
                  </a:outerShdw>
                </a:effectLst>
              </a:rPr>
              <a:t> Defining Product Identity </a:t>
            </a:r>
          </a:p>
        </p:txBody>
      </p:sp>
      <p:sp>
        <p:nvSpPr>
          <p:cNvPr id="20482" name="Content Placeholder 2"/>
          <p:cNvSpPr>
            <a:spLocks noGrp="1"/>
          </p:cNvSpPr>
          <p:nvPr>
            <p:ph idx="1"/>
          </p:nvPr>
        </p:nvSpPr>
        <p:spPr>
          <a:xfrm>
            <a:off x="508000" y="1447801"/>
            <a:ext cx="6604000" cy="2886075"/>
          </a:xfrm>
        </p:spPr>
        <p:txBody>
          <a:bodyPr/>
          <a:lstStyle/>
          <a:p>
            <a:pPr lvl="1" eaLnBrk="1" hangingPunct="1">
              <a:buFont typeface="Wingdings 2" pitchFamily="18" charset="2"/>
              <a:buNone/>
              <a:defRPr/>
            </a:pPr>
            <a:r>
              <a:rPr lang="en-US" dirty="0">
                <a:solidFill>
                  <a:srgbClr val="FFFF00"/>
                </a:solidFill>
                <a:effectLst>
                  <a:outerShdw blurRad="38100" dist="38100" dir="2700000" algn="tl">
                    <a:srgbClr val="C0C0C0"/>
                  </a:outerShdw>
                </a:effectLst>
              </a:rPr>
              <a:t>Packaging is sometimes used to promote an image such as prestige, convenience, or status</a:t>
            </a:r>
          </a:p>
          <a:p>
            <a:pPr lvl="1" eaLnBrk="1" hangingPunct="1">
              <a:buFont typeface="Wingdings 2" pitchFamily="18" charset="2"/>
              <a:buNone/>
              <a:defRPr/>
            </a:pPr>
            <a:endParaRPr lang="en-US" sz="1000" dirty="0">
              <a:solidFill>
                <a:srgbClr val="FFFF00"/>
              </a:solidFill>
              <a:effectLst>
                <a:outerShdw blurRad="38100" dist="38100" dir="2700000" algn="tl">
                  <a:srgbClr val="C0C0C0"/>
                </a:outerShdw>
              </a:effectLst>
            </a:endParaRPr>
          </a:p>
          <a:p>
            <a:pPr lvl="1" eaLnBrk="1" hangingPunct="1">
              <a:buFont typeface="Wingdings 2" pitchFamily="18" charset="2"/>
              <a:buNone/>
              <a:defRPr/>
            </a:pPr>
            <a:r>
              <a:rPr lang="en-US" dirty="0">
                <a:solidFill>
                  <a:srgbClr val="FFFF00"/>
                </a:solidFill>
                <a:effectLst>
                  <a:outerShdw blurRad="38100" dist="38100" dir="2700000" algn="tl">
                    <a:srgbClr val="C0C0C0"/>
                  </a:outerShdw>
                </a:effectLst>
              </a:rPr>
              <a:t>Can be a crucial part of the marketing strategy,  particularly in advertising</a:t>
            </a:r>
          </a:p>
        </p:txBody>
      </p:sp>
      <p:pic>
        <p:nvPicPr>
          <p:cNvPr id="20485" name="Picture 1029" descr="http://www.oo.com.au/prod/HB00217/1b.jpg"/>
          <p:cNvPicPr>
            <a:picLocks noChangeAspect="1" noChangeArrowheads="1"/>
          </p:cNvPicPr>
          <p:nvPr/>
        </p:nvPicPr>
        <p:blipFill>
          <a:blip r:embed="rId3" cstate="print"/>
          <a:srcRect/>
          <a:stretch>
            <a:fillRect/>
          </a:stretch>
        </p:blipFill>
        <p:spPr bwMode="auto">
          <a:xfrm>
            <a:off x="7416800" y="1676400"/>
            <a:ext cx="2844800" cy="2133600"/>
          </a:xfrm>
          <a:prstGeom prst="rect">
            <a:avLst/>
          </a:prstGeom>
          <a:ln>
            <a:noFill/>
          </a:ln>
          <a:effectLst>
            <a:outerShdw blurRad="190500" algn="tl" rotWithShape="0">
              <a:srgbClr val="000000">
                <a:alpha val="70000"/>
              </a:srgbClr>
            </a:outerShdw>
          </a:effectLst>
        </p:spPr>
      </p:pic>
      <p:pic>
        <p:nvPicPr>
          <p:cNvPr id="20490" name="Picture 1034" descr="http://www.coupondad.net/blog/wp-content/uploads/2009/09/lunchables.jpg"/>
          <p:cNvPicPr>
            <a:picLocks noChangeAspect="1" noChangeArrowheads="1"/>
          </p:cNvPicPr>
          <p:nvPr/>
        </p:nvPicPr>
        <p:blipFill>
          <a:blip r:embed="rId4" cstate="print"/>
          <a:srcRect/>
          <a:stretch>
            <a:fillRect/>
          </a:stretch>
        </p:blipFill>
        <p:spPr bwMode="auto">
          <a:xfrm>
            <a:off x="2032000" y="4495800"/>
            <a:ext cx="3962400" cy="2051050"/>
          </a:xfrm>
          <a:prstGeom prst="rect">
            <a:avLst/>
          </a:prstGeom>
          <a:ln>
            <a:noFill/>
          </a:ln>
          <a:effectLst>
            <a:outerShdw blurRad="190500" algn="tl" rotWithShape="0">
              <a:srgbClr val="000000">
                <a:alpha val="70000"/>
              </a:srgbClr>
            </a:outerShdw>
          </a:effectLst>
        </p:spPr>
      </p:pic>
      <p:pic>
        <p:nvPicPr>
          <p:cNvPr id="20492" name="Picture 1036" descr="http://content.etilize.com/Large/1012344387.jpg"/>
          <p:cNvPicPr>
            <a:picLocks noChangeAspect="1" noChangeArrowheads="1"/>
          </p:cNvPicPr>
          <p:nvPr/>
        </p:nvPicPr>
        <p:blipFill>
          <a:blip r:embed="rId5" cstate="print"/>
          <a:srcRect l="24000" t="5333" r="20000" b="6667"/>
          <a:stretch>
            <a:fillRect/>
          </a:stretch>
        </p:blipFill>
        <p:spPr bwMode="auto">
          <a:xfrm>
            <a:off x="7315200" y="4114800"/>
            <a:ext cx="2133600" cy="2514600"/>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6400" y="304800"/>
            <a:ext cx="10261600" cy="1143000"/>
          </a:xfrm>
        </p:spPr>
        <p:txBody>
          <a:bodyPr/>
          <a:lstStyle/>
          <a:p>
            <a:pPr eaLnBrk="1" hangingPunct="1">
              <a:defRPr/>
            </a:pPr>
            <a:r>
              <a:rPr lang="en-US" dirty="0">
                <a:solidFill>
                  <a:schemeClr val="accent1"/>
                </a:solidFill>
                <a:effectLst>
                  <a:outerShdw blurRad="38100" dist="38100" dir="2700000" algn="tl">
                    <a:srgbClr val="C0C0C0"/>
                  </a:outerShdw>
                </a:effectLst>
              </a:rPr>
              <a:t>3.</a:t>
            </a:r>
            <a:r>
              <a:rPr lang="en-US" dirty="0">
                <a:effectLst>
                  <a:outerShdw blurRad="38100" dist="38100" dir="2700000" algn="tl">
                    <a:srgbClr val="C0C0C0"/>
                  </a:outerShdw>
                </a:effectLst>
              </a:rPr>
              <a:t> Providing Information</a:t>
            </a:r>
            <a:endParaRPr lang="en-US" dirty="0"/>
          </a:p>
        </p:txBody>
      </p:sp>
      <p:sp>
        <p:nvSpPr>
          <p:cNvPr id="3" name="Content Placeholder 2"/>
          <p:cNvSpPr>
            <a:spLocks noGrp="1"/>
          </p:cNvSpPr>
          <p:nvPr>
            <p:ph idx="1"/>
          </p:nvPr>
        </p:nvSpPr>
        <p:spPr>
          <a:xfrm>
            <a:off x="4572000" y="1676401"/>
            <a:ext cx="5791200" cy="2962275"/>
          </a:xfrm>
        </p:spPr>
        <p:txBody>
          <a:bodyPr/>
          <a:lstStyle/>
          <a:p>
            <a:pPr lvl="1" eaLnBrk="1" hangingPunct="1">
              <a:defRPr/>
            </a:pPr>
            <a:r>
              <a:rPr lang="en-US" dirty="0">
                <a:effectLst>
                  <a:outerShdw blurRad="38100" dist="38100" dir="2700000" algn="tl">
                    <a:srgbClr val="C0C0C0"/>
                  </a:outerShdw>
                </a:effectLst>
              </a:rPr>
              <a:t>   Gives customer useful information on:</a:t>
            </a:r>
          </a:p>
          <a:p>
            <a:pPr lvl="2" eaLnBrk="1" hangingPunct="1">
              <a:defRPr/>
            </a:pPr>
            <a:r>
              <a:rPr lang="en-US" dirty="0">
                <a:effectLst>
                  <a:outerShdw blurRad="38100" dist="38100" dir="2700000" algn="tl">
                    <a:srgbClr val="C0C0C0"/>
                  </a:outerShdw>
                </a:effectLst>
              </a:rPr>
              <a:t>directions for using the product</a:t>
            </a:r>
          </a:p>
          <a:p>
            <a:pPr lvl="2" eaLnBrk="1" hangingPunct="1">
              <a:defRPr/>
            </a:pPr>
            <a:r>
              <a:rPr lang="en-US" dirty="0">
                <a:effectLst>
                  <a:outerShdw blurRad="38100" dist="38100" dir="2700000" algn="tl">
                    <a:srgbClr val="C0C0C0"/>
                  </a:outerShdw>
                </a:effectLst>
              </a:rPr>
              <a:t>its contents</a:t>
            </a:r>
          </a:p>
          <a:p>
            <a:pPr lvl="2" eaLnBrk="1" hangingPunct="1">
              <a:defRPr/>
            </a:pPr>
            <a:r>
              <a:rPr lang="en-US" dirty="0">
                <a:effectLst>
                  <a:outerShdw blurRad="38100" dist="38100" dir="2700000" algn="tl">
                    <a:srgbClr val="C0C0C0"/>
                  </a:outerShdw>
                </a:effectLst>
              </a:rPr>
              <a:t>product guarantees</a:t>
            </a:r>
          </a:p>
          <a:p>
            <a:pPr lvl="2" eaLnBrk="1" hangingPunct="1">
              <a:defRPr/>
            </a:pPr>
            <a:r>
              <a:rPr lang="en-US" dirty="0">
                <a:effectLst>
                  <a:outerShdw blurRad="38100" dist="38100" dir="2700000" algn="tl">
                    <a:srgbClr val="C0C0C0"/>
                  </a:outerShdw>
                </a:effectLst>
              </a:rPr>
              <a:t>nutritional value</a:t>
            </a:r>
          </a:p>
          <a:p>
            <a:pPr lvl="2" eaLnBrk="1" hangingPunct="1">
              <a:defRPr/>
            </a:pPr>
            <a:r>
              <a:rPr lang="en-US" dirty="0">
                <a:effectLst>
                  <a:outerShdw blurRad="38100" dist="38100" dir="2700000" algn="tl">
                    <a:srgbClr val="C0C0C0"/>
                  </a:outerShdw>
                </a:effectLst>
              </a:rPr>
              <a:t>potential hazards</a:t>
            </a:r>
          </a:p>
          <a:p>
            <a:pPr eaLnBrk="1" hangingPunct="1">
              <a:defRPr/>
            </a:pPr>
            <a:endParaRPr lang="en-US" dirty="0"/>
          </a:p>
        </p:txBody>
      </p:sp>
      <p:pic>
        <p:nvPicPr>
          <p:cNvPr id="65541" name="Picture 5" descr="http://supertryme.files.wordpress.com/2008/11/nutrition-label1.gif"/>
          <p:cNvPicPr>
            <a:picLocks noChangeAspect="1" noChangeArrowheads="1"/>
          </p:cNvPicPr>
          <p:nvPr/>
        </p:nvPicPr>
        <p:blipFill>
          <a:blip r:embed="rId2" cstate="print"/>
          <a:srcRect l="2190" r="40862" b="2572"/>
          <a:stretch>
            <a:fillRect/>
          </a:stretch>
        </p:blipFill>
        <p:spPr bwMode="auto">
          <a:xfrm>
            <a:off x="2032001" y="1828800"/>
            <a:ext cx="2095500" cy="3505200"/>
          </a:xfrm>
          <a:prstGeom prst="rect">
            <a:avLst/>
          </a:prstGeom>
          <a:ln>
            <a:noFill/>
          </a:ln>
          <a:effectLst>
            <a:outerShdw blurRad="190500" algn="tl" rotWithShape="0">
              <a:srgbClr val="000000">
                <a:alpha val="70000"/>
              </a:srgbClr>
            </a:outerShdw>
          </a:effectLst>
        </p:spPr>
      </p:pic>
      <p:pic>
        <p:nvPicPr>
          <p:cNvPr id="65543" name="Picture 7" descr="http://z.about.com/d/housekeeping/1/0/_/3/products_caution.JPG"/>
          <p:cNvPicPr>
            <a:picLocks noChangeAspect="1" noChangeArrowheads="1"/>
          </p:cNvPicPr>
          <p:nvPr/>
        </p:nvPicPr>
        <p:blipFill>
          <a:blip r:embed="rId3" cstate="print"/>
          <a:srcRect/>
          <a:stretch>
            <a:fillRect/>
          </a:stretch>
        </p:blipFill>
        <p:spPr bwMode="auto">
          <a:xfrm>
            <a:off x="3759201" y="4724401"/>
            <a:ext cx="4036484" cy="1838325"/>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1200" y="154922"/>
            <a:ext cx="9855200" cy="1135117"/>
          </a:xfrm>
        </p:spPr>
        <p:txBody>
          <a:bodyPr>
            <a:normAutofit/>
          </a:bodyPr>
          <a:lstStyle/>
          <a:p>
            <a:pPr eaLnBrk="1" hangingPunct="1">
              <a:defRPr/>
            </a:pPr>
            <a:r>
              <a:rPr lang="en-US" dirty="0">
                <a:solidFill>
                  <a:schemeClr val="accent1"/>
                </a:solidFill>
                <a:effectLst>
                  <a:outerShdw blurRad="38100" dist="38100" dir="2700000" algn="tl">
                    <a:srgbClr val="C0C0C0"/>
                  </a:outerShdw>
                </a:effectLst>
              </a:rPr>
              <a:t>4.</a:t>
            </a:r>
            <a:r>
              <a:rPr lang="en-US" dirty="0">
                <a:effectLst>
                  <a:outerShdw blurRad="38100" dist="38100" dir="2700000" algn="tl">
                    <a:srgbClr val="C0C0C0"/>
                  </a:outerShdw>
                </a:effectLst>
              </a:rPr>
              <a:t> Expressing Customer Needs</a:t>
            </a:r>
          </a:p>
        </p:txBody>
      </p:sp>
      <p:sp>
        <p:nvSpPr>
          <p:cNvPr id="22530" name="Content Placeholder 2"/>
          <p:cNvSpPr>
            <a:spLocks noGrp="1"/>
          </p:cNvSpPr>
          <p:nvPr>
            <p:ph idx="1"/>
          </p:nvPr>
        </p:nvSpPr>
        <p:spPr>
          <a:xfrm>
            <a:off x="406400" y="1676400"/>
            <a:ext cx="9652000" cy="2276475"/>
          </a:xfrm>
        </p:spPr>
        <p:txBody>
          <a:bodyPr>
            <a:normAutofit/>
          </a:bodyPr>
          <a:lstStyle/>
          <a:p>
            <a:pPr lvl="1" eaLnBrk="1" hangingPunct="1">
              <a:buFont typeface="Wingdings 2" pitchFamily="18" charset="2"/>
              <a:buNone/>
              <a:defRPr/>
            </a:pPr>
            <a:r>
              <a:rPr lang="en-US" dirty="0">
                <a:effectLst>
                  <a:outerShdw blurRad="38100" dist="38100" dir="2700000" algn="tl">
                    <a:srgbClr val="C0C0C0"/>
                  </a:outerShdw>
                </a:effectLst>
              </a:rPr>
              <a:t>When designing packages, companies analyze customer lifestyles and create packaging that meets their needs for </a:t>
            </a:r>
            <a:r>
              <a:rPr lang="en-US" u="sng" dirty="0">
                <a:effectLst>
                  <a:outerShdw blurRad="38100" dist="38100" dir="2700000" algn="tl">
                    <a:srgbClr val="C0C0C0"/>
                  </a:outerShdw>
                </a:effectLst>
              </a:rPr>
              <a:t>size</a:t>
            </a:r>
            <a:r>
              <a:rPr lang="en-US" dirty="0">
                <a:effectLst>
                  <a:outerShdw blurRad="38100" dist="38100" dir="2700000" algn="tl">
                    <a:srgbClr val="C0C0C0"/>
                  </a:outerShdw>
                </a:effectLst>
              </a:rPr>
              <a:t> and </a:t>
            </a:r>
            <a:r>
              <a:rPr lang="en-US" u="sng" dirty="0">
                <a:effectLst>
                  <a:outerShdw blurRad="38100" dist="38100" dir="2700000" algn="tl">
                    <a:srgbClr val="C0C0C0"/>
                  </a:outerShdw>
                </a:effectLst>
              </a:rPr>
              <a:t>convenience</a:t>
            </a:r>
          </a:p>
          <a:p>
            <a:pPr lvl="1" eaLnBrk="1" hangingPunct="1">
              <a:buFont typeface="Wingdings 2" pitchFamily="18" charset="2"/>
              <a:buNone/>
              <a:defRPr/>
            </a:pPr>
            <a:endParaRPr lang="en-US" dirty="0">
              <a:effectLst>
                <a:outerShdw blurRad="38100" dist="38100" dir="2700000" algn="tl">
                  <a:srgbClr val="C0C0C0"/>
                </a:outerShdw>
              </a:effectLst>
            </a:endParaRPr>
          </a:p>
          <a:p>
            <a:pPr lvl="1" eaLnBrk="1" hangingPunct="1">
              <a:buFont typeface="Wingdings 2" pitchFamily="18" charset="2"/>
              <a:buNone/>
              <a:defRPr/>
            </a:pPr>
            <a:r>
              <a:rPr lang="en-US" dirty="0">
                <a:effectLst>
                  <a:outerShdw blurRad="38100" dist="38100" dir="2700000" algn="tl">
                    <a:srgbClr val="C0C0C0"/>
                  </a:outerShdw>
                </a:effectLst>
              </a:rPr>
              <a:t>Packages often come in various sizes </a:t>
            </a:r>
          </a:p>
          <a:p>
            <a:pPr lvl="2" eaLnBrk="1" hangingPunct="1">
              <a:defRPr/>
            </a:pPr>
            <a:r>
              <a:rPr lang="en-US" dirty="0">
                <a:effectLst>
                  <a:outerShdw blurRad="38100" dist="38100" dir="2700000" algn="tl">
                    <a:srgbClr val="C0C0C0"/>
                  </a:outerShdw>
                </a:effectLst>
              </a:rPr>
              <a:t>Family size </a:t>
            </a:r>
          </a:p>
          <a:p>
            <a:pPr lvl="2" eaLnBrk="1" hangingPunct="1">
              <a:defRPr/>
            </a:pPr>
            <a:r>
              <a:rPr lang="en-US" dirty="0">
                <a:effectLst>
                  <a:outerShdw blurRad="38100" dist="38100" dir="2700000" algn="tl">
                    <a:srgbClr val="C0C0C0"/>
                  </a:outerShdw>
                </a:effectLst>
              </a:rPr>
              <a:t>Single serving</a:t>
            </a:r>
          </a:p>
          <a:p>
            <a:pPr lvl="2" eaLnBrk="1" hangingPunct="1">
              <a:defRPr/>
            </a:pPr>
            <a:endParaRPr lang="en-US" dirty="0">
              <a:effectLst>
                <a:outerShdw blurRad="38100" dist="38100" dir="2700000" algn="tl">
                  <a:srgbClr val="C0C0C0"/>
                </a:outerShdw>
              </a:effectLst>
            </a:endParaRPr>
          </a:p>
        </p:txBody>
      </p:sp>
      <p:pic>
        <p:nvPicPr>
          <p:cNvPr id="22532" name="Picture 4" descr="http://tbn0.google.com/images?q=tbn:eIGG8LlAi-HN0M:http://www.globalpackagegallery.com/main.php%3Fg2_view%3Dcore.DownloadItem%26g2_itemId%3D61180%26g2_serialNumber%3D2">
            <a:hlinkClick r:id="rId3"/>
          </p:cNvPr>
          <p:cNvPicPr>
            <a:picLocks noChangeAspect="1" noChangeArrowheads="1"/>
          </p:cNvPicPr>
          <p:nvPr/>
        </p:nvPicPr>
        <p:blipFill>
          <a:blip r:embed="rId4" cstate="print"/>
          <a:srcRect/>
          <a:stretch>
            <a:fillRect/>
          </a:stretch>
        </p:blipFill>
        <p:spPr bwMode="auto">
          <a:xfrm>
            <a:off x="9753600" y="1371600"/>
            <a:ext cx="1930400" cy="1697038"/>
          </a:xfrm>
          <a:prstGeom prst="rect">
            <a:avLst/>
          </a:prstGeom>
          <a:ln>
            <a:noFill/>
          </a:ln>
          <a:effectLst>
            <a:outerShdw blurRad="190500" algn="tl" rotWithShape="0">
              <a:srgbClr val="000000">
                <a:alpha val="70000"/>
              </a:srgbClr>
            </a:outerShdw>
          </a:effectLst>
        </p:spPr>
      </p:pic>
      <p:pic>
        <p:nvPicPr>
          <p:cNvPr id="22536" name="Picture 1032" descr="http://img.meijer.com/assets/product_images/styles/xlarge/1001029_043000111819_A_400.jpg"/>
          <p:cNvPicPr>
            <a:picLocks noChangeAspect="1" noChangeArrowheads="1"/>
          </p:cNvPicPr>
          <p:nvPr/>
        </p:nvPicPr>
        <p:blipFill>
          <a:blip r:embed="rId5" cstate="print"/>
          <a:srcRect l="15152" r="15151"/>
          <a:stretch>
            <a:fillRect/>
          </a:stretch>
        </p:blipFill>
        <p:spPr bwMode="auto">
          <a:xfrm>
            <a:off x="9347200" y="3810000"/>
            <a:ext cx="2575984" cy="2770188"/>
          </a:xfrm>
          <a:prstGeom prst="rect">
            <a:avLst/>
          </a:prstGeom>
          <a:ln>
            <a:noFill/>
          </a:ln>
          <a:effectLst>
            <a:outerShdw blurRad="292100" dist="139700" dir="2700000" algn="tl" rotWithShape="0">
              <a:srgbClr val="333333">
                <a:alpha val="65000"/>
              </a:srgbClr>
            </a:outerShdw>
          </a:effectLst>
        </p:spPr>
      </p:pic>
      <p:pic>
        <p:nvPicPr>
          <p:cNvPr id="22540" name="Picture 1036" descr="http://p4.p.pixnet.net/albums/userpics/4/7/301247/1194352398.jpg"/>
          <p:cNvPicPr>
            <a:picLocks noChangeAspect="1" noChangeArrowheads="1"/>
          </p:cNvPicPr>
          <p:nvPr/>
        </p:nvPicPr>
        <p:blipFill>
          <a:blip r:embed="rId6" cstate="print"/>
          <a:srcRect l="7095" t="12000" r="4213" b="8000"/>
          <a:stretch>
            <a:fillRect/>
          </a:stretch>
        </p:blipFill>
        <p:spPr bwMode="auto">
          <a:xfrm>
            <a:off x="3149600" y="4495800"/>
            <a:ext cx="2286000" cy="2057400"/>
          </a:xfrm>
          <a:prstGeom prst="rect">
            <a:avLst/>
          </a:prstGeom>
          <a:ln>
            <a:noFill/>
          </a:ln>
          <a:effectLst>
            <a:outerShdw blurRad="190500" algn="tl" rotWithShape="0">
              <a:srgbClr val="000000">
                <a:alpha val="70000"/>
              </a:srgbClr>
            </a:outerShdw>
          </a:effectLst>
        </p:spPr>
      </p:pic>
      <p:pic>
        <p:nvPicPr>
          <p:cNvPr id="22538" name="Picture 1034" descr="http://pzrservices.typepad.com/.a/6a00d83451ccbc69e20120a5e7a3f6970b-400wi"/>
          <p:cNvPicPr>
            <a:picLocks noChangeAspect="1" noChangeArrowheads="1"/>
          </p:cNvPicPr>
          <p:nvPr/>
        </p:nvPicPr>
        <p:blipFill>
          <a:blip r:embed="rId7" cstate="print"/>
          <a:srcRect l="8000" t="10922" r="10000" b="9898"/>
          <a:stretch>
            <a:fillRect/>
          </a:stretch>
        </p:blipFill>
        <p:spPr bwMode="auto">
          <a:xfrm>
            <a:off x="6096000" y="4800600"/>
            <a:ext cx="2728384" cy="1447800"/>
          </a:xfrm>
          <a:prstGeom prst="rect">
            <a:avLst/>
          </a:prstGeom>
          <a:ln>
            <a:noFill/>
          </a:ln>
          <a:effectLst>
            <a:outerShdw blurRad="190500" algn="tl" rotWithShape="0">
              <a:srgbClr val="000000">
                <a:alpha val="70000"/>
              </a:srgbClr>
            </a:outerShdw>
          </a:effectLst>
        </p:spPr>
      </p:pic>
      <p:pic>
        <p:nvPicPr>
          <p:cNvPr id="13321" name="Picture 9" descr="http://1.bp.blogspot.com/_8xiu0lUqlaY/SxXa09rayEI/AAAAAAAAAD4/M-lCtYFGVzU/s320/Choc-Indulgence-6-Pack.jpg"/>
          <p:cNvPicPr>
            <a:picLocks noChangeAspect="1" noChangeArrowheads="1"/>
          </p:cNvPicPr>
          <p:nvPr/>
        </p:nvPicPr>
        <p:blipFill>
          <a:blip r:embed="rId8" cstate="print"/>
          <a:srcRect/>
          <a:stretch>
            <a:fillRect/>
          </a:stretch>
        </p:blipFill>
        <p:spPr bwMode="auto">
          <a:xfrm>
            <a:off x="406400" y="5029201"/>
            <a:ext cx="2540000" cy="1000125"/>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8" descr="http://tbn0.google.com/images?q=tbn:EFBaUbf9YkCevM:http://www.soschildrensvillages.org.uk/imgs/newsfeed/Pharmaceutical%2Bdrugs_889_18257745_0_0_2145_300.jpg">
            <a:hlinkClick r:id="rId2"/>
          </p:cNvPr>
          <p:cNvPicPr>
            <a:picLocks noChangeAspect="1" noChangeArrowheads="1"/>
          </p:cNvPicPr>
          <p:nvPr/>
        </p:nvPicPr>
        <p:blipFill>
          <a:blip r:embed="rId3" cstate="print"/>
          <a:srcRect/>
          <a:stretch>
            <a:fillRect/>
          </a:stretch>
        </p:blipFill>
        <p:spPr bwMode="auto">
          <a:xfrm rot="1099328">
            <a:off x="9453034" y="3917950"/>
            <a:ext cx="2506133" cy="1409700"/>
          </a:xfrm>
          <a:prstGeom prst="rect">
            <a:avLst/>
          </a:prstGeom>
          <a:ln>
            <a:noFill/>
          </a:ln>
          <a:effectLst>
            <a:outerShdw blurRad="190500" algn="tl" rotWithShape="0">
              <a:srgbClr val="000000">
                <a:alpha val="70000"/>
              </a:srgbClr>
            </a:outerShdw>
          </a:effectLst>
        </p:spPr>
      </p:pic>
      <p:pic>
        <p:nvPicPr>
          <p:cNvPr id="66566" name="Picture 6" descr="http://www.concordsupplies.com/_webcache/cdb30020_1_1.jpg"/>
          <p:cNvPicPr>
            <a:picLocks noChangeAspect="1" noChangeArrowheads="1"/>
          </p:cNvPicPr>
          <p:nvPr/>
        </p:nvPicPr>
        <p:blipFill>
          <a:blip r:embed="rId4" cstate="print"/>
          <a:srcRect t="16667" b="13333"/>
          <a:stretch>
            <a:fillRect/>
          </a:stretch>
        </p:blipFill>
        <p:spPr bwMode="auto">
          <a:xfrm rot="20811829">
            <a:off x="8393740" y="2828925"/>
            <a:ext cx="3048000" cy="1600200"/>
          </a:xfrm>
          <a:prstGeom prst="rect">
            <a:avLst/>
          </a:prstGeom>
          <a:ln>
            <a:noFill/>
          </a:ln>
          <a:effectLst>
            <a:outerShdw blurRad="190500" algn="tl" rotWithShape="0">
              <a:srgbClr val="000000">
                <a:alpha val="70000"/>
              </a:srgbClr>
            </a:outerShdw>
          </a:effectLst>
        </p:spPr>
      </p:pic>
      <p:sp>
        <p:nvSpPr>
          <p:cNvPr id="2" name="Title 1"/>
          <p:cNvSpPr>
            <a:spLocks noGrp="1"/>
          </p:cNvSpPr>
          <p:nvPr>
            <p:ph type="title"/>
          </p:nvPr>
        </p:nvSpPr>
        <p:spPr>
          <a:xfrm>
            <a:off x="304800" y="228601"/>
            <a:ext cx="9652000" cy="625475"/>
          </a:xfrm>
        </p:spPr>
        <p:txBody>
          <a:bodyPr>
            <a:normAutofit fontScale="90000"/>
          </a:bodyPr>
          <a:lstStyle/>
          <a:p>
            <a:pPr eaLnBrk="1" hangingPunct="1">
              <a:defRPr/>
            </a:pPr>
            <a:r>
              <a:rPr lang="en-US" dirty="0">
                <a:solidFill>
                  <a:schemeClr val="accent1"/>
                </a:solidFill>
                <a:effectLst>
                  <a:outerShdw blurRad="38100" dist="38100" dir="2700000" algn="tl">
                    <a:srgbClr val="C0C0C0"/>
                  </a:outerShdw>
                </a:effectLst>
              </a:rPr>
              <a:t>5.</a:t>
            </a:r>
            <a:r>
              <a:rPr lang="en-US" dirty="0">
                <a:effectLst>
                  <a:outerShdw blurRad="38100" dist="38100" dir="2700000" algn="tl">
                    <a:srgbClr val="C0C0C0"/>
                  </a:outerShdw>
                </a:effectLst>
              </a:rPr>
              <a:t> Ensure Safe Use</a:t>
            </a:r>
            <a:endParaRPr lang="en-US" dirty="0"/>
          </a:p>
        </p:txBody>
      </p:sp>
      <p:sp>
        <p:nvSpPr>
          <p:cNvPr id="3" name="Content Placeholder 2"/>
          <p:cNvSpPr>
            <a:spLocks noGrp="1"/>
          </p:cNvSpPr>
          <p:nvPr>
            <p:ph idx="1"/>
          </p:nvPr>
        </p:nvSpPr>
        <p:spPr>
          <a:xfrm>
            <a:off x="304800" y="1143000"/>
            <a:ext cx="8534400" cy="4114800"/>
          </a:xfrm>
        </p:spPr>
        <p:txBody>
          <a:bodyPr/>
          <a:lstStyle/>
          <a:p>
            <a:pPr lvl="1" eaLnBrk="1" hangingPunct="1">
              <a:buFont typeface="Wingdings 2" pitchFamily="18" charset="2"/>
              <a:buNone/>
              <a:defRPr/>
            </a:pPr>
            <a:r>
              <a:rPr lang="en-US" sz="2500" dirty="0">
                <a:effectLst>
                  <a:outerShdw blurRad="38100" dist="38100" dir="2700000" algn="tl">
                    <a:srgbClr val="C0C0C0"/>
                  </a:outerShdw>
                </a:effectLst>
              </a:rPr>
              <a:t>Proper packaging helps to eliminate  potential injuries or misuse of a product</a:t>
            </a:r>
          </a:p>
          <a:p>
            <a:pPr lvl="2" eaLnBrk="1" hangingPunct="1">
              <a:defRPr/>
            </a:pPr>
            <a:r>
              <a:rPr lang="en-US" sz="2500" dirty="0">
                <a:effectLst>
                  <a:outerShdw blurRad="38100" dist="38100" dir="2700000" algn="tl">
                    <a:srgbClr val="C0C0C0"/>
                  </a:outerShdw>
                </a:effectLst>
              </a:rPr>
              <a:t>Formerly glass containers are now plastic</a:t>
            </a:r>
          </a:p>
          <a:p>
            <a:pPr lvl="2" eaLnBrk="1" hangingPunct="1">
              <a:defRPr/>
            </a:pPr>
            <a:r>
              <a:rPr lang="en-US" sz="2500" dirty="0">
                <a:effectLst>
                  <a:outerShdw blurRad="38100" dist="38100" dir="2700000" algn="tl">
                    <a:srgbClr val="C0C0C0"/>
                  </a:outerShdw>
                </a:effectLst>
              </a:rPr>
              <a:t>Childproof caps</a:t>
            </a:r>
          </a:p>
          <a:p>
            <a:pPr lvl="2" eaLnBrk="1" hangingPunct="1">
              <a:defRPr/>
            </a:pPr>
            <a:r>
              <a:rPr lang="en-US" sz="2500" dirty="0">
                <a:effectLst>
                  <a:outerShdw blurRad="38100" dist="38100" dir="2700000" algn="tl">
                    <a:srgbClr val="C0C0C0"/>
                  </a:outerShdw>
                </a:effectLst>
              </a:rPr>
              <a:t>Tamper resistant packages</a:t>
            </a:r>
          </a:p>
          <a:p>
            <a:pPr lvl="3" eaLnBrk="1" hangingPunct="1">
              <a:defRPr/>
            </a:pPr>
            <a:r>
              <a:rPr lang="en-US" sz="2200" dirty="0" err="1">
                <a:effectLst>
                  <a:outerShdw blurRad="38100" dist="38100" dir="2700000" algn="tl">
                    <a:srgbClr val="C0C0C0"/>
                  </a:outerShdw>
                </a:effectLst>
              </a:rPr>
              <a:t>Blisterpacks</a:t>
            </a:r>
            <a:r>
              <a:rPr lang="en-US" sz="2200" dirty="0">
                <a:effectLst>
                  <a:outerShdw blurRad="38100" dist="38100" dir="2700000" algn="tl">
                    <a:srgbClr val="C0C0C0"/>
                  </a:outerShdw>
                </a:effectLst>
              </a:rPr>
              <a:t> – packages with </a:t>
            </a:r>
            <a:r>
              <a:rPr lang="en-US" sz="2200" dirty="0">
                <a:solidFill>
                  <a:schemeClr val="accent4"/>
                </a:solidFill>
                <a:effectLst>
                  <a:outerShdw blurRad="38100" dist="38100" dir="2700000" algn="tl">
                    <a:srgbClr val="C0C0C0"/>
                  </a:outerShdw>
                </a:effectLst>
              </a:rPr>
              <a:t>preformed plastic molds surrounding individual items arranged on a backing</a:t>
            </a:r>
          </a:p>
          <a:p>
            <a:pPr eaLnBrk="1" hangingPunct="1">
              <a:defRPr/>
            </a:pPr>
            <a:endParaRPr lang="en-US" dirty="0"/>
          </a:p>
        </p:txBody>
      </p:sp>
      <p:pic>
        <p:nvPicPr>
          <p:cNvPr id="66562" name="Picture 2" descr="http://jeffpearlman.com/wp-content/uploads/2009/02/lg_coca-cola_classic_bottle.jpg"/>
          <p:cNvPicPr>
            <a:picLocks noChangeAspect="1" noChangeArrowheads="1"/>
          </p:cNvPicPr>
          <p:nvPr/>
        </p:nvPicPr>
        <p:blipFill>
          <a:blip r:embed="rId5" cstate="print"/>
          <a:srcRect/>
          <a:stretch>
            <a:fillRect/>
          </a:stretch>
        </p:blipFill>
        <p:spPr bwMode="auto">
          <a:xfrm>
            <a:off x="9347200" y="381000"/>
            <a:ext cx="950384" cy="2205038"/>
          </a:xfrm>
          <a:prstGeom prst="rect">
            <a:avLst/>
          </a:prstGeom>
          <a:ln>
            <a:noFill/>
          </a:ln>
          <a:effectLst>
            <a:outerShdw blurRad="190500" algn="tl" rotWithShape="0">
              <a:srgbClr val="000000">
                <a:alpha val="70000"/>
              </a:srgbClr>
            </a:outerShdw>
          </a:effectLst>
        </p:spPr>
      </p:pic>
      <p:pic>
        <p:nvPicPr>
          <p:cNvPr id="66564" name="Picture 4" descr="http://prospect.rsc.org/blogs/cw/wp-content/uploads/2009/05/coke-bottle.jpg"/>
          <p:cNvPicPr>
            <a:picLocks noChangeAspect="1" noChangeArrowheads="1"/>
          </p:cNvPicPr>
          <p:nvPr/>
        </p:nvPicPr>
        <p:blipFill>
          <a:blip r:embed="rId6" cstate="print"/>
          <a:srcRect/>
          <a:stretch>
            <a:fillRect/>
          </a:stretch>
        </p:blipFill>
        <p:spPr bwMode="auto">
          <a:xfrm>
            <a:off x="10566400" y="381000"/>
            <a:ext cx="1117600" cy="2236788"/>
          </a:xfrm>
          <a:prstGeom prst="rect">
            <a:avLst/>
          </a:prstGeom>
          <a:ln>
            <a:noFill/>
          </a:ln>
          <a:effectLst>
            <a:outerShdw blurRad="190500" algn="tl" rotWithShape="0">
              <a:srgbClr val="000000">
                <a:alpha val="70000"/>
              </a:srgbClr>
            </a:outerShdw>
          </a:effectLst>
        </p:spPr>
      </p:pic>
      <p:pic>
        <p:nvPicPr>
          <p:cNvPr id="14345" name="Picture 9" descr="http://www.thecloroxcompany.com/company/history/bottleguide/images/clbgrp.jpg"/>
          <p:cNvPicPr>
            <a:picLocks noChangeAspect="1" noChangeArrowheads="1"/>
          </p:cNvPicPr>
          <p:nvPr/>
        </p:nvPicPr>
        <p:blipFill>
          <a:blip r:embed="rId7" cstate="print"/>
          <a:srcRect/>
          <a:stretch>
            <a:fillRect/>
          </a:stretch>
        </p:blipFill>
        <p:spPr bwMode="auto">
          <a:xfrm>
            <a:off x="812800" y="5105400"/>
            <a:ext cx="3124200" cy="1619250"/>
          </a:xfrm>
          <a:prstGeom prst="rect">
            <a:avLst/>
          </a:prstGeom>
          <a:ln>
            <a:noFill/>
          </a:ln>
          <a:effectLst>
            <a:outerShdw blurRad="190500" algn="tl" rotWithShape="0">
              <a:srgbClr val="000000">
                <a:alpha val="70000"/>
              </a:srgbClr>
            </a:outerShdw>
          </a:effectLst>
        </p:spPr>
      </p:pic>
      <p:pic>
        <p:nvPicPr>
          <p:cNvPr id="14347" name="Picture 11" descr="http://comps.fotosearch.com/comp/BNS/BNS346/child-proof-pill_~bn254120.jpg"/>
          <p:cNvPicPr>
            <a:picLocks noChangeAspect="1" noChangeArrowheads="1"/>
          </p:cNvPicPr>
          <p:nvPr/>
        </p:nvPicPr>
        <p:blipFill>
          <a:blip r:embed="rId8" cstate="print"/>
          <a:srcRect t="5000" b="15000"/>
          <a:stretch>
            <a:fillRect/>
          </a:stretch>
        </p:blipFill>
        <p:spPr bwMode="auto">
          <a:xfrm>
            <a:off x="7010400" y="4953000"/>
            <a:ext cx="1875367" cy="1600200"/>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1200" y="609601"/>
            <a:ext cx="9324813" cy="680439"/>
          </a:xfrm>
        </p:spPr>
        <p:txBody>
          <a:bodyPr>
            <a:normAutofit fontScale="90000"/>
          </a:bodyPr>
          <a:lstStyle/>
          <a:p>
            <a:pPr eaLnBrk="1" hangingPunct="1">
              <a:defRPr/>
            </a:pPr>
            <a:r>
              <a:rPr lang="en-US" dirty="0">
                <a:solidFill>
                  <a:schemeClr val="accent1"/>
                </a:solidFill>
                <a:effectLst>
                  <a:outerShdw blurRad="38100" dist="38100" dir="2700000" algn="tl">
                    <a:srgbClr val="C0C0C0"/>
                  </a:outerShdw>
                </a:effectLst>
              </a:rPr>
              <a:t>6.</a:t>
            </a:r>
            <a:r>
              <a:rPr lang="en-US" dirty="0">
                <a:effectLst>
                  <a:outerShdw blurRad="38100" dist="38100" dir="2700000" algn="tl">
                    <a:srgbClr val="C0C0C0"/>
                  </a:outerShdw>
                </a:effectLst>
              </a:rPr>
              <a:t> Protecting the Product</a:t>
            </a:r>
          </a:p>
        </p:txBody>
      </p:sp>
      <p:sp>
        <p:nvSpPr>
          <p:cNvPr id="24578" name="Content Placeholder 2"/>
          <p:cNvSpPr>
            <a:spLocks noGrp="1"/>
          </p:cNvSpPr>
          <p:nvPr>
            <p:ph idx="1"/>
          </p:nvPr>
        </p:nvSpPr>
        <p:spPr/>
        <p:txBody>
          <a:bodyPr/>
          <a:lstStyle/>
          <a:p>
            <a:pPr lvl="1" eaLnBrk="1" hangingPunct="1">
              <a:defRPr/>
            </a:pPr>
            <a:r>
              <a:rPr lang="en-US" dirty="0">
                <a:effectLst>
                  <a:outerShdw blurRad="38100" dist="38100" dir="2700000" algn="tl">
                    <a:srgbClr val="C0C0C0"/>
                  </a:outerShdw>
                </a:effectLst>
              </a:rPr>
              <a:t>Must protect during shipping, storage, and display</a:t>
            </a:r>
          </a:p>
          <a:p>
            <a:pPr lvl="1" eaLnBrk="1" hangingPunct="1">
              <a:defRPr/>
            </a:pPr>
            <a:r>
              <a:rPr lang="en-US" dirty="0">
                <a:effectLst>
                  <a:outerShdw blurRad="38100" dist="38100" dir="2700000" algn="tl">
                    <a:srgbClr val="C0C0C0"/>
                  </a:outerShdw>
                </a:effectLst>
              </a:rPr>
              <a:t>Prevent or discourage from tampering</a:t>
            </a:r>
          </a:p>
          <a:p>
            <a:pPr lvl="1" eaLnBrk="1" hangingPunct="1">
              <a:defRPr/>
            </a:pPr>
            <a:r>
              <a:rPr lang="en-US" dirty="0">
                <a:effectLst>
                  <a:outerShdw blurRad="38100" dist="38100" dir="2700000" algn="tl">
                    <a:srgbClr val="C0C0C0"/>
                  </a:outerShdw>
                </a:effectLst>
              </a:rPr>
              <a:t>Prevent shoplifting</a:t>
            </a:r>
          </a:p>
          <a:p>
            <a:pPr lvl="1" eaLnBrk="1" hangingPunct="1">
              <a:defRPr/>
            </a:pPr>
            <a:r>
              <a:rPr lang="en-US" dirty="0">
                <a:effectLst>
                  <a:outerShdw blurRad="38100" dist="38100" dir="2700000" algn="tl">
                    <a:srgbClr val="C0C0C0"/>
                  </a:outerShdw>
                </a:effectLst>
              </a:rPr>
              <a:t>Protect against breakage and spoilage</a:t>
            </a:r>
          </a:p>
          <a:p>
            <a:pPr lvl="1" eaLnBrk="1" hangingPunct="1">
              <a:defRPr/>
            </a:pPr>
            <a:endParaRPr lang="en-US" dirty="0">
              <a:solidFill>
                <a:schemeClr val="accent1"/>
              </a:solidFill>
              <a:effectLst>
                <a:outerShdw blurRad="38100" dist="38100" dir="2700000" algn="tl">
                  <a:srgbClr val="C0C0C0"/>
                </a:outerShdw>
              </a:effectLst>
            </a:endParaRPr>
          </a:p>
        </p:txBody>
      </p:sp>
      <p:pic>
        <p:nvPicPr>
          <p:cNvPr id="24579" name="Picture 4" descr="http://image.guardian.co.uk/sys-images/Music/Pix/pictures/2007/02/09/CDs460.jpg"/>
          <p:cNvPicPr>
            <a:picLocks noChangeAspect="1" noChangeArrowheads="1"/>
          </p:cNvPicPr>
          <p:nvPr/>
        </p:nvPicPr>
        <p:blipFill>
          <a:blip r:embed="rId3" cstate="print"/>
          <a:srcRect/>
          <a:stretch>
            <a:fillRect/>
          </a:stretch>
        </p:blipFill>
        <p:spPr bwMode="auto">
          <a:xfrm>
            <a:off x="406400" y="4648201"/>
            <a:ext cx="3149600" cy="1712913"/>
          </a:xfrm>
          <a:prstGeom prst="rect">
            <a:avLst/>
          </a:prstGeom>
          <a:ln>
            <a:noFill/>
          </a:ln>
          <a:effectLst>
            <a:outerShdw blurRad="190500" algn="tl" rotWithShape="0">
              <a:srgbClr val="000000">
                <a:alpha val="70000"/>
              </a:srgbClr>
            </a:outerShdw>
          </a:effectLst>
        </p:spPr>
      </p:pic>
      <p:pic>
        <p:nvPicPr>
          <p:cNvPr id="6" name="Picture 6" descr="http://www.assemblies.com/images/stories/home/2007_BlisterPackagingNew.jpg"/>
          <p:cNvPicPr>
            <a:picLocks noChangeAspect="1" noChangeArrowheads="1"/>
          </p:cNvPicPr>
          <p:nvPr/>
        </p:nvPicPr>
        <p:blipFill>
          <a:blip r:embed="rId4" cstate="print"/>
          <a:srcRect t="18750" b="15625"/>
          <a:stretch>
            <a:fillRect/>
          </a:stretch>
        </p:blipFill>
        <p:spPr bwMode="auto">
          <a:xfrm>
            <a:off x="3860800" y="4648201"/>
            <a:ext cx="4775200" cy="1762125"/>
          </a:xfrm>
          <a:prstGeom prst="rect">
            <a:avLst/>
          </a:prstGeom>
          <a:ln>
            <a:noFill/>
          </a:ln>
          <a:effectLst>
            <a:outerShdw blurRad="190500" algn="tl" rotWithShape="0">
              <a:srgbClr val="000000">
                <a:alpha val="70000"/>
              </a:srgbClr>
            </a:outerShdw>
          </a:effectLst>
        </p:spPr>
      </p:pic>
      <p:pic>
        <p:nvPicPr>
          <p:cNvPr id="15367" name="Picture 7" descr="http://blog.timesunion.com/advocate/files/2008/11/lean_cuisine_image.jpg"/>
          <p:cNvPicPr>
            <a:picLocks noChangeAspect="1" noChangeArrowheads="1"/>
          </p:cNvPicPr>
          <p:nvPr/>
        </p:nvPicPr>
        <p:blipFill>
          <a:blip r:embed="rId5" cstate="print"/>
          <a:srcRect/>
          <a:stretch>
            <a:fillRect/>
          </a:stretch>
        </p:blipFill>
        <p:spPr bwMode="auto">
          <a:xfrm>
            <a:off x="8839201" y="4648200"/>
            <a:ext cx="3020484" cy="1733550"/>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a:t>Air To Spare</a:t>
            </a:r>
          </a:p>
        </p:txBody>
      </p:sp>
      <p:sp>
        <p:nvSpPr>
          <p:cNvPr id="16387" name="Content Placeholder 2"/>
          <p:cNvSpPr>
            <a:spLocks noGrp="1"/>
          </p:cNvSpPr>
          <p:nvPr>
            <p:ph idx="1"/>
          </p:nvPr>
        </p:nvSpPr>
        <p:spPr>
          <a:xfrm>
            <a:off x="609600" y="1609726"/>
            <a:ext cx="9652000" cy="1514475"/>
          </a:xfrm>
        </p:spPr>
        <p:txBody>
          <a:bodyPr/>
          <a:lstStyle/>
          <a:p>
            <a:r>
              <a:rPr lang="en-US"/>
              <a:t>Do you ever get frustrated when you buy something and the package if filled with more air than product?</a:t>
            </a:r>
          </a:p>
        </p:txBody>
      </p:sp>
      <p:sp>
        <p:nvSpPr>
          <p:cNvPr id="4" name="Rectangle 3"/>
          <p:cNvSpPr/>
          <p:nvPr/>
        </p:nvSpPr>
        <p:spPr>
          <a:xfrm>
            <a:off x="7823200" y="6172200"/>
            <a:ext cx="2743200" cy="477838"/>
          </a:xfrm>
          <a:prstGeom prst="rect">
            <a:avLst/>
          </a:prstGeom>
        </p:spPr>
        <p:txBody>
          <a:bodyPr>
            <a:spAutoFit/>
          </a:bodyPr>
          <a:lstStyle/>
          <a:p>
            <a:pPr>
              <a:defRPr/>
            </a:pPr>
            <a:r>
              <a:rPr lang="en-US" sz="2500" dirty="0">
                <a:effectLst>
                  <a:outerShdw blurRad="38100" dist="38100" dir="2700000" algn="tl">
                    <a:srgbClr val="000000">
                      <a:alpha val="43137"/>
                    </a:srgbClr>
                  </a:outerShdw>
                </a:effectLst>
                <a:hlinkClick r:id="rId2"/>
              </a:rPr>
              <a:t>Air To Spare</a:t>
            </a:r>
            <a:endParaRPr lang="en-US" sz="2500" dirty="0">
              <a:effectLst>
                <a:outerShdw blurRad="38100" dist="38100" dir="2700000" algn="tl">
                  <a:srgbClr val="000000">
                    <a:alpha val="43137"/>
                  </a:srgbClr>
                </a:outerShdw>
              </a:effectLst>
            </a:endParaRPr>
          </a:p>
        </p:txBody>
      </p:sp>
      <p:pic>
        <p:nvPicPr>
          <p:cNvPr id="57346" name="Picture 2" descr="http://michaelreid.typepad.com/.a/6a00e54edabd838833011278fa632028a4-800wi"/>
          <p:cNvPicPr>
            <a:picLocks noChangeAspect="1" noChangeArrowheads="1"/>
          </p:cNvPicPr>
          <p:nvPr/>
        </p:nvPicPr>
        <p:blipFill>
          <a:blip r:embed="rId3" cstate="print"/>
          <a:srcRect l="12800" r="13600"/>
          <a:stretch>
            <a:fillRect/>
          </a:stretch>
        </p:blipFill>
        <p:spPr bwMode="auto">
          <a:xfrm rot="20818796">
            <a:off x="1132417" y="3414713"/>
            <a:ext cx="2997200" cy="3054350"/>
          </a:xfrm>
          <a:prstGeom prst="rect">
            <a:avLst/>
          </a:prstGeom>
          <a:ln>
            <a:noFill/>
          </a:ln>
          <a:effectLst>
            <a:outerShdw blurRad="190500" algn="tl" rotWithShape="0">
              <a:srgbClr val="000000">
                <a:alpha val="70000"/>
              </a:srgbClr>
            </a:outerShdw>
          </a:effectLst>
        </p:spPr>
      </p:pic>
      <p:pic>
        <p:nvPicPr>
          <p:cNvPr id="57348" name="Picture 4" descr="http://www.americansweets.co.uk/ekmps/shops/statesidecandy/images/snyders-cheddar-cheese-pretzel-pieces-new-larger-283g-bag--5592-p.jpg"/>
          <p:cNvPicPr>
            <a:picLocks noChangeAspect="1" noChangeArrowheads="1"/>
          </p:cNvPicPr>
          <p:nvPr/>
        </p:nvPicPr>
        <p:blipFill>
          <a:blip r:embed="rId4" cstate="print"/>
          <a:srcRect l="16000" r="20000"/>
          <a:stretch>
            <a:fillRect/>
          </a:stretch>
        </p:blipFill>
        <p:spPr bwMode="auto">
          <a:xfrm rot="1230380">
            <a:off x="4296833" y="3144838"/>
            <a:ext cx="2641600" cy="3095625"/>
          </a:xfrm>
          <a:prstGeom prst="rect">
            <a:avLst/>
          </a:prstGeom>
          <a:ln>
            <a:noFill/>
          </a:ln>
          <a:effectLst>
            <a:outerShdw blurRad="190500" algn="tl" rotWithShape="0">
              <a:srgbClr val="000000">
                <a:alpha val="70000"/>
              </a:srgbClr>
            </a:outerShdw>
          </a:effectLst>
        </p:spPr>
      </p:pic>
      <p:pic>
        <p:nvPicPr>
          <p:cNvPr id="57350" name="Picture 6" descr="http://daycaredaze.files.wordpress.com/2009/10/doritos.jpg"/>
          <p:cNvPicPr>
            <a:picLocks noChangeAspect="1" noChangeArrowheads="1"/>
          </p:cNvPicPr>
          <p:nvPr/>
        </p:nvPicPr>
        <p:blipFill>
          <a:blip r:embed="rId5" cstate="print"/>
          <a:srcRect l="10738" r="11409"/>
          <a:stretch>
            <a:fillRect/>
          </a:stretch>
        </p:blipFill>
        <p:spPr bwMode="auto">
          <a:xfrm rot="20452028">
            <a:off x="7395634" y="2703514"/>
            <a:ext cx="2842684" cy="3055937"/>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8000" y="304801"/>
            <a:ext cx="8331200" cy="680439"/>
          </a:xfrm>
        </p:spPr>
        <p:txBody>
          <a:bodyPr>
            <a:noAutofit/>
          </a:bodyPr>
          <a:lstStyle/>
          <a:p>
            <a:pPr eaLnBrk="1" fontAlgn="auto" hangingPunct="1">
              <a:spcAft>
                <a:spcPts val="0"/>
              </a:spcAft>
              <a:defRPr/>
            </a:pPr>
            <a:r>
              <a:rPr lang="en-US" sz="3600" dirty="0"/>
              <a:t>Packaging TRENDS</a:t>
            </a:r>
          </a:p>
        </p:txBody>
      </p:sp>
      <p:sp>
        <p:nvSpPr>
          <p:cNvPr id="26626" name="Content Placeholder 2"/>
          <p:cNvSpPr>
            <a:spLocks noGrp="1"/>
          </p:cNvSpPr>
          <p:nvPr>
            <p:ph idx="1"/>
          </p:nvPr>
        </p:nvSpPr>
        <p:spPr>
          <a:xfrm>
            <a:off x="508000" y="1295400"/>
            <a:ext cx="7721600" cy="3276600"/>
          </a:xfrm>
        </p:spPr>
        <p:txBody>
          <a:bodyPr/>
          <a:lstStyle/>
          <a:p>
            <a:pPr eaLnBrk="1" hangingPunct="1">
              <a:buFont typeface="Wingdings 2" pitchFamily="18" charset="2"/>
              <a:buNone/>
              <a:defRPr/>
            </a:pPr>
            <a:r>
              <a:rPr lang="en-US" sz="2500" dirty="0">
                <a:solidFill>
                  <a:schemeClr val="accent1"/>
                </a:solidFill>
                <a:effectLst>
                  <a:outerShdw blurRad="38100" dist="38100" dir="2700000" algn="tl">
                    <a:srgbClr val="C0C0C0"/>
                  </a:outerShdw>
                </a:effectLst>
              </a:rPr>
              <a:t>Aseptic Packaging</a:t>
            </a:r>
            <a:r>
              <a:rPr lang="en-US" sz="2500" dirty="0">
                <a:effectLst>
                  <a:outerShdw blurRad="38100" dist="38100" dir="2700000" algn="tl">
                    <a:srgbClr val="C0C0C0"/>
                  </a:outerShdw>
                </a:effectLst>
              </a:rPr>
              <a:t> –technology that keeps foods fresh without refrigeration for extended periods</a:t>
            </a:r>
          </a:p>
          <a:p>
            <a:pPr eaLnBrk="1" hangingPunct="1">
              <a:buFont typeface="Wingdings 2" pitchFamily="18" charset="2"/>
              <a:buNone/>
              <a:defRPr/>
            </a:pPr>
            <a:endParaRPr lang="en-US" sz="2500" dirty="0">
              <a:effectLst>
                <a:outerShdw blurRad="38100" dist="38100" dir="2700000" algn="tl">
                  <a:srgbClr val="C0C0C0"/>
                </a:outerShdw>
              </a:effectLst>
            </a:endParaRPr>
          </a:p>
          <a:p>
            <a:pPr eaLnBrk="1" hangingPunct="1">
              <a:buFont typeface="Wingdings 2" pitchFamily="18" charset="2"/>
              <a:buNone/>
              <a:defRPr/>
            </a:pPr>
            <a:r>
              <a:rPr lang="en-US" sz="2500" dirty="0">
                <a:effectLst>
                  <a:outerShdw blurRad="38100" dist="38100" dir="2700000" algn="tl">
                    <a:srgbClr val="C0C0C0"/>
                  </a:outerShdw>
                </a:effectLst>
              </a:rPr>
              <a:t>Usually used to package food products</a:t>
            </a:r>
          </a:p>
          <a:p>
            <a:pPr lvl="1" eaLnBrk="1" hangingPunct="1">
              <a:defRPr/>
            </a:pPr>
            <a:r>
              <a:rPr lang="en-US" sz="2500" dirty="0">
                <a:effectLst>
                  <a:outerShdw blurRad="38100" dist="38100" dir="2700000" algn="tl">
                    <a:srgbClr val="C0C0C0"/>
                  </a:outerShdw>
                </a:effectLst>
              </a:rPr>
              <a:t>canning</a:t>
            </a:r>
          </a:p>
          <a:p>
            <a:pPr lvl="1" eaLnBrk="1" hangingPunct="1">
              <a:defRPr/>
            </a:pPr>
            <a:r>
              <a:rPr lang="en-US" sz="2500" dirty="0">
                <a:effectLst>
                  <a:outerShdw blurRad="38100" dist="38100" dir="2700000" algn="tl">
                    <a:srgbClr val="C0C0C0"/>
                  </a:outerShdw>
                </a:effectLst>
              </a:rPr>
              <a:t>bottling</a:t>
            </a:r>
          </a:p>
          <a:p>
            <a:pPr eaLnBrk="1" hangingPunct="1">
              <a:buFont typeface="Wingdings 2" pitchFamily="18" charset="2"/>
              <a:buNone/>
              <a:defRPr/>
            </a:pPr>
            <a:endParaRPr lang="en-US" sz="2500" dirty="0">
              <a:effectLst>
                <a:outerShdw blurRad="38100" dist="38100" dir="2700000" algn="tl">
                  <a:srgbClr val="C0C0C0"/>
                </a:outerShdw>
              </a:effectLst>
            </a:endParaRPr>
          </a:p>
          <a:p>
            <a:pPr eaLnBrk="1" hangingPunct="1">
              <a:buFont typeface="Wingdings 2" pitchFamily="18" charset="2"/>
              <a:buNone/>
              <a:defRPr/>
            </a:pPr>
            <a:endParaRPr lang="en-US" sz="2500" dirty="0">
              <a:effectLst>
                <a:outerShdw blurRad="38100" dist="38100" dir="2700000" algn="tl">
                  <a:srgbClr val="C0C0C0"/>
                </a:outerShdw>
              </a:effectLst>
            </a:endParaRPr>
          </a:p>
        </p:txBody>
      </p:sp>
      <p:pic>
        <p:nvPicPr>
          <p:cNvPr id="26633" name="Picture 1033" descr="http://www.tostitos.ca/en/images/products/large/10.jpg"/>
          <p:cNvPicPr>
            <a:picLocks noChangeAspect="1" noChangeArrowheads="1"/>
          </p:cNvPicPr>
          <p:nvPr/>
        </p:nvPicPr>
        <p:blipFill>
          <a:blip r:embed="rId3" cstate="print"/>
          <a:srcRect t="5187" r="11045" b="19594"/>
          <a:stretch>
            <a:fillRect/>
          </a:stretch>
        </p:blipFill>
        <p:spPr bwMode="auto">
          <a:xfrm>
            <a:off x="6807200" y="3886201"/>
            <a:ext cx="3149600" cy="2740025"/>
          </a:xfrm>
          <a:prstGeom prst="rect">
            <a:avLst/>
          </a:prstGeom>
          <a:ln>
            <a:noFill/>
          </a:ln>
          <a:effectLst>
            <a:outerShdw blurRad="190500" algn="tl" rotWithShape="0">
              <a:srgbClr val="000000">
                <a:alpha val="70000"/>
              </a:srgbClr>
            </a:outerShdw>
          </a:effectLst>
        </p:spPr>
      </p:pic>
      <p:pic>
        <p:nvPicPr>
          <p:cNvPr id="26635" name="Picture 1035" descr="http://shelflifetastetest.com/wp-content/uploads/2008/05/smuckers.jpg"/>
          <p:cNvPicPr>
            <a:picLocks noChangeAspect="1" noChangeArrowheads="1"/>
          </p:cNvPicPr>
          <p:nvPr/>
        </p:nvPicPr>
        <p:blipFill>
          <a:blip r:embed="rId4" cstate="print"/>
          <a:srcRect/>
          <a:stretch>
            <a:fillRect/>
          </a:stretch>
        </p:blipFill>
        <p:spPr bwMode="auto">
          <a:xfrm>
            <a:off x="8636000" y="381000"/>
            <a:ext cx="2336800" cy="3246438"/>
          </a:xfrm>
          <a:prstGeom prst="rect">
            <a:avLst/>
          </a:prstGeom>
          <a:ln>
            <a:noFill/>
          </a:ln>
          <a:effectLst>
            <a:outerShdw blurRad="190500" algn="tl" rotWithShape="0">
              <a:srgbClr val="000000">
                <a:alpha val="70000"/>
              </a:srgbClr>
            </a:outerShdw>
          </a:effectLst>
        </p:spPr>
      </p:pic>
      <p:pic>
        <p:nvPicPr>
          <p:cNvPr id="26637" name="Picture 1037" descr="http://www.krftd.com/wp-content/uploads/2009/02/swede_juice_main.jpg"/>
          <p:cNvPicPr>
            <a:picLocks noChangeAspect="1" noChangeArrowheads="1"/>
          </p:cNvPicPr>
          <p:nvPr/>
        </p:nvPicPr>
        <p:blipFill>
          <a:blip r:embed="rId5" cstate="print"/>
          <a:srcRect/>
          <a:stretch>
            <a:fillRect/>
          </a:stretch>
        </p:blipFill>
        <p:spPr bwMode="auto">
          <a:xfrm>
            <a:off x="1828800" y="4572001"/>
            <a:ext cx="3962400" cy="1965325"/>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6401" y="381001"/>
            <a:ext cx="10058399" cy="680439"/>
          </a:xfrm>
        </p:spPr>
        <p:txBody>
          <a:bodyPr>
            <a:noAutofit/>
          </a:bodyPr>
          <a:lstStyle/>
          <a:p>
            <a:pPr eaLnBrk="1" fontAlgn="auto" hangingPunct="1">
              <a:spcAft>
                <a:spcPts val="0"/>
              </a:spcAft>
              <a:defRPr/>
            </a:pPr>
            <a:r>
              <a:rPr lang="en-US" sz="3600" dirty="0"/>
              <a:t>Packaging TRENDS</a:t>
            </a:r>
          </a:p>
        </p:txBody>
      </p:sp>
      <p:sp>
        <p:nvSpPr>
          <p:cNvPr id="26626" name="Content Placeholder 2"/>
          <p:cNvSpPr>
            <a:spLocks noGrp="1"/>
          </p:cNvSpPr>
          <p:nvPr>
            <p:ph idx="1"/>
          </p:nvPr>
        </p:nvSpPr>
        <p:spPr>
          <a:xfrm>
            <a:off x="406400" y="1676400"/>
            <a:ext cx="5181600" cy="2438400"/>
          </a:xfrm>
        </p:spPr>
        <p:txBody>
          <a:bodyPr/>
          <a:lstStyle/>
          <a:p>
            <a:pPr eaLnBrk="1" hangingPunct="1">
              <a:buFont typeface="Wingdings 2" pitchFamily="18" charset="2"/>
              <a:buNone/>
              <a:defRPr/>
            </a:pPr>
            <a:r>
              <a:rPr lang="en-US" sz="2500" dirty="0">
                <a:solidFill>
                  <a:schemeClr val="accent1"/>
                </a:solidFill>
                <a:effectLst>
                  <a:outerShdw blurRad="38100" dist="38100" dir="2700000" algn="tl">
                    <a:srgbClr val="C0C0C0"/>
                  </a:outerShdw>
                </a:effectLst>
              </a:rPr>
              <a:t>Environmental Packaging</a:t>
            </a:r>
            <a:r>
              <a:rPr lang="en-US" sz="2500" dirty="0">
                <a:effectLst>
                  <a:outerShdw blurRad="38100" dist="38100" dir="2700000" algn="tl">
                    <a:srgbClr val="C0C0C0"/>
                  </a:outerShdw>
                </a:effectLst>
              </a:rPr>
              <a:t> – recycled material, less plastic, and safer for the environment </a:t>
            </a:r>
          </a:p>
          <a:p>
            <a:pPr eaLnBrk="1" hangingPunct="1">
              <a:buFont typeface="Wingdings 2" pitchFamily="18" charset="2"/>
              <a:buNone/>
              <a:defRPr/>
            </a:pPr>
            <a:endParaRPr lang="en-US" sz="2500" dirty="0">
              <a:effectLst>
                <a:outerShdw blurRad="38100" dist="38100" dir="2700000" algn="tl">
                  <a:srgbClr val="C0C0C0"/>
                </a:outerShdw>
              </a:effectLst>
            </a:endParaRPr>
          </a:p>
          <a:p>
            <a:pPr eaLnBrk="1" hangingPunct="1">
              <a:buFont typeface="Wingdings 2" pitchFamily="18" charset="2"/>
              <a:buNone/>
              <a:defRPr/>
            </a:pPr>
            <a:endParaRPr lang="en-US" sz="2500" dirty="0">
              <a:effectLst>
                <a:outerShdw blurRad="38100" dist="38100" dir="2700000" algn="tl">
                  <a:srgbClr val="C0C0C0"/>
                </a:outerShdw>
              </a:effectLst>
            </a:endParaRPr>
          </a:p>
        </p:txBody>
      </p:sp>
      <p:pic>
        <p:nvPicPr>
          <p:cNvPr id="70658" name="Picture 2" descr="http://springsbargains.com/wp-content/uploads/2010/03/sun-chips-coupon.jpg"/>
          <p:cNvPicPr>
            <a:picLocks noChangeAspect="1" noChangeArrowheads="1"/>
          </p:cNvPicPr>
          <p:nvPr/>
        </p:nvPicPr>
        <p:blipFill>
          <a:blip r:embed="rId3" cstate="print"/>
          <a:srcRect/>
          <a:stretch>
            <a:fillRect/>
          </a:stretch>
        </p:blipFill>
        <p:spPr bwMode="auto">
          <a:xfrm rot="860078">
            <a:off x="6383867" y="1441451"/>
            <a:ext cx="3666067" cy="2703513"/>
          </a:xfrm>
          <a:prstGeom prst="rect">
            <a:avLst/>
          </a:prstGeom>
          <a:ln>
            <a:noFill/>
          </a:ln>
          <a:effectLst>
            <a:outerShdw blurRad="190500" algn="tl" rotWithShape="0">
              <a:srgbClr val="000000">
                <a:alpha val="70000"/>
              </a:srgbClr>
            </a:outerShdw>
          </a:effectLst>
        </p:spPr>
      </p:pic>
      <p:pic>
        <p:nvPicPr>
          <p:cNvPr id="70660" name="Picture 4" descr="http://backhomeagain.typepad.com/.a/6a00e54f907aca8833012876a54b91970c-800wi"/>
          <p:cNvPicPr>
            <a:picLocks noChangeAspect="1" noChangeArrowheads="1"/>
          </p:cNvPicPr>
          <p:nvPr/>
        </p:nvPicPr>
        <p:blipFill>
          <a:blip r:embed="rId4" cstate="print"/>
          <a:srcRect l="15385" t="13686" r="17949" b="10641"/>
          <a:stretch>
            <a:fillRect/>
          </a:stretch>
        </p:blipFill>
        <p:spPr bwMode="auto">
          <a:xfrm rot="20676618">
            <a:off x="1917701" y="3529014"/>
            <a:ext cx="3774017" cy="2613025"/>
          </a:xfrm>
          <a:prstGeom prst="rect">
            <a:avLst/>
          </a:prstGeom>
          <a:ln>
            <a:noFill/>
          </a:ln>
          <a:effectLst>
            <a:outerShdw blurRad="190500" algn="tl" rotWithShape="0">
              <a:srgbClr val="000000">
                <a:alpha val="70000"/>
              </a:srgbClr>
            </a:outerShdw>
          </a:effectLst>
        </p:spPr>
      </p:pic>
      <p:sp>
        <p:nvSpPr>
          <p:cNvPr id="7" name="Rectangle 6"/>
          <p:cNvSpPr/>
          <p:nvPr/>
        </p:nvSpPr>
        <p:spPr>
          <a:xfrm>
            <a:off x="6299200" y="4953000"/>
            <a:ext cx="4165600" cy="369888"/>
          </a:xfrm>
          <a:prstGeom prst="rect">
            <a:avLst/>
          </a:prstGeom>
        </p:spPr>
        <p:txBody>
          <a:bodyPr>
            <a:spAutoFit/>
          </a:bodyPr>
          <a:lstStyle/>
          <a:p>
            <a:pPr>
              <a:defRPr/>
            </a:pPr>
            <a:r>
              <a:rPr lang="en-US" dirty="0">
                <a:effectLst>
                  <a:outerShdw blurRad="38100" dist="38100" dir="2700000" algn="tl">
                    <a:srgbClr val="000000">
                      <a:alpha val="43137"/>
                    </a:srgbClr>
                  </a:outerShdw>
                </a:effectLst>
                <a:hlinkClick r:id="rId5"/>
              </a:rPr>
              <a:t>Sun Chips Ditching New Bag</a:t>
            </a:r>
            <a:endParaRPr lang="en-US" dirty="0">
              <a:effectLst>
                <a:outerShdw blurRad="38100" dist="38100" dir="2700000" algn="tl">
                  <a:srgbClr val="000000">
                    <a:alpha val="43137"/>
                  </a:srgbClr>
                </a:outerShdw>
              </a:effectLst>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8000" y="381001"/>
            <a:ext cx="10058399" cy="680439"/>
          </a:xfrm>
        </p:spPr>
        <p:txBody>
          <a:bodyPr>
            <a:noAutofit/>
          </a:bodyPr>
          <a:lstStyle/>
          <a:p>
            <a:pPr eaLnBrk="1" fontAlgn="auto" hangingPunct="1">
              <a:spcAft>
                <a:spcPts val="0"/>
              </a:spcAft>
              <a:defRPr/>
            </a:pPr>
            <a:r>
              <a:rPr lang="en-US" sz="3600" dirty="0"/>
              <a:t>Packaging TRENDS</a:t>
            </a:r>
          </a:p>
        </p:txBody>
      </p:sp>
      <p:sp>
        <p:nvSpPr>
          <p:cNvPr id="26626" name="Content Placeholder 2"/>
          <p:cNvSpPr>
            <a:spLocks noGrp="1"/>
          </p:cNvSpPr>
          <p:nvPr>
            <p:ph idx="1"/>
          </p:nvPr>
        </p:nvSpPr>
        <p:spPr>
          <a:xfrm>
            <a:off x="304800" y="1600200"/>
            <a:ext cx="7721600" cy="1600200"/>
          </a:xfrm>
        </p:spPr>
        <p:txBody>
          <a:bodyPr/>
          <a:lstStyle/>
          <a:p>
            <a:pPr eaLnBrk="1" hangingPunct="1">
              <a:buFont typeface="Wingdings 2" pitchFamily="18" charset="2"/>
              <a:buNone/>
              <a:defRPr/>
            </a:pPr>
            <a:r>
              <a:rPr lang="en-US" sz="2500" dirty="0">
                <a:solidFill>
                  <a:schemeClr val="accent1"/>
                </a:solidFill>
                <a:effectLst>
                  <a:outerShdw blurRad="38100" dist="38100" dir="2700000" algn="tl">
                    <a:srgbClr val="C0C0C0"/>
                  </a:outerShdw>
                </a:effectLst>
              </a:rPr>
              <a:t>Cause Packaging</a:t>
            </a:r>
            <a:r>
              <a:rPr lang="en-US" sz="2500" dirty="0">
                <a:effectLst>
                  <a:outerShdw blurRad="38100" dist="38100" dir="2700000" algn="tl">
                    <a:srgbClr val="C0C0C0"/>
                  </a:outerShdw>
                </a:effectLst>
              </a:rPr>
              <a:t> – promote social and political causes</a:t>
            </a:r>
          </a:p>
          <a:p>
            <a:pPr lvl="1" eaLnBrk="1" hangingPunct="1">
              <a:defRPr/>
            </a:pPr>
            <a:r>
              <a:rPr lang="en-US" sz="2000" dirty="0">
                <a:effectLst>
                  <a:outerShdw blurRad="38100" dist="38100" dir="2700000" algn="tl">
                    <a:srgbClr val="C0C0C0"/>
                  </a:outerShdw>
                </a:effectLst>
              </a:rPr>
              <a:t>May be totally unrelated to the product</a:t>
            </a:r>
          </a:p>
          <a:p>
            <a:pPr eaLnBrk="1" hangingPunct="1">
              <a:buFont typeface="Wingdings 2" pitchFamily="18" charset="2"/>
              <a:buNone/>
              <a:defRPr/>
            </a:pPr>
            <a:endParaRPr lang="en-US" sz="2500" dirty="0">
              <a:effectLst>
                <a:outerShdw blurRad="38100" dist="38100" dir="2700000" algn="tl">
                  <a:srgbClr val="C0C0C0"/>
                </a:outerShdw>
              </a:effectLst>
            </a:endParaRPr>
          </a:p>
          <a:p>
            <a:pPr eaLnBrk="1" hangingPunct="1">
              <a:buFont typeface="Wingdings 2" pitchFamily="18" charset="2"/>
              <a:buNone/>
              <a:defRPr/>
            </a:pPr>
            <a:endParaRPr lang="en-US" sz="2500" dirty="0">
              <a:effectLst>
                <a:outerShdw blurRad="38100" dist="38100" dir="2700000" algn="tl">
                  <a:srgbClr val="C0C0C0"/>
                </a:outerShdw>
              </a:effectLst>
            </a:endParaRPr>
          </a:p>
        </p:txBody>
      </p:sp>
      <p:pic>
        <p:nvPicPr>
          <p:cNvPr id="68610" name="Picture 2" descr="http://www.sunpack.com/blog/wp-content/uploads/2009/07/tide-loads-of-hope-custom-packaging.png"/>
          <p:cNvPicPr>
            <a:picLocks noChangeAspect="1" noChangeArrowheads="1"/>
          </p:cNvPicPr>
          <p:nvPr/>
        </p:nvPicPr>
        <p:blipFill>
          <a:blip r:embed="rId3" cstate="print"/>
          <a:srcRect/>
          <a:stretch>
            <a:fillRect/>
          </a:stretch>
        </p:blipFill>
        <p:spPr bwMode="auto">
          <a:xfrm>
            <a:off x="4368800" y="3657601"/>
            <a:ext cx="2540000" cy="2601913"/>
          </a:xfrm>
          <a:prstGeom prst="rect">
            <a:avLst/>
          </a:prstGeom>
          <a:ln>
            <a:noFill/>
          </a:ln>
          <a:effectLst>
            <a:outerShdw blurRad="190500" algn="tl" rotWithShape="0">
              <a:srgbClr val="000000">
                <a:alpha val="70000"/>
              </a:srgbClr>
            </a:outerShdw>
          </a:effectLst>
        </p:spPr>
      </p:pic>
      <p:pic>
        <p:nvPicPr>
          <p:cNvPr id="68612" name="Picture 4" descr="http://www.photokina-show.com/news_images/0181_breast_cancer_foundation_fujifilm.jpg"/>
          <p:cNvPicPr>
            <a:picLocks noChangeAspect="1" noChangeArrowheads="1"/>
          </p:cNvPicPr>
          <p:nvPr/>
        </p:nvPicPr>
        <p:blipFill>
          <a:blip r:embed="rId4" cstate="print"/>
          <a:srcRect l="5150" t="9160" r="7296" b="2290"/>
          <a:stretch>
            <a:fillRect/>
          </a:stretch>
        </p:blipFill>
        <p:spPr bwMode="auto">
          <a:xfrm>
            <a:off x="7518400" y="3581401"/>
            <a:ext cx="3048000" cy="2600325"/>
          </a:xfrm>
          <a:prstGeom prst="rect">
            <a:avLst/>
          </a:prstGeom>
          <a:ln>
            <a:noFill/>
          </a:ln>
          <a:effectLst>
            <a:outerShdw blurRad="190500" algn="tl" rotWithShape="0">
              <a:srgbClr val="000000">
                <a:alpha val="70000"/>
              </a:srgbClr>
            </a:outerShdw>
          </a:effectLst>
        </p:spPr>
      </p:pic>
      <p:pic>
        <p:nvPicPr>
          <p:cNvPr id="68614" name="Picture 6" descr="http://www.bridgemarkbranding.com/resources/Bridgemark/Portfolio/M_MPink_LG.jpg"/>
          <p:cNvPicPr>
            <a:picLocks noChangeAspect="1" noChangeArrowheads="1"/>
          </p:cNvPicPr>
          <p:nvPr/>
        </p:nvPicPr>
        <p:blipFill>
          <a:blip r:embed="rId5" cstate="print"/>
          <a:srcRect l="46040" r="3510"/>
          <a:stretch>
            <a:fillRect/>
          </a:stretch>
        </p:blipFill>
        <p:spPr bwMode="auto">
          <a:xfrm>
            <a:off x="609600" y="3733801"/>
            <a:ext cx="3251200" cy="2024063"/>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04801"/>
            <a:ext cx="9324813" cy="604239"/>
          </a:xfrm>
        </p:spPr>
        <p:txBody>
          <a:bodyPr>
            <a:normAutofit fontScale="90000"/>
          </a:bodyPr>
          <a:lstStyle/>
          <a:p>
            <a:pPr eaLnBrk="1" fontAlgn="auto" hangingPunct="1">
              <a:spcAft>
                <a:spcPts val="0"/>
              </a:spcAft>
              <a:defRPr/>
            </a:pPr>
            <a:r>
              <a:rPr lang="en-US" dirty="0"/>
              <a:t>labeling</a:t>
            </a:r>
          </a:p>
        </p:txBody>
      </p:sp>
      <p:sp>
        <p:nvSpPr>
          <p:cNvPr id="28674" name="Content Placeholder 2"/>
          <p:cNvSpPr>
            <a:spLocks noGrp="1"/>
          </p:cNvSpPr>
          <p:nvPr>
            <p:ph idx="1"/>
          </p:nvPr>
        </p:nvSpPr>
        <p:spPr>
          <a:xfrm>
            <a:off x="609600" y="1143000"/>
            <a:ext cx="8432800" cy="4846638"/>
          </a:xfrm>
        </p:spPr>
        <p:txBody>
          <a:bodyPr/>
          <a:lstStyle/>
          <a:p>
            <a:pPr eaLnBrk="1" hangingPunct="1">
              <a:buFont typeface="Wingdings 2" pitchFamily="18" charset="2"/>
              <a:buNone/>
              <a:defRPr/>
            </a:pPr>
            <a:r>
              <a:rPr lang="en-US" dirty="0">
                <a:solidFill>
                  <a:srgbClr val="FFC000"/>
                </a:solidFill>
                <a:effectLst>
                  <a:outerShdw blurRad="38100" dist="38100" dir="2700000" algn="tl">
                    <a:srgbClr val="C0C0C0"/>
                  </a:outerShdw>
                </a:effectLst>
              </a:rPr>
              <a:t>Label – </a:t>
            </a:r>
            <a:r>
              <a:rPr lang="en-US" dirty="0">
                <a:effectLst>
                  <a:outerShdw blurRad="38100" dist="38100" dir="2700000" algn="tl">
                    <a:srgbClr val="C0C0C0"/>
                  </a:outerShdw>
                </a:effectLst>
              </a:rPr>
              <a:t>an identification tag, wrapper, seal, or imprinted message that is attached to a product or its package</a:t>
            </a:r>
          </a:p>
          <a:p>
            <a:pPr eaLnBrk="1" hangingPunct="1">
              <a:buFont typeface="Wingdings 2" pitchFamily="18" charset="2"/>
              <a:buNone/>
              <a:defRPr/>
            </a:pPr>
            <a:endParaRPr lang="en-US" sz="1500" dirty="0">
              <a:effectLst>
                <a:outerShdw blurRad="38100" dist="38100" dir="2700000" algn="tl">
                  <a:srgbClr val="C0C0C0"/>
                </a:outerShdw>
              </a:effectLst>
            </a:endParaRPr>
          </a:p>
          <a:p>
            <a:pPr eaLnBrk="1" hangingPunct="1">
              <a:defRPr/>
            </a:pPr>
            <a:r>
              <a:rPr lang="en-US" dirty="0">
                <a:effectLst>
                  <a:outerShdw blurRad="38100" dist="38100" dir="2700000" algn="tl">
                    <a:srgbClr val="C0C0C0"/>
                  </a:outerShdw>
                </a:effectLst>
              </a:rPr>
              <a:t>Main function is to inform customers about a product’s contents and give directions for use</a:t>
            </a:r>
          </a:p>
          <a:p>
            <a:pPr eaLnBrk="1" hangingPunct="1">
              <a:defRPr/>
            </a:pPr>
            <a:r>
              <a:rPr lang="en-US" dirty="0">
                <a:effectLst>
                  <a:outerShdw blurRad="38100" dist="38100" dir="2700000" algn="tl">
                    <a:srgbClr val="C0C0C0"/>
                  </a:outerShdw>
                </a:effectLst>
              </a:rPr>
              <a:t>Protects businesses from legal liability if someone if injured while using the product</a:t>
            </a:r>
          </a:p>
        </p:txBody>
      </p:sp>
      <p:pic>
        <p:nvPicPr>
          <p:cNvPr id="28676" name="Picture 1028" descr="http://z.about.com/d/housekeeping/1/0/V/3/products_storage.JPG"/>
          <p:cNvPicPr>
            <a:picLocks noChangeAspect="1" noChangeArrowheads="1"/>
          </p:cNvPicPr>
          <p:nvPr/>
        </p:nvPicPr>
        <p:blipFill>
          <a:blip r:embed="rId3" cstate="print"/>
          <a:srcRect/>
          <a:stretch>
            <a:fillRect/>
          </a:stretch>
        </p:blipFill>
        <p:spPr bwMode="auto">
          <a:xfrm>
            <a:off x="1422400" y="5334000"/>
            <a:ext cx="4267200" cy="1225550"/>
          </a:xfrm>
          <a:prstGeom prst="rect">
            <a:avLst/>
          </a:prstGeom>
          <a:ln>
            <a:noFill/>
          </a:ln>
          <a:effectLst>
            <a:outerShdw blurRad="190500" algn="tl" rotWithShape="0">
              <a:srgbClr val="000000">
                <a:alpha val="70000"/>
              </a:srgbClr>
            </a:outerShdw>
          </a:effectLst>
        </p:spPr>
      </p:pic>
      <p:pic>
        <p:nvPicPr>
          <p:cNvPr id="28678" name="Picture 1030" descr="http://www.live-the-organic-life.com/images/detox-cleaning-bottles.jpg"/>
          <p:cNvPicPr>
            <a:picLocks noChangeAspect="1" noChangeArrowheads="1"/>
          </p:cNvPicPr>
          <p:nvPr/>
        </p:nvPicPr>
        <p:blipFill>
          <a:blip r:embed="rId4" cstate="print"/>
          <a:srcRect/>
          <a:stretch>
            <a:fillRect/>
          </a:stretch>
        </p:blipFill>
        <p:spPr bwMode="auto">
          <a:xfrm>
            <a:off x="7010401" y="4978400"/>
            <a:ext cx="4567767" cy="1727200"/>
          </a:xfrm>
          <a:prstGeom prst="rect">
            <a:avLst/>
          </a:prstGeom>
          <a:ln>
            <a:noFill/>
          </a:ln>
          <a:effectLst>
            <a:outerShdw blurRad="190500" algn="tl" rotWithShape="0">
              <a:srgbClr val="000000">
                <a:alpha val="70000"/>
              </a:srgbClr>
            </a:outerShdw>
          </a:effectLst>
        </p:spPr>
      </p:pic>
      <p:pic>
        <p:nvPicPr>
          <p:cNvPr id="28680" name="Picture 1032" descr="http://media.mgnetwork.com/transfat/images/img_nutrition_label.gif"/>
          <p:cNvPicPr>
            <a:picLocks noChangeAspect="1" noChangeArrowheads="1"/>
          </p:cNvPicPr>
          <p:nvPr/>
        </p:nvPicPr>
        <p:blipFill>
          <a:blip r:embed="rId5" cstate="print"/>
          <a:srcRect/>
          <a:stretch>
            <a:fillRect/>
          </a:stretch>
        </p:blipFill>
        <p:spPr bwMode="auto">
          <a:xfrm>
            <a:off x="8534401" y="990600"/>
            <a:ext cx="3365500" cy="2933700"/>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381000"/>
            <a:ext cx="9324813" cy="620114"/>
          </a:xfrm>
        </p:spPr>
        <p:txBody>
          <a:bodyPr>
            <a:normAutofit fontScale="90000"/>
          </a:bodyPr>
          <a:lstStyle/>
          <a:p>
            <a:pPr eaLnBrk="1" fontAlgn="auto" hangingPunct="1">
              <a:spcAft>
                <a:spcPts val="0"/>
              </a:spcAft>
              <a:defRPr/>
            </a:pPr>
            <a:r>
              <a:rPr lang="en-US" dirty="0"/>
              <a:t>Three Kinds of Labels</a:t>
            </a:r>
          </a:p>
        </p:txBody>
      </p:sp>
      <p:sp>
        <p:nvSpPr>
          <p:cNvPr id="21507" name="Content Placeholder 2"/>
          <p:cNvSpPr>
            <a:spLocks noGrp="1"/>
          </p:cNvSpPr>
          <p:nvPr>
            <p:ph idx="1"/>
          </p:nvPr>
        </p:nvSpPr>
        <p:spPr>
          <a:xfrm>
            <a:off x="508000" y="1295400"/>
            <a:ext cx="9652000" cy="4846638"/>
          </a:xfrm>
        </p:spPr>
        <p:txBody>
          <a:bodyPr/>
          <a:lstStyle/>
          <a:p>
            <a:pPr marL="495300" indent="-495300" eaLnBrk="1" hangingPunct="1">
              <a:buFont typeface="Wingdings 2" pitchFamily="18" charset="2"/>
              <a:buAutoNum type="arabicPeriod"/>
            </a:pPr>
            <a:r>
              <a:rPr lang="en-US" u="sng" dirty="0"/>
              <a:t>Brand Label</a:t>
            </a:r>
            <a:r>
              <a:rPr lang="en-US" dirty="0"/>
              <a:t> – gives brand name and trademark or logo</a:t>
            </a:r>
          </a:p>
          <a:p>
            <a:pPr marL="495300" indent="-495300" eaLnBrk="1" hangingPunct="1">
              <a:buFont typeface="Wingdings 2" pitchFamily="18" charset="2"/>
              <a:buAutoNum type="arabicPeriod"/>
            </a:pPr>
            <a:endParaRPr lang="en-US" dirty="0"/>
          </a:p>
          <a:p>
            <a:pPr marL="495300" indent="-495300" eaLnBrk="1" hangingPunct="1">
              <a:buFont typeface="Wingdings 2" pitchFamily="18" charset="2"/>
              <a:buAutoNum type="arabicPeriod"/>
            </a:pPr>
            <a:endParaRPr lang="en-US" dirty="0"/>
          </a:p>
          <a:p>
            <a:pPr marL="495300" indent="-495300" eaLnBrk="1" hangingPunct="1">
              <a:buFont typeface="Wingdings 2" pitchFamily="18" charset="2"/>
              <a:buAutoNum type="arabicPeriod"/>
            </a:pPr>
            <a:r>
              <a:rPr lang="en-US" u="sng" dirty="0"/>
              <a:t>Descriptive Label</a:t>
            </a:r>
            <a:r>
              <a:rPr lang="en-US" dirty="0"/>
              <a:t> – give information about product use, construction, care, performance, and other features</a:t>
            </a:r>
          </a:p>
          <a:p>
            <a:pPr marL="495300" indent="-495300" eaLnBrk="1" hangingPunct="1">
              <a:buFont typeface="Wingdings 2" pitchFamily="18" charset="2"/>
              <a:buAutoNum type="arabicPeriod"/>
            </a:pPr>
            <a:endParaRPr lang="en-US" dirty="0"/>
          </a:p>
          <a:p>
            <a:pPr marL="495300" indent="-495300" eaLnBrk="1" hangingPunct="1">
              <a:buFont typeface="Wingdings 2" pitchFamily="18" charset="2"/>
              <a:buAutoNum type="arabicPeriod"/>
            </a:pPr>
            <a:r>
              <a:rPr lang="en-US" u="sng" dirty="0"/>
              <a:t>Grade Label</a:t>
            </a:r>
            <a:r>
              <a:rPr lang="en-US" dirty="0"/>
              <a:t> – states the quality of a product</a:t>
            </a:r>
          </a:p>
        </p:txBody>
      </p:sp>
      <p:pic>
        <p:nvPicPr>
          <p:cNvPr id="30723" name="Picture 2" descr="http://tbn0.google.com/images?q=tbn:TJmF1mb0SeHnWM:http://www.exposuremind.com/userfiles/Image/chiquita_banana.jpg">
            <a:hlinkClick r:id="rId3"/>
          </p:cNvPr>
          <p:cNvPicPr>
            <a:picLocks noChangeAspect="1" noChangeArrowheads="1"/>
          </p:cNvPicPr>
          <p:nvPr/>
        </p:nvPicPr>
        <p:blipFill>
          <a:blip r:embed="rId4" cstate="print"/>
          <a:srcRect/>
          <a:stretch>
            <a:fillRect/>
          </a:stretch>
        </p:blipFill>
        <p:spPr bwMode="auto">
          <a:xfrm>
            <a:off x="9208172" y="1569716"/>
            <a:ext cx="2794000" cy="1397000"/>
          </a:xfrm>
          <a:prstGeom prst="rect">
            <a:avLst/>
          </a:prstGeom>
          <a:ln>
            <a:noFill/>
          </a:ln>
          <a:effectLst>
            <a:outerShdw blurRad="190500" algn="tl" rotWithShape="0">
              <a:srgbClr val="000000">
                <a:alpha val="70000"/>
              </a:srgbClr>
            </a:outerShdw>
          </a:effectLst>
        </p:spPr>
      </p:pic>
      <p:pic>
        <p:nvPicPr>
          <p:cNvPr id="30724" name="Picture 6" descr="http://www.recipetips.com/kitchen/images/refimages/eggs/cartonaa.jpg"/>
          <p:cNvPicPr>
            <a:picLocks noChangeAspect="1" noChangeArrowheads="1"/>
          </p:cNvPicPr>
          <p:nvPr/>
        </p:nvPicPr>
        <p:blipFill>
          <a:blip r:embed="rId5" cstate="print"/>
          <a:srcRect/>
          <a:stretch>
            <a:fillRect/>
          </a:stretch>
        </p:blipFill>
        <p:spPr bwMode="auto">
          <a:xfrm>
            <a:off x="7416800" y="5486400"/>
            <a:ext cx="2946400" cy="1219200"/>
          </a:xfrm>
          <a:prstGeom prst="rect">
            <a:avLst/>
          </a:prstGeom>
          <a:ln>
            <a:noFill/>
          </a:ln>
          <a:effectLst>
            <a:outerShdw blurRad="190500" algn="tl" rotWithShape="0">
              <a:srgbClr val="000000">
                <a:alpha val="70000"/>
              </a:srgbClr>
            </a:outerShdw>
          </a:effectLst>
        </p:spPr>
      </p:pic>
      <p:sp>
        <p:nvSpPr>
          <p:cNvPr id="21510" name="Line 1030"/>
          <p:cNvSpPr>
            <a:spLocks noChangeShapeType="1"/>
          </p:cNvSpPr>
          <p:nvPr/>
        </p:nvSpPr>
        <p:spPr bwMode="auto">
          <a:xfrm>
            <a:off x="7263704" y="1984712"/>
            <a:ext cx="3149600" cy="228600"/>
          </a:xfrm>
          <a:prstGeom prst="line">
            <a:avLst/>
          </a:prstGeom>
          <a:noFill/>
          <a:ln w="34925">
            <a:solidFill>
              <a:srgbClr val="FF6600"/>
            </a:solidFill>
            <a:round/>
            <a:headEnd/>
            <a:tailEnd type="triangle" w="med" len="med"/>
          </a:ln>
        </p:spPr>
        <p:txBody>
          <a:bodyPr/>
          <a:lstStyle/>
          <a:p>
            <a:endParaRPr lang="en-US"/>
          </a:p>
        </p:txBody>
      </p:sp>
      <p:sp>
        <p:nvSpPr>
          <p:cNvPr id="21511" name="Line 1031"/>
          <p:cNvSpPr>
            <a:spLocks noChangeShapeType="1"/>
          </p:cNvSpPr>
          <p:nvPr/>
        </p:nvSpPr>
        <p:spPr bwMode="auto">
          <a:xfrm>
            <a:off x="5791200" y="5334000"/>
            <a:ext cx="2946400" cy="762000"/>
          </a:xfrm>
          <a:prstGeom prst="line">
            <a:avLst/>
          </a:prstGeom>
          <a:noFill/>
          <a:ln w="34925">
            <a:solidFill>
              <a:srgbClr val="FF6600"/>
            </a:solidFill>
            <a:round/>
            <a:headEnd/>
            <a:tailEnd type="triangle" w="med" len="med"/>
          </a:ln>
        </p:spPr>
        <p:txBody>
          <a:bodyPr/>
          <a:lstStyle/>
          <a:p>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F9AF1703-B898-6B79-A88B-AF68A09DF024}"/>
              </a:ext>
            </a:extLst>
          </p:cNvPr>
          <p:cNvSpPr>
            <a:spLocks noGrp="1"/>
          </p:cNvSpPr>
          <p:nvPr>
            <p:ph type="ctrTitle"/>
          </p:nvPr>
        </p:nvSpPr>
        <p:spPr>
          <a:xfrm>
            <a:off x="1154955" y="1447800"/>
            <a:ext cx="8825658" cy="1556657"/>
          </a:xfrm>
        </p:spPr>
        <p:txBody>
          <a:bodyPr/>
          <a:lstStyle/>
          <a:p>
            <a:r>
              <a:rPr lang="en-US" dirty="0"/>
              <a:t>Pricing</a:t>
            </a:r>
            <a:endParaRPr lang="en-IN" dirty="0"/>
          </a:p>
        </p:txBody>
      </p:sp>
    </p:spTree>
    <p:extLst>
      <p:ext uri="{BB962C8B-B14F-4D97-AF65-F5344CB8AC3E}">
        <p14:creationId xmlns:p14="http://schemas.microsoft.com/office/powerpoint/2010/main" xmlns="" val="417274311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a:extLst>
              <a:ext uri="{FF2B5EF4-FFF2-40B4-BE49-F238E27FC236}">
                <a16:creationId xmlns:a16="http://schemas.microsoft.com/office/drawing/2014/main" xmlns="" id="{2360CE2C-57F5-23DC-0E7A-99425E12566F}"/>
              </a:ext>
            </a:extLst>
          </p:cNvPr>
          <p:cNvSpPr>
            <a:spLocks noGrp="1"/>
          </p:cNvSpPr>
          <p:nvPr>
            <p:ph type="title"/>
          </p:nvPr>
        </p:nvSpPr>
        <p:spPr>
          <a:xfrm>
            <a:off x="838200" y="365125"/>
            <a:ext cx="10515600" cy="808038"/>
          </a:xfrm>
        </p:spPr>
        <p:txBody>
          <a:bodyPr/>
          <a:lstStyle/>
          <a:p>
            <a:pPr eaLnBrk="1" hangingPunct="1"/>
            <a:r>
              <a:rPr lang="en-IN" altLang="en-US"/>
              <a:t>What is pricing?</a:t>
            </a:r>
          </a:p>
        </p:txBody>
      </p:sp>
      <p:sp>
        <p:nvSpPr>
          <p:cNvPr id="5123" name="Content Placeholder 2">
            <a:extLst>
              <a:ext uri="{FF2B5EF4-FFF2-40B4-BE49-F238E27FC236}">
                <a16:creationId xmlns:a16="http://schemas.microsoft.com/office/drawing/2014/main" xmlns="" id="{1B3509D8-3E25-E74C-41A4-82CB084F2F5E}"/>
              </a:ext>
            </a:extLst>
          </p:cNvPr>
          <p:cNvSpPr>
            <a:spLocks noGrp="1"/>
          </p:cNvSpPr>
          <p:nvPr>
            <p:ph idx="1"/>
          </p:nvPr>
        </p:nvSpPr>
        <p:spPr>
          <a:xfrm>
            <a:off x="838200" y="1173163"/>
            <a:ext cx="10515600" cy="5003800"/>
          </a:xfrm>
        </p:spPr>
        <p:txBody>
          <a:bodyPr>
            <a:normAutofit fontScale="92500"/>
          </a:bodyPr>
          <a:lstStyle/>
          <a:p>
            <a:pPr marL="0" indent="0" algn="just" eaLnBrk="1" hangingPunct="1">
              <a:buFont typeface="Arial" panose="020B0604020202020204" pitchFamily="34" charset="0"/>
              <a:buNone/>
            </a:pPr>
            <a:r>
              <a:rPr lang="en-IN" altLang="en-US" sz="4000" b="1"/>
              <a:t>Pricing</a:t>
            </a:r>
            <a:r>
              <a:rPr lang="en-IN" altLang="en-US" sz="4000"/>
              <a:t> is the process whereby a business sets the price at which it will sell its products and services, and may be part of the business's marketing plan. In setting prices, the business will take into account the price at which it could acquire the goods, the manufacturing cost, the market place, competition, market condition, brand, and quality of product.</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xmlns="" id="{4F33DB1C-A9C4-EA52-CE22-2F6E8A66B77E}"/>
              </a:ext>
            </a:extLst>
          </p:cNvPr>
          <p:cNvSpPr>
            <a:spLocks noGrp="1"/>
          </p:cNvSpPr>
          <p:nvPr>
            <p:ph type="title"/>
          </p:nvPr>
        </p:nvSpPr>
        <p:spPr>
          <a:xfrm>
            <a:off x="838200" y="365125"/>
            <a:ext cx="10515600" cy="793750"/>
          </a:xfrm>
        </p:spPr>
        <p:txBody>
          <a:bodyPr/>
          <a:lstStyle/>
          <a:p>
            <a:pPr eaLnBrk="1" hangingPunct="1"/>
            <a:r>
              <a:rPr lang="en-IN" altLang="en-US"/>
              <a:t>Significance of Pricing</a:t>
            </a:r>
          </a:p>
        </p:txBody>
      </p:sp>
      <p:sp>
        <p:nvSpPr>
          <p:cNvPr id="6147" name="Content Placeholder 2">
            <a:extLst>
              <a:ext uri="{FF2B5EF4-FFF2-40B4-BE49-F238E27FC236}">
                <a16:creationId xmlns:a16="http://schemas.microsoft.com/office/drawing/2014/main" xmlns="" id="{53D0AFEF-7723-9FE1-986F-1C6D7B640D76}"/>
              </a:ext>
            </a:extLst>
          </p:cNvPr>
          <p:cNvSpPr>
            <a:spLocks noGrp="1"/>
          </p:cNvSpPr>
          <p:nvPr>
            <p:ph idx="1"/>
          </p:nvPr>
        </p:nvSpPr>
        <p:spPr>
          <a:xfrm>
            <a:off x="838200" y="1308149"/>
            <a:ext cx="10515600" cy="5156200"/>
          </a:xfrm>
        </p:spPr>
        <p:txBody>
          <a:bodyPr>
            <a:normAutofit/>
          </a:bodyPr>
          <a:lstStyle/>
          <a:p>
            <a:pPr marL="514350" indent="-514350" eaLnBrk="1" hangingPunct="1">
              <a:buFont typeface="Arial" panose="020B0604020202020204" pitchFamily="34" charset="0"/>
              <a:buAutoNum type="arabicPeriod"/>
            </a:pPr>
            <a:r>
              <a:rPr lang="en-IN" altLang="en-US" sz="3600" dirty="0"/>
              <a:t>Price is used as tool in positioning strategy.</a:t>
            </a:r>
          </a:p>
          <a:p>
            <a:pPr marL="514350" indent="-514350" eaLnBrk="1" hangingPunct="1">
              <a:buFont typeface="Arial" panose="020B0604020202020204" pitchFamily="34" charset="0"/>
              <a:buAutoNum type="arabicPeriod"/>
            </a:pPr>
            <a:r>
              <a:rPr lang="en-IN" altLang="en-US" sz="3600" dirty="0"/>
              <a:t>Price play role in managing Product Life Cycle Stages </a:t>
            </a:r>
          </a:p>
          <a:p>
            <a:pPr marL="514350" indent="-514350" eaLnBrk="1" hangingPunct="1">
              <a:buFont typeface="Arial" panose="020B0604020202020204" pitchFamily="34" charset="0"/>
              <a:buAutoNum type="arabicPeriod"/>
            </a:pPr>
            <a:r>
              <a:rPr lang="en-IN" altLang="en-US" sz="3600" dirty="0"/>
              <a:t>Price influences elasticity of demand.</a:t>
            </a:r>
          </a:p>
          <a:p>
            <a:pPr marL="514350" indent="-514350" eaLnBrk="1" hangingPunct="1">
              <a:buFont typeface="Arial" panose="020B0604020202020204" pitchFamily="34" charset="0"/>
              <a:buAutoNum type="arabicPeriod"/>
            </a:pPr>
            <a:r>
              <a:rPr lang="en-IN" altLang="en-US" sz="3600" dirty="0"/>
              <a:t>Price is tool for competition in the market</a:t>
            </a:r>
          </a:p>
          <a:p>
            <a:pPr marL="514350" indent="-514350" eaLnBrk="1" hangingPunct="1">
              <a:buFont typeface="Arial" panose="020B0604020202020204" pitchFamily="34" charset="0"/>
              <a:buAutoNum type="arabicPeriod"/>
            </a:pPr>
            <a:r>
              <a:rPr lang="en-IN" altLang="en-US" sz="3600" dirty="0"/>
              <a:t>Price is used as an indicator of quality.</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a:extLst>
              <a:ext uri="{FF2B5EF4-FFF2-40B4-BE49-F238E27FC236}">
                <a16:creationId xmlns:a16="http://schemas.microsoft.com/office/drawing/2014/main" xmlns="" id="{66C3E90D-078A-C0E5-9C69-8462935392AB}"/>
              </a:ext>
            </a:extLst>
          </p:cNvPr>
          <p:cNvSpPr>
            <a:spLocks noGrp="1"/>
          </p:cNvSpPr>
          <p:nvPr>
            <p:ph type="title"/>
          </p:nvPr>
        </p:nvSpPr>
        <p:spPr>
          <a:xfrm>
            <a:off x="838200" y="365125"/>
            <a:ext cx="10515600" cy="808038"/>
          </a:xfrm>
        </p:spPr>
        <p:txBody>
          <a:bodyPr/>
          <a:lstStyle/>
          <a:p>
            <a:pPr eaLnBrk="1" hangingPunct="1"/>
            <a:r>
              <a:rPr lang="en-IN" altLang="en-US"/>
              <a:t>Factors influencing Pricing</a:t>
            </a:r>
          </a:p>
        </p:txBody>
      </p:sp>
      <p:sp>
        <p:nvSpPr>
          <p:cNvPr id="3" name="Content Placeholder 2">
            <a:extLst>
              <a:ext uri="{FF2B5EF4-FFF2-40B4-BE49-F238E27FC236}">
                <a16:creationId xmlns:a16="http://schemas.microsoft.com/office/drawing/2014/main" xmlns="" id="{9A704EC3-132E-427E-6B23-E569D9590F98}"/>
              </a:ext>
            </a:extLst>
          </p:cNvPr>
          <p:cNvSpPr>
            <a:spLocks noGrp="1"/>
          </p:cNvSpPr>
          <p:nvPr>
            <p:ph idx="1"/>
          </p:nvPr>
        </p:nvSpPr>
        <p:spPr>
          <a:xfrm>
            <a:off x="838200" y="1173163"/>
            <a:ext cx="10515600" cy="5003800"/>
          </a:xfrm>
        </p:spPr>
        <p:txBody>
          <a:bodyPr rtlCol="0">
            <a:normAutofit fontScale="92500" lnSpcReduction="10000"/>
          </a:bodyPr>
          <a:lstStyle/>
          <a:p>
            <a:pPr marL="514350" indent="-514350" eaLnBrk="1" fontAlgn="auto" hangingPunct="1">
              <a:spcAft>
                <a:spcPts val="0"/>
              </a:spcAft>
              <a:buFont typeface="Arial" panose="020B0604020202020204" pitchFamily="34" charset="0"/>
              <a:buAutoNum type="alphaUcPeriod"/>
              <a:defRPr/>
            </a:pPr>
            <a:r>
              <a:rPr lang="en-IN" dirty="0"/>
              <a:t>Internal Factors.</a:t>
            </a:r>
          </a:p>
          <a:p>
            <a:pPr marL="514350" indent="-514350" eaLnBrk="1" fontAlgn="auto" hangingPunct="1">
              <a:spcAft>
                <a:spcPts val="0"/>
              </a:spcAft>
              <a:buFont typeface="Arial" panose="020B0604020202020204" pitchFamily="34" charset="0"/>
              <a:buAutoNum type="arabicPeriod"/>
              <a:defRPr/>
            </a:pPr>
            <a:r>
              <a:rPr lang="en-IN" dirty="0"/>
              <a:t>Organisational Factors</a:t>
            </a:r>
          </a:p>
          <a:p>
            <a:pPr marL="514350" indent="-514350" eaLnBrk="1" fontAlgn="auto" hangingPunct="1">
              <a:spcAft>
                <a:spcPts val="0"/>
              </a:spcAft>
              <a:buFont typeface="Arial" panose="020B0604020202020204" pitchFamily="34" charset="0"/>
              <a:buAutoNum type="arabicPeriod"/>
              <a:defRPr/>
            </a:pPr>
            <a:r>
              <a:rPr lang="en-IN" dirty="0"/>
              <a:t>Marketing mix</a:t>
            </a:r>
          </a:p>
          <a:p>
            <a:pPr marL="514350" indent="-514350" eaLnBrk="1" fontAlgn="auto" hangingPunct="1">
              <a:spcAft>
                <a:spcPts val="0"/>
              </a:spcAft>
              <a:buFont typeface="Arial" panose="020B0604020202020204" pitchFamily="34" charset="0"/>
              <a:buAutoNum type="arabicPeriod"/>
              <a:defRPr/>
            </a:pPr>
            <a:r>
              <a:rPr lang="en-IN" dirty="0"/>
              <a:t>Product differentiation</a:t>
            </a:r>
          </a:p>
          <a:p>
            <a:pPr marL="514350" indent="-514350" eaLnBrk="1" fontAlgn="auto" hangingPunct="1">
              <a:spcAft>
                <a:spcPts val="0"/>
              </a:spcAft>
              <a:buFont typeface="Arial" panose="020B0604020202020204" pitchFamily="34" charset="0"/>
              <a:buAutoNum type="arabicPeriod"/>
              <a:defRPr/>
            </a:pPr>
            <a:r>
              <a:rPr lang="en-IN" dirty="0"/>
              <a:t>Cost of the product.</a:t>
            </a:r>
          </a:p>
          <a:p>
            <a:pPr marL="514350" indent="-514350" eaLnBrk="1" fontAlgn="auto" hangingPunct="1">
              <a:spcAft>
                <a:spcPts val="0"/>
              </a:spcAft>
              <a:buFont typeface="Arial" panose="020B0604020202020204" pitchFamily="34" charset="0"/>
              <a:buAutoNum type="arabicPeriod"/>
              <a:defRPr/>
            </a:pPr>
            <a:r>
              <a:rPr lang="en-IN" dirty="0"/>
              <a:t>Firms objectives.</a:t>
            </a:r>
          </a:p>
          <a:p>
            <a:pPr marL="0" indent="0" eaLnBrk="1" fontAlgn="auto" hangingPunct="1">
              <a:spcAft>
                <a:spcPts val="0"/>
              </a:spcAft>
              <a:buFont typeface="Arial" panose="020B0604020202020204" pitchFamily="34" charset="0"/>
              <a:buNone/>
              <a:defRPr/>
            </a:pPr>
            <a:r>
              <a:rPr lang="en-IN" dirty="0"/>
              <a:t>B. External Factors:</a:t>
            </a:r>
          </a:p>
          <a:p>
            <a:pPr marL="514350" indent="-514350" eaLnBrk="1" fontAlgn="auto" hangingPunct="1">
              <a:spcAft>
                <a:spcPts val="0"/>
              </a:spcAft>
              <a:buFont typeface="Arial" panose="020B0604020202020204" pitchFamily="34" charset="0"/>
              <a:buAutoNum type="arabicPeriod"/>
              <a:defRPr/>
            </a:pPr>
            <a:r>
              <a:rPr lang="en-IN" dirty="0"/>
              <a:t>Demand</a:t>
            </a:r>
          </a:p>
          <a:p>
            <a:pPr marL="514350" indent="-514350" eaLnBrk="1" fontAlgn="auto" hangingPunct="1">
              <a:spcAft>
                <a:spcPts val="0"/>
              </a:spcAft>
              <a:buFont typeface="Arial" panose="020B0604020202020204" pitchFamily="34" charset="0"/>
              <a:buAutoNum type="arabicPeriod"/>
              <a:defRPr/>
            </a:pPr>
            <a:r>
              <a:rPr lang="en-IN" dirty="0"/>
              <a:t>Competition</a:t>
            </a:r>
          </a:p>
          <a:p>
            <a:pPr marL="514350" indent="-514350" eaLnBrk="1" fontAlgn="auto" hangingPunct="1">
              <a:spcAft>
                <a:spcPts val="0"/>
              </a:spcAft>
              <a:buFont typeface="Arial" panose="020B0604020202020204" pitchFamily="34" charset="0"/>
              <a:buAutoNum type="arabicPeriod"/>
              <a:defRPr/>
            </a:pPr>
            <a:r>
              <a:rPr lang="en-IN" dirty="0"/>
              <a:t>Suppliers.</a:t>
            </a:r>
          </a:p>
          <a:p>
            <a:pPr marL="514350" indent="-514350" eaLnBrk="1" fontAlgn="auto" hangingPunct="1">
              <a:spcAft>
                <a:spcPts val="0"/>
              </a:spcAft>
              <a:buFont typeface="Arial" panose="020B0604020202020204" pitchFamily="34" charset="0"/>
              <a:buAutoNum type="arabicPeriod"/>
              <a:defRPr/>
            </a:pPr>
            <a:r>
              <a:rPr lang="en-IN" dirty="0"/>
              <a:t>Economic condition</a:t>
            </a:r>
          </a:p>
          <a:p>
            <a:pPr marL="514350" indent="-514350" eaLnBrk="1" fontAlgn="auto" hangingPunct="1">
              <a:spcAft>
                <a:spcPts val="0"/>
              </a:spcAft>
              <a:buFont typeface="Arial" panose="020B0604020202020204" pitchFamily="34" charset="0"/>
              <a:buAutoNum type="arabicPeriod"/>
              <a:defRPr/>
            </a:pPr>
            <a:r>
              <a:rPr lang="en-IN" dirty="0"/>
              <a:t>Buyers</a:t>
            </a:r>
          </a:p>
          <a:p>
            <a:pPr marL="514350" indent="-514350" eaLnBrk="1" fontAlgn="auto" hangingPunct="1">
              <a:spcAft>
                <a:spcPts val="0"/>
              </a:spcAft>
              <a:buFont typeface="Arial" panose="020B0604020202020204" pitchFamily="34" charset="0"/>
              <a:buAutoNum type="arabicPeriod"/>
              <a:defRPr/>
            </a:pPr>
            <a:r>
              <a:rPr lang="en-IN" dirty="0"/>
              <a:t>Government</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a:extLst>
              <a:ext uri="{FF2B5EF4-FFF2-40B4-BE49-F238E27FC236}">
                <a16:creationId xmlns:a16="http://schemas.microsoft.com/office/drawing/2014/main" xmlns="" id="{C253AC73-CCD2-95C4-E519-86085F400E9C}"/>
              </a:ext>
            </a:extLst>
          </p:cNvPr>
          <p:cNvSpPr>
            <a:spLocks noGrp="1"/>
          </p:cNvSpPr>
          <p:nvPr>
            <p:ph type="title"/>
          </p:nvPr>
        </p:nvSpPr>
        <p:spPr>
          <a:xfrm>
            <a:off x="838200" y="365125"/>
            <a:ext cx="10515600" cy="747713"/>
          </a:xfrm>
        </p:spPr>
        <p:txBody>
          <a:bodyPr/>
          <a:lstStyle/>
          <a:p>
            <a:pPr eaLnBrk="1" hangingPunct="1"/>
            <a:r>
              <a:rPr lang="en-IN" altLang="en-US"/>
              <a:t>Objectives of Pricing</a:t>
            </a:r>
          </a:p>
        </p:txBody>
      </p:sp>
      <p:sp>
        <p:nvSpPr>
          <p:cNvPr id="3" name="Content Placeholder 2">
            <a:extLst>
              <a:ext uri="{FF2B5EF4-FFF2-40B4-BE49-F238E27FC236}">
                <a16:creationId xmlns:a16="http://schemas.microsoft.com/office/drawing/2014/main" xmlns="" id="{87EC9706-3AAA-25A1-0E04-3088E6883043}"/>
              </a:ext>
            </a:extLst>
          </p:cNvPr>
          <p:cNvSpPr>
            <a:spLocks noGrp="1"/>
          </p:cNvSpPr>
          <p:nvPr>
            <p:ph idx="1"/>
          </p:nvPr>
        </p:nvSpPr>
        <p:spPr>
          <a:xfrm>
            <a:off x="838200" y="1260886"/>
            <a:ext cx="10515600" cy="5216525"/>
          </a:xfrm>
        </p:spPr>
        <p:txBody>
          <a:bodyPr rtlCol="0">
            <a:normAutofit/>
          </a:bodyPr>
          <a:lstStyle/>
          <a:p>
            <a:pPr marL="514350" indent="-514350" eaLnBrk="1" fontAlgn="auto" hangingPunct="1">
              <a:spcAft>
                <a:spcPts val="0"/>
              </a:spcAft>
              <a:buFont typeface="Arial" panose="020B0604020202020204" pitchFamily="34" charset="0"/>
              <a:buAutoNum type="arabicPeriod"/>
              <a:defRPr/>
            </a:pPr>
            <a:r>
              <a:rPr lang="en-IN" sz="3200" dirty="0"/>
              <a:t>Profit maximisation</a:t>
            </a:r>
          </a:p>
          <a:p>
            <a:pPr marL="514350" indent="-514350" eaLnBrk="1" fontAlgn="auto" hangingPunct="1">
              <a:spcAft>
                <a:spcPts val="0"/>
              </a:spcAft>
              <a:buFont typeface="Arial" panose="020B0604020202020204" pitchFamily="34" charset="0"/>
              <a:buAutoNum type="arabicPeriod"/>
              <a:defRPr/>
            </a:pPr>
            <a:r>
              <a:rPr lang="en-IN" sz="3200" dirty="0"/>
              <a:t>Curbing competition</a:t>
            </a:r>
          </a:p>
          <a:p>
            <a:pPr marL="514350" indent="-514350" eaLnBrk="1" fontAlgn="auto" hangingPunct="1">
              <a:spcAft>
                <a:spcPts val="0"/>
              </a:spcAft>
              <a:buFont typeface="Arial" panose="020B0604020202020204" pitchFamily="34" charset="0"/>
              <a:buAutoNum type="arabicPeriod"/>
              <a:defRPr/>
            </a:pPr>
            <a:r>
              <a:rPr lang="en-IN" sz="3200" dirty="0"/>
              <a:t>Capturing the new market.</a:t>
            </a:r>
          </a:p>
          <a:p>
            <a:pPr marL="514350" indent="-514350" eaLnBrk="1" fontAlgn="auto" hangingPunct="1">
              <a:spcAft>
                <a:spcPts val="0"/>
              </a:spcAft>
              <a:buFont typeface="Arial" panose="020B0604020202020204" pitchFamily="34" charset="0"/>
              <a:buAutoNum type="arabicPeriod"/>
              <a:defRPr/>
            </a:pPr>
            <a:r>
              <a:rPr lang="en-IN" sz="3200" dirty="0"/>
              <a:t>Welfare of the firm</a:t>
            </a:r>
          </a:p>
          <a:p>
            <a:pPr marL="514350" indent="-514350" eaLnBrk="1" fontAlgn="auto" hangingPunct="1">
              <a:spcAft>
                <a:spcPts val="0"/>
              </a:spcAft>
              <a:buFont typeface="Arial" panose="020B0604020202020204" pitchFamily="34" charset="0"/>
              <a:buAutoNum type="arabicPeriod"/>
              <a:defRPr/>
            </a:pPr>
            <a:r>
              <a:rPr lang="en-IN" sz="3200" dirty="0" err="1"/>
              <a:t>Mentain</a:t>
            </a:r>
            <a:r>
              <a:rPr lang="en-IN" sz="3200" dirty="0"/>
              <a:t> price stability.</a:t>
            </a:r>
          </a:p>
          <a:p>
            <a:pPr marL="514350" indent="-514350" eaLnBrk="1" fontAlgn="auto" hangingPunct="1">
              <a:spcAft>
                <a:spcPts val="0"/>
              </a:spcAft>
              <a:buFont typeface="Arial" panose="020B0604020202020204" pitchFamily="34" charset="0"/>
              <a:buAutoNum type="arabicPeriod"/>
              <a:defRPr/>
            </a:pPr>
            <a:r>
              <a:rPr lang="en-IN" sz="3200" dirty="0"/>
              <a:t>Margin to middlemen.</a:t>
            </a:r>
          </a:p>
          <a:p>
            <a:pPr marL="514350" indent="-514350" eaLnBrk="1" fontAlgn="auto" hangingPunct="1">
              <a:spcAft>
                <a:spcPts val="0"/>
              </a:spcAft>
              <a:buFont typeface="Arial" panose="020B0604020202020204" pitchFamily="34" charset="0"/>
              <a:buAutoNum type="arabicPeriod"/>
              <a:defRPr/>
            </a:pPr>
            <a:r>
              <a:rPr lang="en-IN" sz="3200" dirty="0"/>
              <a:t>Achieving target return.</a:t>
            </a:r>
          </a:p>
          <a:p>
            <a:pPr marL="0" indent="0" eaLnBrk="1" fontAlgn="auto" hangingPunct="1">
              <a:spcAft>
                <a:spcPts val="0"/>
              </a:spcAft>
              <a:buFont typeface="Arial" panose="020B0604020202020204" pitchFamily="34" charset="0"/>
              <a:buNone/>
              <a:defRPr/>
            </a:pPr>
            <a:endParaRPr lang="en-IN"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xmlns="" id="{B3B1F967-6D8F-6F3F-920B-4F4619CD1BE0}"/>
              </a:ext>
            </a:extLst>
          </p:cNvPr>
          <p:cNvSpPr>
            <a:spLocks noGrp="1"/>
          </p:cNvSpPr>
          <p:nvPr>
            <p:ph type="title"/>
          </p:nvPr>
        </p:nvSpPr>
        <p:spPr>
          <a:xfrm>
            <a:off x="838200" y="365125"/>
            <a:ext cx="10515600" cy="717550"/>
          </a:xfrm>
        </p:spPr>
        <p:txBody>
          <a:bodyPr/>
          <a:lstStyle/>
          <a:p>
            <a:pPr eaLnBrk="1" hangingPunct="1"/>
            <a:r>
              <a:rPr lang="en-IN" altLang="en-US"/>
              <a:t>Pricing Strategies</a:t>
            </a:r>
          </a:p>
        </p:txBody>
      </p:sp>
      <p:pic>
        <p:nvPicPr>
          <p:cNvPr id="9219" name="Picture 3">
            <a:extLst>
              <a:ext uri="{FF2B5EF4-FFF2-40B4-BE49-F238E27FC236}">
                <a16:creationId xmlns:a16="http://schemas.microsoft.com/office/drawing/2014/main" xmlns="" id="{34E02A40-43CB-E143-4DD3-BFE86EF60A8B}"/>
              </a:ext>
            </a:extLst>
          </p:cNvPr>
          <p:cNvPicPr>
            <a:picLocks noChangeAspect="1"/>
          </p:cNvPicPr>
          <p:nvPr/>
        </p:nvPicPr>
        <p:blipFill>
          <a:blip r:embed="rId2">
            <a:extLst>
              <a:ext uri="{28A0092B-C50C-407E-A947-70E740481C1C}">
                <a14:useLocalDpi xmlns:a14="http://schemas.microsoft.com/office/drawing/2010/main" xmlns="" val="0"/>
              </a:ext>
            </a:extLst>
          </a:blip>
          <a:srcRect/>
          <a:stretch>
            <a:fillRect/>
          </a:stretch>
        </p:blipFill>
        <p:spPr bwMode="auto">
          <a:xfrm>
            <a:off x="731838" y="1082675"/>
            <a:ext cx="10774362" cy="5181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a:extLst>
              <a:ext uri="{FF2B5EF4-FFF2-40B4-BE49-F238E27FC236}">
                <a16:creationId xmlns:a16="http://schemas.microsoft.com/office/drawing/2014/main" xmlns="" id="{F1B3B5A9-AF72-B3DC-1427-DBCB5AE2D51D}"/>
              </a:ext>
            </a:extLst>
          </p:cNvPr>
          <p:cNvSpPr>
            <a:spLocks noGrp="1"/>
          </p:cNvSpPr>
          <p:nvPr>
            <p:ph type="title"/>
          </p:nvPr>
        </p:nvSpPr>
        <p:spPr/>
        <p:txBody>
          <a:bodyPr/>
          <a:lstStyle/>
          <a:p>
            <a:pPr eaLnBrk="1" hangingPunct="1"/>
            <a:r>
              <a:rPr lang="en-US" altLang="en-US"/>
              <a:t>New Product Pricing Strategy</a:t>
            </a:r>
          </a:p>
        </p:txBody>
      </p:sp>
      <p:sp>
        <p:nvSpPr>
          <p:cNvPr id="3" name="Content Placeholder 2">
            <a:extLst>
              <a:ext uri="{FF2B5EF4-FFF2-40B4-BE49-F238E27FC236}">
                <a16:creationId xmlns:a16="http://schemas.microsoft.com/office/drawing/2014/main" xmlns="" id="{D47B3333-FF38-0B93-BCA7-81B95EB565BD}"/>
              </a:ext>
            </a:extLst>
          </p:cNvPr>
          <p:cNvSpPr>
            <a:spLocks noGrp="1"/>
          </p:cNvSpPr>
          <p:nvPr>
            <p:ph idx="1"/>
          </p:nvPr>
        </p:nvSpPr>
        <p:spPr>
          <a:xfrm>
            <a:off x="838200" y="1407612"/>
            <a:ext cx="10515600" cy="2617788"/>
          </a:xfrm>
        </p:spPr>
        <p:txBody>
          <a:bodyPr rtlCol="0">
            <a:normAutofit lnSpcReduction="10000"/>
          </a:bodyPr>
          <a:lstStyle/>
          <a:p>
            <a:pPr marL="514350" indent="-514350" algn="just" eaLnBrk="1" fontAlgn="auto" hangingPunct="1">
              <a:spcAft>
                <a:spcPts val="0"/>
              </a:spcAft>
              <a:buFont typeface="Arial" panose="020B0604020202020204" pitchFamily="34" charset="0"/>
              <a:buAutoNum type="arabicPeriod"/>
              <a:defRPr/>
            </a:pPr>
            <a:r>
              <a:rPr lang="en-US" b="1" dirty="0"/>
              <a:t>Skimming Pricing </a:t>
            </a:r>
            <a:r>
              <a:rPr lang="en-US" dirty="0"/>
              <a:t> is a product pricing strategy by which a firm charges the </a:t>
            </a:r>
            <a:r>
              <a:rPr lang="en-US" b="1" dirty="0"/>
              <a:t>highest initial price</a:t>
            </a:r>
            <a:r>
              <a:rPr lang="en-US" dirty="0"/>
              <a:t> that customers will pay. As the demand of the first customers is satisfied, the firm lowers the price to attract another, more price-sensitive segment.</a:t>
            </a:r>
          </a:p>
          <a:p>
            <a:pPr marL="514350" indent="-514350" algn="just" eaLnBrk="1" fontAlgn="auto" hangingPunct="1">
              <a:spcAft>
                <a:spcPts val="0"/>
              </a:spcAft>
              <a:buFont typeface="Arial" panose="020B0604020202020204" pitchFamily="34" charset="0"/>
              <a:buAutoNum type="arabicPeriod"/>
              <a:defRPr/>
            </a:pPr>
            <a:r>
              <a:rPr lang="en-US" b="1" dirty="0"/>
              <a:t>Penetration pricing</a:t>
            </a:r>
            <a:r>
              <a:rPr lang="en-US" dirty="0"/>
              <a:t> is a pricing strategy where the</a:t>
            </a:r>
            <a:r>
              <a:rPr lang="en-US" b="1" dirty="0"/>
              <a:t> price of a product is initially set low </a:t>
            </a:r>
            <a:r>
              <a:rPr lang="en-US" dirty="0"/>
              <a:t>to rapidly reach a wide fraction of the market and initiate word of mouth. The strategy works on the expectation that customers will switch to the new brand because of the lower price.</a:t>
            </a:r>
          </a:p>
        </p:txBody>
      </p:sp>
      <p:pic>
        <p:nvPicPr>
          <p:cNvPr id="10244" name="Picture 2" descr="Image result for skimming and penetration pricing strategies">
            <a:extLst>
              <a:ext uri="{FF2B5EF4-FFF2-40B4-BE49-F238E27FC236}">
                <a16:creationId xmlns:a16="http://schemas.microsoft.com/office/drawing/2014/main" xmlns="" id="{FA5FDB18-7F94-37FD-4C77-CA0903DA5F8B}"/>
              </a:ext>
            </a:extLst>
          </p:cNvPr>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2051050" y="4218488"/>
            <a:ext cx="6964363" cy="2463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B74EB54-DF79-389C-0DDD-BF1858599F87}"/>
              </a:ext>
            </a:extLst>
          </p:cNvPr>
          <p:cNvSpPr>
            <a:spLocks noGrp="1"/>
          </p:cNvSpPr>
          <p:nvPr>
            <p:ph type="title"/>
          </p:nvPr>
        </p:nvSpPr>
        <p:spPr>
          <a:xfrm>
            <a:off x="838200" y="365125"/>
            <a:ext cx="10515600" cy="631825"/>
          </a:xfrm>
        </p:spPr>
        <p:txBody>
          <a:bodyPr rtlCol="0">
            <a:normAutofit fontScale="90000"/>
          </a:bodyPr>
          <a:lstStyle/>
          <a:p>
            <a:pPr eaLnBrk="1" fontAlgn="auto" hangingPunct="1">
              <a:spcAft>
                <a:spcPts val="0"/>
              </a:spcAft>
              <a:defRPr/>
            </a:pPr>
            <a:r>
              <a:rPr lang="en-US" dirty="0"/>
              <a:t>Differential Pricing Strategy:</a:t>
            </a:r>
          </a:p>
        </p:txBody>
      </p:sp>
      <p:sp>
        <p:nvSpPr>
          <p:cNvPr id="3" name="Content Placeholder 2">
            <a:extLst>
              <a:ext uri="{FF2B5EF4-FFF2-40B4-BE49-F238E27FC236}">
                <a16:creationId xmlns:a16="http://schemas.microsoft.com/office/drawing/2014/main" xmlns="" id="{D5D14E0A-6D9D-0663-724E-FE052323C114}"/>
              </a:ext>
            </a:extLst>
          </p:cNvPr>
          <p:cNvSpPr>
            <a:spLocks noGrp="1"/>
          </p:cNvSpPr>
          <p:nvPr>
            <p:ph idx="1"/>
          </p:nvPr>
        </p:nvSpPr>
        <p:spPr>
          <a:xfrm>
            <a:off x="838200" y="1484903"/>
            <a:ext cx="10515600" cy="5227638"/>
          </a:xfrm>
        </p:spPr>
        <p:txBody>
          <a:bodyPr rtlCol="0">
            <a:normAutofit/>
          </a:bodyPr>
          <a:lstStyle/>
          <a:p>
            <a:pPr marL="514350" indent="-514350" algn="just" eaLnBrk="1" fontAlgn="auto" hangingPunct="1">
              <a:spcAft>
                <a:spcPts val="0"/>
              </a:spcAft>
              <a:buFont typeface="Arial" panose="020B0604020202020204" pitchFamily="34" charset="0"/>
              <a:buAutoNum type="arabicPeriod"/>
              <a:defRPr/>
            </a:pPr>
            <a:r>
              <a:rPr lang="en-US" dirty="0"/>
              <a:t>Negotiated Pricing: The price decided by the mutual discussion between buyer and seller.  </a:t>
            </a:r>
          </a:p>
          <a:p>
            <a:pPr marL="514350" indent="-514350" algn="just" eaLnBrk="1" fontAlgn="auto" hangingPunct="1">
              <a:spcAft>
                <a:spcPts val="0"/>
              </a:spcAft>
              <a:buFont typeface="Arial" panose="020B0604020202020204" pitchFamily="34" charset="0"/>
              <a:buAutoNum type="arabicPeriod"/>
              <a:defRPr/>
            </a:pPr>
            <a:r>
              <a:rPr lang="en-US" dirty="0"/>
              <a:t>Secondary market Pricing: The price decided by the second owner of the product as per his convenience understanding the buyer expectations.</a:t>
            </a:r>
          </a:p>
          <a:p>
            <a:pPr marL="514350" indent="-514350" algn="just" eaLnBrk="1" fontAlgn="auto" hangingPunct="1">
              <a:spcAft>
                <a:spcPts val="0"/>
              </a:spcAft>
              <a:buFont typeface="Arial" panose="020B0604020202020204" pitchFamily="34" charset="0"/>
              <a:buAutoNum type="arabicPeriod"/>
              <a:defRPr/>
            </a:pPr>
            <a:r>
              <a:rPr lang="en-US" b="1" dirty="0"/>
              <a:t>Periodic discounting:  </a:t>
            </a:r>
            <a:r>
              <a:rPr lang="en-US" dirty="0"/>
              <a:t>It is a strategy whereby a seller chooses to vary the </a:t>
            </a:r>
            <a:r>
              <a:rPr lang="en-US" b="1" dirty="0"/>
              <a:t>price</a:t>
            </a:r>
            <a:r>
              <a:rPr lang="en-US" dirty="0"/>
              <a:t> of a good in an easy-to-predict pattern over time, done in order to maximize profits by selling to each potential buyer at a </a:t>
            </a:r>
            <a:r>
              <a:rPr lang="en-US" b="1" dirty="0"/>
              <a:t>price</a:t>
            </a:r>
            <a:r>
              <a:rPr lang="en-US" dirty="0"/>
              <a:t> closest to the buyer's reservation </a:t>
            </a:r>
            <a:r>
              <a:rPr lang="en-US" b="1" dirty="0"/>
              <a:t>price</a:t>
            </a:r>
            <a:r>
              <a:rPr lang="en-US" dirty="0"/>
              <a:t>.</a:t>
            </a:r>
          </a:p>
          <a:p>
            <a:pPr marL="514350" indent="-514350" algn="just" eaLnBrk="1" fontAlgn="auto" hangingPunct="1">
              <a:spcAft>
                <a:spcPts val="0"/>
              </a:spcAft>
              <a:buFont typeface="Arial" panose="020B0604020202020204" pitchFamily="34" charset="0"/>
              <a:buAutoNum type="arabicPeriod"/>
              <a:defRPr/>
            </a:pPr>
            <a:r>
              <a:rPr lang="en-US" dirty="0"/>
              <a:t> </a:t>
            </a:r>
            <a:r>
              <a:rPr lang="en-US" b="1" dirty="0"/>
              <a:t>Random discounting</a:t>
            </a:r>
            <a:r>
              <a:rPr lang="en-US" dirty="0"/>
              <a:t>, also called variable merchandise </a:t>
            </a:r>
            <a:r>
              <a:rPr lang="en-US" b="1" dirty="0"/>
              <a:t>pricing</a:t>
            </a:r>
            <a:r>
              <a:rPr lang="en-US" dirty="0"/>
              <a:t>, is a </a:t>
            </a:r>
            <a:r>
              <a:rPr lang="en-US" b="1" dirty="0"/>
              <a:t>strategy</a:t>
            </a:r>
            <a:r>
              <a:rPr lang="en-US" dirty="0"/>
              <a:t> whereby a seller maintains a somewhat high </a:t>
            </a:r>
            <a:r>
              <a:rPr lang="en-US" b="1" dirty="0"/>
              <a:t>price</a:t>
            </a:r>
            <a:r>
              <a:rPr lang="en-US" dirty="0"/>
              <a:t> most of the time, </a:t>
            </a:r>
            <a:r>
              <a:rPr lang="en-US" b="1" dirty="0"/>
              <a:t>discounting</a:t>
            </a:r>
            <a:r>
              <a:rPr lang="en-US" dirty="0"/>
              <a:t> it significantly in a manner that is not easy to predict.</a:t>
            </a:r>
          </a:p>
          <a:p>
            <a:pPr marL="514350" indent="-514350" eaLnBrk="1" fontAlgn="auto" hangingPunct="1">
              <a:spcAft>
                <a:spcPts val="0"/>
              </a:spcAft>
              <a:buFont typeface="Arial" panose="020B0604020202020204" pitchFamily="34" charset="0"/>
              <a:buAutoNum type="arabicPeriod"/>
              <a:defRPr/>
            </a:pPr>
            <a:endParaRPr lang="en-US"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a:extLst>
              <a:ext uri="{FF2B5EF4-FFF2-40B4-BE49-F238E27FC236}">
                <a16:creationId xmlns:a16="http://schemas.microsoft.com/office/drawing/2014/main" xmlns="" id="{450C36C5-77BB-F7B4-8238-D7AB0C8199C8}"/>
              </a:ext>
            </a:extLst>
          </p:cNvPr>
          <p:cNvSpPr>
            <a:spLocks noGrp="1"/>
          </p:cNvSpPr>
          <p:nvPr>
            <p:ph type="title"/>
          </p:nvPr>
        </p:nvSpPr>
        <p:spPr>
          <a:xfrm>
            <a:off x="838200" y="365125"/>
            <a:ext cx="10515600" cy="749300"/>
          </a:xfrm>
        </p:spPr>
        <p:txBody>
          <a:bodyPr/>
          <a:lstStyle/>
          <a:p>
            <a:pPr eaLnBrk="1" hangingPunct="1"/>
            <a:r>
              <a:rPr lang="en-US" altLang="en-US"/>
              <a:t>Psychological Pricing Strategies.</a:t>
            </a:r>
          </a:p>
        </p:txBody>
      </p:sp>
      <p:sp>
        <p:nvSpPr>
          <p:cNvPr id="3" name="Content Placeholder 2">
            <a:extLst>
              <a:ext uri="{FF2B5EF4-FFF2-40B4-BE49-F238E27FC236}">
                <a16:creationId xmlns:a16="http://schemas.microsoft.com/office/drawing/2014/main" xmlns="" id="{C723C9C3-10E4-78FF-D485-40DA8636CCBE}"/>
              </a:ext>
            </a:extLst>
          </p:cNvPr>
          <p:cNvSpPr>
            <a:spLocks noGrp="1"/>
          </p:cNvSpPr>
          <p:nvPr>
            <p:ph idx="1"/>
          </p:nvPr>
        </p:nvSpPr>
        <p:spPr>
          <a:xfrm>
            <a:off x="838200" y="1506675"/>
            <a:ext cx="10515600" cy="5075238"/>
          </a:xfrm>
        </p:spPr>
        <p:txBody>
          <a:bodyPr rtlCol="0">
            <a:normAutofit fontScale="85000" lnSpcReduction="10000"/>
          </a:bodyPr>
          <a:lstStyle/>
          <a:p>
            <a:pPr algn="just" eaLnBrk="1" fontAlgn="auto" hangingPunct="1">
              <a:spcAft>
                <a:spcPts val="0"/>
              </a:spcAft>
              <a:buFont typeface="Arial" panose="020B0604020202020204" pitchFamily="34" charset="0"/>
              <a:buNone/>
              <a:defRPr/>
            </a:pPr>
            <a:r>
              <a:rPr lang="en-US" dirty="0"/>
              <a:t>	Psychological </a:t>
            </a:r>
            <a:r>
              <a:rPr lang="en-US" b="1" dirty="0"/>
              <a:t>pricing</a:t>
            </a:r>
            <a:r>
              <a:rPr lang="en-US" dirty="0"/>
              <a:t> (also </a:t>
            </a:r>
            <a:r>
              <a:rPr lang="en-US" b="1" dirty="0"/>
              <a:t>price</a:t>
            </a:r>
            <a:r>
              <a:rPr lang="en-US" dirty="0"/>
              <a:t> ending, charm </a:t>
            </a:r>
            <a:r>
              <a:rPr lang="en-US" b="1" dirty="0"/>
              <a:t>pricing</a:t>
            </a:r>
            <a:r>
              <a:rPr lang="en-US" dirty="0"/>
              <a:t>) is a </a:t>
            </a:r>
            <a:r>
              <a:rPr lang="en-US" b="1" dirty="0"/>
              <a:t>pricing</a:t>
            </a:r>
            <a:r>
              <a:rPr lang="en-US" dirty="0"/>
              <a:t>/marketing </a:t>
            </a:r>
            <a:r>
              <a:rPr lang="en-US" b="1" dirty="0"/>
              <a:t>strategy</a:t>
            </a:r>
            <a:r>
              <a:rPr lang="en-US" dirty="0"/>
              <a:t> based on the theory that certain </a:t>
            </a:r>
            <a:r>
              <a:rPr lang="en-US" b="1" dirty="0"/>
              <a:t>prices</a:t>
            </a:r>
            <a:r>
              <a:rPr lang="en-US" dirty="0"/>
              <a:t> have a psychological impact.</a:t>
            </a:r>
          </a:p>
          <a:p>
            <a:pPr marL="514350" indent="-514350" eaLnBrk="1" fontAlgn="auto" hangingPunct="1">
              <a:spcAft>
                <a:spcPts val="0"/>
              </a:spcAft>
              <a:buFont typeface="Arial" panose="020B0604020202020204" pitchFamily="34" charset="0"/>
              <a:buAutoNum type="arabicPeriod"/>
              <a:defRPr/>
            </a:pPr>
            <a:r>
              <a:rPr lang="en-US" b="1" dirty="0"/>
              <a:t>Odd Pricing: </a:t>
            </a:r>
            <a:r>
              <a:rPr lang="en-US" dirty="0"/>
              <a:t>A little less than a round number, e.g. Rs.19.99 or Rs. 99.</a:t>
            </a:r>
          </a:p>
          <a:p>
            <a:pPr marL="514350" indent="-514350" algn="just" eaLnBrk="1" fontAlgn="auto" hangingPunct="1">
              <a:spcAft>
                <a:spcPts val="0"/>
              </a:spcAft>
              <a:buFont typeface="Arial" panose="020B0604020202020204" pitchFamily="34" charset="0"/>
              <a:buAutoNum type="arabicPeriod"/>
              <a:defRPr/>
            </a:pPr>
            <a:r>
              <a:rPr lang="en-US" b="1" dirty="0"/>
              <a:t>Multiple Unit Pricing: </a:t>
            </a:r>
            <a:r>
              <a:rPr lang="en-US" dirty="0"/>
              <a:t>Offering a lower price per unit for the purchase of two or more products of the same type when bought together than when units are bought singly.</a:t>
            </a:r>
          </a:p>
          <a:p>
            <a:pPr marL="514350" indent="-514350" algn="just" eaLnBrk="1" fontAlgn="auto" hangingPunct="1">
              <a:spcAft>
                <a:spcPts val="0"/>
              </a:spcAft>
              <a:buFont typeface="Arial" panose="020B0604020202020204" pitchFamily="34" charset="0"/>
              <a:buAutoNum type="arabicPeriod"/>
              <a:defRPr/>
            </a:pPr>
            <a:r>
              <a:rPr lang="en-US" b="1" dirty="0"/>
              <a:t>Reference Pricing:</a:t>
            </a:r>
            <a:r>
              <a:rPr lang="en-US" dirty="0"/>
              <a:t> Reference pricing refers to how much consumers expect to pay for a good in relation to other competitors and the previously advertised price. It is price fixed below the price of competitor in relation to the a specific product.</a:t>
            </a:r>
          </a:p>
          <a:p>
            <a:pPr marL="514350" indent="-514350" algn="just" eaLnBrk="1" fontAlgn="auto" hangingPunct="1">
              <a:spcAft>
                <a:spcPts val="0"/>
              </a:spcAft>
              <a:buFont typeface="Arial" panose="020B0604020202020204" pitchFamily="34" charset="0"/>
              <a:buAutoNum type="arabicPeriod"/>
              <a:defRPr/>
            </a:pPr>
            <a:r>
              <a:rPr lang="en-US" b="1" dirty="0"/>
              <a:t>Bundle Pricing: </a:t>
            </a:r>
            <a:r>
              <a:rPr lang="en-US" dirty="0"/>
              <a:t>In a </a:t>
            </a:r>
            <a:r>
              <a:rPr lang="en-US" b="1" dirty="0"/>
              <a:t>bundle pricing</a:t>
            </a:r>
            <a:r>
              <a:rPr lang="en-US" dirty="0"/>
              <a:t>, companies sell a package or set of goods or services for a lower </a:t>
            </a:r>
            <a:r>
              <a:rPr lang="en-US" b="1" dirty="0"/>
              <a:t>price</a:t>
            </a:r>
            <a:r>
              <a:rPr lang="en-US" dirty="0"/>
              <a:t> than they would charge if the customer bought all of them separately. Common examples include option packages on new cars, value meals at restaurants and cable TV channel plans.</a:t>
            </a:r>
          </a:p>
          <a:p>
            <a:pPr marL="514350" indent="-514350" algn="just" eaLnBrk="1" fontAlgn="auto" hangingPunct="1">
              <a:spcAft>
                <a:spcPts val="0"/>
              </a:spcAft>
              <a:buFont typeface="Arial" panose="020B0604020202020204" pitchFamily="34" charset="0"/>
              <a:buAutoNum type="arabicPeriod"/>
              <a:defRPr/>
            </a:pPr>
            <a:r>
              <a:rPr lang="en-US" b="1" dirty="0"/>
              <a:t>Every day low price:</a:t>
            </a:r>
            <a:r>
              <a:rPr lang="en-US" dirty="0"/>
              <a:t> Everyday low price is a pricing strategy offering consumers a low price without having to wait for sale price events or comparison shopping.</a:t>
            </a:r>
          </a:p>
          <a:p>
            <a:pPr marL="514350" indent="-514350" algn="just" eaLnBrk="1" fontAlgn="auto" hangingPunct="1">
              <a:spcAft>
                <a:spcPts val="0"/>
              </a:spcAft>
              <a:buFont typeface="Arial" panose="020B0604020202020204" pitchFamily="34" charset="0"/>
              <a:buAutoNum type="arabicPeriod"/>
              <a:defRPr/>
            </a:pPr>
            <a:r>
              <a:rPr lang="en-US" b="1" dirty="0"/>
              <a:t>Customary Pricing: </a:t>
            </a:r>
            <a:r>
              <a:rPr lang="en-US" dirty="0"/>
              <a:t>A method of determining the </a:t>
            </a:r>
            <a:r>
              <a:rPr lang="en-US" b="1" dirty="0"/>
              <a:t>price</a:t>
            </a:r>
            <a:r>
              <a:rPr lang="en-US" dirty="0"/>
              <a:t> for a good or service based on the perceived expectations of customers.  </a:t>
            </a:r>
            <a:r>
              <a:rPr lang="en-US" dirty="0" err="1"/>
              <a:t>Eg</a:t>
            </a:r>
            <a:r>
              <a:rPr lang="en-US" dirty="0"/>
              <a:t>. Hospital charging bills for different types of customers.</a:t>
            </a:r>
          </a:p>
          <a:p>
            <a:pPr marL="514350" indent="-514350" algn="just" eaLnBrk="1" fontAlgn="auto" hangingPunct="1">
              <a:spcAft>
                <a:spcPts val="0"/>
              </a:spcAft>
              <a:buFont typeface="Arial" panose="020B0604020202020204" pitchFamily="34" charset="0"/>
              <a:buAutoNum type="arabicPeriod"/>
              <a:defRPr/>
            </a:pPr>
            <a:endParaRPr lang="en-US" dirty="0"/>
          </a:p>
          <a:p>
            <a:pPr marL="514350" indent="-514350" algn="just" eaLnBrk="1" fontAlgn="auto" hangingPunct="1">
              <a:spcAft>
                <a:spcPts val="0"/>
              </a:spcAft>
              <a:buFont typeface="Arial" panose="020B0604020202020204" pitchFamily="34" charset="0"/>
              <a:buAutoNum type="arabicPeriod"/>
              <a:defRPr/>
            </a:pPr>
            <a:endParaRPr lang="en-US" dirty="0"/>
          </a:p>
          <a:p>
            <a:pPr marL="514350" indent="-514350" eaLnBrk="1" fontAlgn="auto" hangingPunct="1">
              <a:spcAft>
                <a:spcPts val="0"/>
              </a:spcAft>
              <a:buFont typeface="Arial" panose="020B0604020202020204" pitchFamily="34" charset="0"/>
              <a:buAutoNum type="arabicPeriod"/>
              <a:defRPr/>
            </a:pPr>
            <a:endParaRPr lang="en-US" dirty="0"/>
          </a:p>
          <a:p>
            <a:pPr marL="514350" indent="-514350" eaLnBrk="1" fontAlgn="auto" hangingPunct="1">
              <a:spcAft>
                <a:spcPts val="0"/>
              </a:spcAft>
              <a:buFont typeface="Arial" panose="020B0604020202020204" pitchFamily="34" charset="0"/>
              <a:buAutoNum type="arabicPeriod"/>
              <a:defRPr/>
            </a:pPr>
            <a:endParaRPr lang="en-US"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xmlns="" id="{BA3348F0-E3E6-AFF0-44F3-2DDE7D0DDF42}"/>
              </a:ext>
            </a:extLst>
          </p:cNvPr>
          <p:cNvSpPr>
            <a:spLocks noGrp="1"/>
          </p:cNvSpPr>
          <p:nvPr>
            <p:ph type="title"/>
          </p:nvPr>
        </p:nvSpPr>
        <p:spPr>
          <a:xfrm>
            <a:off x="838200" y="365125"/>
            <a:ext cx="10515600" cy="819150"/>
          </a:xfrm>
        </p:spPr>
        <p:txBody>
          <a:bodyPr/>
          <a:lstStyle/>
          <a:p>
            <a:pPr eaLnBrk="1" hangingPunct="1"/>
            <a:r>
              <a:rPr lang="en-US" altLang="en-US" b="1"/>
              <a:t>Product Line Pricing Strategy:</a:t>
            </a:r>
          </a:p>
        </p:txBody>
      </p:sp>
      <p:sp>
        <p:nvSpPr>
          <p:cNvPr id="3" name="Content Placeholder 2">
            <a:extLst>
              <a:ext uri="{FF2B5EF4-FFF2-40B4-BE49-F238E27FC236}">
                <a16:creationId xmlns:a16="http://schemas.microsoft.com/office/drawing/2014/main" xmlns="" id="{E29E1185-4EAF-CC13-5AEF-49F345BC2AD0}"/>
              </a:ext>
            </a:extLst>
          </p:cNvPr>
          <p:cNvSpPr>
            <a:spLocks noGrp="1"/>
          </p:cNvSpPr>
          <p:nvPr>
            <p:ph idx="1"/>
          </p:nvPr>
        </p:nvSpPr>
        <p:spPr>
          <a:xfrm>
            <a:off x="838200" y="1114425"/>
            <a:ext cx="10515600" cy="5062538"/>
          </a:xfrm>
        </p:spPr>
        <p:txBody>
          <a:bodyPr rtlCol="0">
            <a:normAutofit fontScale="92500" lnSpcReduction="10000"/>
          </a:bodyPr>
          <a:lstStyle/>
          <a:p>
            <a:pPr algn="just" eaLnBrk="1" fontAlgn="auto" hangingPunct="1">
              <a:spcAft>
                <a:spcPts val="0"/>
              </a:spcAft>
              <a:buFont typeface="Arial" panose="020B0604020202020204" pitchFamily="34" charset="0"/>
              <a:buNone/>
              <a:defRPr/>
            </a:pPr>
            <a:r>
              <a:rPr lang="en-US" dirty="0"/>
              <a:t>	It is the process that retailers use to separate goods into various cost categories creating different quality levels in the minds of their customers. </a:t>
            </a:r>
            <a:r>
              <a:rPr lang="en-US" b="1" dirty="0"/>
              <a:t>Product line pricing</a:t>
            </a:r>
            <a:r>
              <a:rPr lang="en-US" dirty="0"/>
              <a:t> is more effective when there are ample </a:t>
            </a:r>
            <a:r>
              <a:rPr lang="en-US" b="1" dirty="0"/>
              <a:t>price </a:t>
            </a:r>
            <a:r>
              <a:rPr lang="en-US" dirty="0"/>
              <a:t>gaps between each category so that the consumer is well informed of the quality differentials.</a:t>
            </a:r>
          </a:p>
          <a:p>
            <a:pPr marL="514350" indent="-514350" algn="just" eaLnBrk="1" fontAlgn="auto" hangingPunct="1">
              <a:spcAft>
                <a:spcPts val="0"/>
              </a:spcAft>
              <a:buFont typeface="Arial" panose="020B0604020202020204" pitchFamily="34" charset="0"/>
              <a:buAutoNum type="arabicPeriod"/>
              <a:defRPr/>
            </a:pPr>
            <a:r>
              <a:rPr lang="en-US" b="1" dirty="0"/>
              <a:t>Captive Product Pricing: </a:t>
            </a:r>
            <a:r>
              <a:rPr lang="en-US" dirty="0"/>
              <a:t>Captive products are strategically used to maximize revenue. ... Low </a:t>
            </a:r>
            <a:r>
              <a:rPr lang="en-US" b="1" dirty="0"/>
              <a:t>price</a:t>
            </a:r>
            <a:r>
              <a:rPr lang="en-US" dirty="0"/>
              <a:t> are offered for the core product, but high </a:t>
            </a:r>
            <a:r>
              <a:rPr lang="en-US" b="1" dirty="0"/>
              <a:t>prices</a:t>
            </a:r>
            <a:r>
              <a:rPr lang="en-US" dirty="0"/>
              <a:t> are placed on </a:t>
            </a:r>
            <a:r>
              <a:rPr lang="en-US" b="1" dirty="0"/>
              <a:t>captive</a:t>
            </a:r>
            <a:r>
              <a:rPr lang="en-US" dirty="0"/>
              <a:t> products. This attracts customers to the core product with a low </a:t>
            </a:r>
            <a:r>
              <a:rPr lang="en-US" b="1" dirty="0"/>
              <a:t>price</a:t>
            </a:r>
            <a:r>
              <a:rPr lang="en-US" dirty="0"/>
              <a:t> but allows sellers to make a profit off the </a:t>
            </a:r>
            <a:r>
              <a:rPr lang="en-US" b="1" dirty="0"/>
              <a:t>captive</a:t>
            </a:r>
            <a:r>
              <a:rPr lang="en-US" dirty="0"/>
              <a:t> products, which are necessary to use the product. </a:t>
            </a:r>
            <a:r>
              <a:rPr lang="en-US" dirty="0" err="1"/>
              <a:t>Eg</a:t>
            </a:r>
            <a:r>
              <a:rPr lang="en-US" dirty="0"/>
              <a:t>. Ink price is high where as Printer price is low:</a:t>
            </a:r>
          </a:p>
          <a:p>
            <a:pPr marL="514350" indent="-514350" algn="just" eaLnBrk="1" fontAlgn="auto" hangingPunct="1">
              <a:spcAft>
                <a:spcPts val="0"/>
              </a:spcAft>
              <a:buFont typeface="Arial" panose="020B0604020202020204" pitchFamily="34" charset="0"/>
              <a:buAutoNum type="arabicPeriod"/>
              <a:defRPr/>
            </a:pPr>
            <a:r>
              <a:rPr lang="en-US" b="1" dirty="0"/>
              <a:t>Premium Pricing: </a:t>
            </a:r>
            <a:r>
              <a:rPr lang="en-US" dirty="0"/>
              <a:t>Premium pricing (also called image </a:t>
            </a:r>
            <a:r>
              <a:rPr lang="en-US" b="1" dirty="0"/>
              <a:t>pricing</a:t>
            </a:r>
            <a:r>
              <a:rPr lang="en-US" dirty="0"/>
              <a:t> or prestige </a:t>
            </a:r>
            <a:r>
              <a:rPr lang="en-US" b="1" dirty="0"/>
              <a:t>pricing</a:t>
            </a:r>
            <a:r>
              <a:rPr lang="en-US" dirty="0"/>
              <a:t>) the practice of keeping the </a:t>
            </a:r>
            <a:r>
              <a:rPr lang="en-US" b="1" dirty="0"/>
              <a:t>price</a:t>
            </a:r>
            <a:r>
              <a:rPr lang="en-US" dirty="0"/>
              <a:t> of a product or service artificially high in order to encourage favorable perceptions among buyers, based solely on the </a:t>
            </a:r>
            <a:r>
              <a:rPr lang="en-US" b="1" dirty="0"/>
              <a:t>price</a:t>
            </a:r>
            <a:r>
              <a:rPr lang="en-US" dirty="0"/>
              <a:t>. ( Parker Pen. Nike Shoes etc).</a:t>
            </a:r>
          </a:p>
          <a:p>
            <a:pPr marL="514350" indent="-514350" algn="just" eaLnBrk="1" fontAlgn="auto" hangingPunct="1">
              <a:spcAft>
                <a:spcPts val="0"/>
              </a:spcAft>
              <a:buFont typeface="Arial" panose="020B0604020202020204" pitchFamily="34" charset="0"/>
              <a:buAutoNum type="arabicPeriod"/>
              <a:defRPr/>
            </a:pPr>
            <a:r>
              <a:rPr lang="en-US" b="1" dirty="0"/>
              <a:t>Price lining : It is </a:t>
            </a:r>
            <a:r>
              <a:rPr lang="en-US" dirty="0"/>
              <a:t> also referred to as product line </a:t>
            </a:r>
            <a:r>
              <a:rPr lang="en-US" b="1" dirty="0"/>
              <a:t>pricing</a:t>
            </a:r>
            <a:r>
              <a:rPr lang="en-US" dirty="0"/>
              <a:t>, is a marketing process wherein products or services within a specific group are set at different </a:t>
            </a:r>
            <a:r>
              <a:rPr lang="en-US" b="1" dirty="0"/>
              <a:t>price</a:t>
            </a:r>
            <a:r>
              <a:rPr lang="en-US" dirty="0"/>
              <a:t> points. The higher the </a:t>
            </a:r>
            <a:r>
              <a:rPr lang="en-US" b="1" dirty="0"/>
              <a:t>price</a:t>
            </a:r>
            <a:r>
              <a:rPr lang="en-US" dirty="0"/>
              <a:t>, the higher the perceived quality to the consumer. ( Samsung mobile ranges)</a:t>
            </a:r>
          </a:p>
          <a:p>
            <a:pPr marL="514350" indent="-514350" algn="just" eaLnBrk="1" fontAlgn="auto" hangingPunct="1">
              <a:spcAft>
                <a:spcPts val="0"/>
              </a:spcAft>
              <a:buFont typeface="Arial" panose="020B0604020202020204" pitchFamily="34" charset="0"/>
              <a:buAutoNum type="arabicPeriod"/>
              <a:defRPr/>
            </a:pPr>
            <a:endParaRPr lang="en-US" dirty="0"/>
          </a:p>
          <a:p>
            <a:pPr marL="514350" indent="-514350" algn="just" eaLnBrk="1" fontAlgn="auto" hangingPunct="1">
              <a:spcAft>
                <a:spcPts val="0"/>
              </a:spcAft>
              <a:buFont typeface="Arial" panose="020B0604020202020204" pitchFamily="34" charset="0"/>
              <a:buAutoNum type="arabicPeriod"/>
              <a:defRPr/>
            </a:pPr>
            <a:endParaRPr lang="en-US" dirty="0"/>
          </a:p>
          <a:p>
            <a:pPr algn="just" eaLnBrk="1" fontAlgn="auto" hangingPunct="1">
              <a:spcAft>
                <a:spcPts val="0"/>
              </a:spcAft>
              <a:buFont typeface="Arial" panose="020B0604020202020204" pitchFamily="34" charset="0"/>
              <a:buNone/>
              <a:defRPr/>
            </a:pPr>
            <a:endParaRPr lang="en-US"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361FF9E-FB0E-4ADC-767A-83F9097B8488}"/>
              </a:ext>
            </a:extLst>
          </p:cNvPr>
          <p:cNvSpPr>
            <a:spLocks noGrp="1"/>
          </p:cNvSpPr>
          <p:nvPr>
            <p:ph type="title"/>
          </p:nvPr>
        </p:nvSpPr>
        <p:spPr>
          <a:xfrm>
            <a:off x="838200" y="365125"/>
            <a:ext cx="10515600" cy="560388"/>
          </a:xfrm>
        </p:spPr>
        <p:txBody>
          <a:bodyPr rtlCol="0">
            <a:normAutofit fontScale="90000"/>
          </a:bodyPr>
          <a:lstStyle/>
          <a:p>
            <a:pPr eaLnBrk="1" fontAlgn="auto" hangingPunct="1">
              <a:spcAft>
                <a:spcPts val="0"/>
              </a:spcAft>
              <a:defRPr/>
            </a:pPr>
            <a:r>
              <a:rPr lang="en-US" b="1" dirty="0"/>
              <a:t>Promotional Pricing Strategy:</a:t>
            </a:r>
          </a:p>
        </p:txBody>
      </p:sp>
      <p:sp>
        <p:nvSpPr>
          <p:cNvPr id="14339" name="Content Placeholder 2">
            <a:extLst>
              <a:ext uri="{FF2B5EF4-FFF2-40B4-BE49-F238E27FC236}">
                <a16:creationId xmlns:a16="http://schemas.microsoft.com/office/drawing/2014/main" xmlns="" id="{AE4CA64D-968B-B81B-11C2-80A111760B52}"/>
              </a:ext>
            </a:extLst>
          </p:cNvPr>
          <p:cNvSpPr>
            <a:spLocks noGrp="1"/>
          </p:cNvSpPr>
          <p:nvPr>
            <p:ph idx="1"/>
          </p:nvPr>
        </p:nvSpPr>
        <p:spPr>
          <a:xfrm>
            <a:off x="838200" y="1426166"/>
            <a:ext cx="10515600" cy="5286375"/>
          </a:xfrm>
        </p:spPr>
        <p:txBody>
          <a:bodyPr/>
          <a:lstStyle/>
          <a:p>
            <a:pPr algn="just" eaLnBrk="1" hangingPunct="1">
              <a:buFont typeface="Arial" panose="020B0604020202020204" pitchFamily="34" charset="0"/>
              <a:buNone/>
            </a:pPr>
            <a:r>
              <a:rPr lang="en-US" altLang="en-US" dirty="0"/>
              <a:t>1.</a:t>
            </a:r>
            <a:r>
              <a:rPr lang="en-US" altLang="en-US" b="1" dirty="0"/>
              <a:t>Price Leader: Price leadership</a:t>
            </a:r>
            <a:r>
              <a:rPr lang="en-US" altLang="en-US" dirty="0"/>
              <a:t> is when a firm that is the </a:t>
            </a:r>
            <a:r>
              <a:rPr lang="en-US" altLang="en-US" b="1" dirty="0"/>
              <a:t>leader</a:t>
            </a:r>
            <a:r>
              <a:rPr lang="en-US" altLang="en-US" dirty="0"/>
              <a:t> in its sector determines the </a:t>
            </a:r>
            <a:r>
              <a:rPr lang="en-US" altLang="en-US" b="1" dirty="0" err="1"/>
              <a:t>price</a:t>
            </a:r>
            <a:r>
              <a:rPr lang="en-US" altLang="en-US" dirty="0" err="1"/>
              <a:t>of</a:t>
            </a:r>
            <a:r>
              <a:rPr lang="en-US" altLang="en-US" dirty="0"/>
              <a:t> goods or services. This approach can leave the </a:t>
            </a:r>
            <a:r>
              <a:rPr lang="en-US" altLang="en-US" b="1" dirty="0"/>
              <a:t>leader's</a:t>
            </a:r>
            <a:r>
              <a:rPr lang="en-US" altLang="en-US" dirty="0"/>
              <a:t> rivals with little choice but to follow its lead and match these </a:t>
            </a:r>
            <a:r>
              <a:rPr lang="en-US" altLang="en-US" b="1" dirty="0"/>
              <a:t>prices</a:t>
            </a:r>
            <a:r>
              <a:rPr lang="en-US" altLang="en-US" dirty="0"/>
              <a:t> if they are to hold onto their market share. ( </a:t>
            </a:r>
            <a:r>
              <a:rPr lang="en-US" altLang="en-US" dirty="0" err="1"/>
              <a:t>Eg.</a:t>
            </a:r>
            <a:r>
              <a:rPr lang="en-US" altLang="en-US" dirty="0"/>
              <a:t> </a:t>
            </a:r>
            <a:r>
              <a:rPr lang="en-US" altLang="en-US" dirty="0" err="1"/>
              <a:t>Cocacola</a:t>
            </a:r>
            <a:r>
              <a:rPr lang="en-US" altLang="en-US" dirty="0"/>
              <a:t> for soft drinks).</a:t>
            </a:r>
          </a:p>
          <a:p>
            <a:pPr algn="just" eaLnBrk="1" hangingPunct="1">
              <a:buFont typeface="Arial" panose="020B0604020202020204" pitchFamily="34" charset="0"/>
              <a:buNone/>
            </a:pPr>
            <a:r>
              <a:rPr lang="en-US" altLang="en-US" b="1" dirty="0"/>
              <a:t>2. Special Event Pricing: </a:t>
            </a:r>
            <a:r>
              <a:rPr lang="en-US" altLang="en-US" dirty="0"/>
              <a:t>To increase sales volume, many </a:t>
            </a:r>
            <a:r>
              <a:rPr lang="en-US" altLang="en-US" dirty="0" err="1"/>
              <a:t>organisations</a:t>
            </a:r>
            <a:r>
              <a:rPr lang="en-US" altLang="en-US" dirty="0"/>
              <a:t> coordinate </a:t>
            </a:r>
            <a:r>
              <a:rPr lang="en-US" altLang="en-US" b="1" dirty="0"/>
              <a:t>price</a:t>
            </a:r>
            <a:r>
              <a:rPr lang="en-US" altLang="en-US" dirty="0"/>
              <a:t> with advertising or sales promotion for seasonal or </a:t>
            </a:r>
            <a:r>
              <a:rPr lang="en-US" altLang="en-US" b="1" dirty="0"/>
              <a:t>special</a:t>
            </a:r>
            <a:r>
              <a:rPr lang="en-US" altLang="en-US" dirty="0"/>
              <a:t> situations (Sales). </a:t>
            </a:r>
            <a:r>
              <a:rPr lang="en-US" altLang="en-US" b="1" dirty="0"/>
              <a:t>Special event pricing </a:t>
            </a:r>
            <a:r>
              <a:rPr lang="en-US" altLang="en-US" dirty="0"/>
              <a:t>involves advertised sales or </a:t>
            </a:r>
            <a:r>
              <a:rPr lang="en-US" altLang="en-US" b="1" dirty="0"/>
              <a:t>price</a:t>
            </a:r>
            <a:r>
              <a:rPr lang="en-US" altLang="en-US" dirty="0"/>
              <a:t> cutting that is linked to a holiday, season, or </a:t>
            </a:r>
            <a:r>
              <a:rPr lang="en-US" altLang="en-US" b="1" dirty="0"/>
              <a:t>event</a:t>
            </a:r>
            <a:r>
              <a:rPr lang="en-US" altLang="en-US" dirty="0"/>
              <a:t>.</a:t>
            </a:r>
          </a:p>
          <a:p>
            <a:pPr algn="just" eaLnBrk="1" hangingPunct="1">
              <a:buFont typeface="Arial" panose="020B0604020202020204" pitchFamily="34" charset="0"/>
              <a:buNone/>
            </a:pPr>
            <a:r>
              <a:rPr lang="en-US" altLang="en-US" b="1" dirty="0"/>
              <a:t>3. Comparison Discounting Price:</a:t>
            </a:r>
            <a:r>
              <a:rPr lang="en-US" altLang="en-US" dirty="0"/>
              <a:t> Providing the discounting price comparing with previous price. </a:t>
            </a:r>
          </a:p>
          <a:p>
            <a:pPr algn="just" eaLnBrk="1" hangingPunct="1">
              <a:buFont typeface="Arial" panose="020B0604020202020204" pitchFamily="34" charset="0"/>
              <a:buNone/>
            </a:pPr>
            <a:endParaRPr lang="en-US" altLang="en-US"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D8F9141-26B7-2994-79FD-79D1F8310E8C}"/>
              </a:ext>
            </a:extLst>
          </p:cNvPr>
          <p:cNvSpPr>
            <a:spLocks noGrp="1"/>
          </p:cNvSpPr>
          <p:nvPr>
            <p:ph type="title"/>
          </p:nvPr>
        </p:nvSpPr>
        <p:spPr>
          <a:xfrm>
            <a:off x="838200" y="365125"/>
            <a:ext cx="10515600" cy="525463"/>
          </a:xfrm>
        </p:spPr>
        <p:txBody>
          <a:bodyPr rtlCol="0">
            <a:normAutofit fontScale="90000"/>
          </a:bodyPr>
          <a:lstStyle/>
          <a:p>
            <a:pPr eaLnBrk="1" fontAlgn="auto" hangingPunct="1">
              <a:spcAft>
                <a:spcPts val="0"/>
              </a:spcAft>
              <a:defRPr/>
            </a:pPr>
            <a:r>
              <a:rPr lang="en-US" b="1" dirty="0"/>
              <a:t>Pricing Procedure:</a:t>
            </a:r>
          </a:p>
        </p:txBody>
      </p:sp>
      <p:sp>
        <p:nvSpPr>
          <p:cNvPr id="3" name="Content Placeholder 2">
            <a:extLst>
              <a:ext uri="{FF2B5EF4-FFF2-40B4-BE49-F238E27FC236}">
                <a16:creationId xmlns:a16="http://schemas.microsoft.com/office/drawing/2014/main" xmlns="" id="{6AFF3F10-193D-2FB6-5380-7722E64A6666}"/>
              </a:ext>
            </a:extLst>
          </p:cNvPr>
          <p:cNvSpPr>
            <a:spLocks noGrp="1"/>
          </p:cNvSpPr>
          <p:nvPr>
            <p:ph idx="1"/>
          </p:nvPr>
        </p:nvSpPr>
        <p:spPr>
          <a:xfrm>
            <a:off x="838200" y="1410788"/>
            <a:ext cx="10515600" cy="5262563"/>
          </a:xfrm>
        </p:spPr>
        <p:txBody>
          <a:bodyPr rtlCol="0">
            <a:normAutofit/>
          </a:bodyPr>
          <a:lstStyle/>
          <a:p>
            <a:pPr eaLnBrk="1" fontAlgn="auto" hangingPunct="1">
              <a:spcAft>
                <a:spcPts val="0"/>
              </a:spcAft>
              <a:buFont typeface="Arial" panose="020B0604020202020204" pitchFamily="34" charset="0"/>
              <a:buNone/>
              <a:defRPr/>
            </a:pPr>
            <a:r>
              <a:rPr lang="en-US" dirty="0"/>
              <a:t>Following 8 Steps are involved in Pricing procedure:</a:t>
            </a:r>
          </a:p>
          <a:p>
            <a:pPr marL="514350" indent="-514350" eaLnBrk="1" fontAlgn="auto" hangingPunct="1">
              <a:spcAft>
                <a:spcPts val="0"/>
              </a:spcAft>
              <a:buFont typeface="Arial" panose="020B0604020202020204" pitchFamily="34" charset="0"/>
              <a:buAutoNum type="arabicPeriod"/>
              <a:defRPr/>
            </a:pPr>
            <a:r>
              <a:rPr lang="en-US" dirty="0"/>
              <a:t>Market Segmentation.</a:t>
            </a:r>
          </a:p>
          <a:p>
            <a:pPr marL="514350" indent="-514350" eaLnBrk="1" fontAlgn="auto" hangingPunct="1">
              <a:spcAft>
                <a:spcPts val="0"/>
              </a:spcAft>
              <a:buFont typeface="Arial" panose="020B0604020202020204" pitchFamily="34" charset="0"/>
              <a:buAutoNum type="arabicPeriod"/>
              <a:defRPr/>
            </a:pPr>
            <a:r>
              <a:rPr lang="en-US" dirty="0"/>
              <a:t>Demand Estimation.</a:t>
            </a:r>
          </a:p>
          <a:p>
            <a:pPr marL="514350" indent="-514350" eaLnBrk="1" fontAlgn="auto" hangingPunct="1">
              <a:spcAft>
                <a:spcPts val="0"/>
              </a:spcAft>
              <a:buFont typeface="Arial" panose="020B0604020202020204" pitchFamily="34" charset="0"/>
              <a:buAutoNum type="arabicPeriod"/>
              <a:defRPr/>
            </a:pPr>
            <a:r>
              <a:rPr lang="en-US" dirty="0"/>
              <a:t>Market share.</a:t>
            </a:r>
          </a:p>
          <a:p>
            <a:pPr marL="514350" indent="-514350" eaLnBrk="1" fontAlgn="auto" hangingPunct="1">
              <a:spcAft>
                <a:spcPts val="0"/>
              </a:spcAft>
              <a:buFont typeface="Arial" panose="020B0604020202020204" pitchFamily="34" charset="0"/>
              <a:buAutoNum type="arabicPeriod"/>
              <a:defRPr/>
            </a:pPr>
            <a:r>
              <a:rPr lang="en-US" dirty="0"/>
              <a:t>Deciding on Marketing Mix.</a:t>
            </a:r>
          </a:p>
          <a:p>
            <a:pPr marL="514350" indent="-514350" eaLnBrk="1" fontAlgn="auto" hangingPunct="1">
              <a:spcAft>
                <a:spcPts val="0"/>
              </a:spcAft>
              <a:buFont typeface="Arial" panose="020B0604020202020204" pitchFamily="34" charset="0"/>
              <a:buAutoNum type="arabicPeriod"/>
              <a:defRPr/>
            </a:pPr>
            <a:r>
              <a:rPr lang="en-US" dirty="0"/>
              <a:t>Cost estimation</a:t>
            </a:r>
          </a:p>
          <a:p>
            <a:pPr marL="514350" indent="-514350" eaLnBrk="1" fontAlgn="auto" hangingPunct="1">
              <a:spcAft>
                <a:spcPts val="0"/>
              </a:spcAft>
              <a:buFont typeface="Arial" panose="020B0604020202020204" pitchFamily="34" charset="0"/>
              <a:buAutoNum type="arabicPeriod"/>
              <a:defRPr/>
            </a:pPr>
            <a:r>
              <a:rPr lang="en-US" dirty="0"/>
              <a:t>Deciding Pricing Policies.</a:t>
            </a:r>
          </a:p>
          <a:p>
            <a:pPr marL="514350" indent="-514350" eaLnBrk="1" fontAlgn="auto" hangingPunct="1">
              <a:spcAft>
                <a:spcPts val="0"/>
              </a:spcAft>
              <a:buFont typeface="Arial" panose="020B0604020202020204" pitchFamily="34" charset="0"/>
              <a:buAutoNum type="arabicPeriod"/>
              <a:defRPr/>
            </a:pPr>
            <a:r>
              <a:rPr lang="en-US" dirty="0"/>
              <a:t>Pricing strategies.</a:t>
            </a:r>
          </a:p>
          <a:p>
            <a:pPr marL="514350" indent="-514350" eaLnBrk="1" fontAlgn="auto" hangingPunct="1">
              <a:spcAft>
                <a:spcPts val="0"/>
              </a:spcAft>
              <a:buFont typeface="Arial" panose="020B0604020202020204" pitchFamily="34" charset="0"/>
              <a:buAutoNum type="arabicPeriod"/>
              <a:defRPr/>
            </a:pPr>
            <a:r>
              <a:rPr lang="en-US" dirty="0"/>
              <a:t>Price structure:</a:t>
            </a:r>
          </a:p>
          <a:p>
            <a:pPr marL="514350" indent="-514350" eaLnBrk="1" fontAlgn="auto" hangingPunct="1">
              <a:spcAft>
                <a:spcPts val="0"/>
              </a:spcAft>
              <a:buFont typeface="Arial" panose="020B0604020202020204" pitchFamily="34" charset="0"/>
              <a:buNone/>
              <a:defRPr/>
            </a:pPr>
            <a:endParaRPr lang="en-US" dirty="0"/>
          </a:p>
          <a:p>
            <a:pPr marL="514350" indent="-514350" eaLnBrk="1" fontAlgn="auto" hangingPunct="1">
              <a:spcAft>
                <a:spcPts val="0"/>
              </a:spcAft>
              <a:buFont typeface="Arial" panose="020B0604020202020204" pitchFamily="34" charset="0"/>
              <a:buNone/>
              <a:defRPr/>
            </a:pPr>
            <a:r>
              <a:rPr lang="en-US" sz="1600" b="1" dirty="0">
                <a:solidFill>
                  <a:srgbClr val="FF0000"/>
                </a:solidFill>
              </a:rPr>
              <a:t>Find the notes:</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6DE7F01-7842-3075-A242-529679155BDF}"/>
              </a:ext>
            </a:extLst>
          </p:cNvPr>
          <p:cNvSpPr>
            <a:spLocks noGrp="1"/>
          </p:cNvSpPr>
          <p:nvPr>
            <p:ph type="title"/>
          </p:nvPr>
        </p:nvSpPr>
        <p:spPr>
          <a:xfrm>
            <a:off x="646111" y="3065293"/>
            <a:ext cx="9404723" cy="1400530"/>
          </a:xfrm>
        </p:spPr>
        <p:txBody>
          <a:bodyPr/>
          <a:lstStyle/>
          <a:p>
            <a:pPr algn="ctr"/>
            <a:r>
              <a:rPr lang="en-US" dirty="0"/>
              <a:t>Thank You</a:t>
            </a:r>
            <a:endParaRPr lang="en-IN" dirty="0"/>
          </a:p>
        </p:txBody>
      </p:sp>
    </p:spTree>
    <p:extLst>
      <p:ext uri="{BB962C8B-B14F-4D97-AF65-F5344CB8AC3E}">
        <p14:creationId xmlns:p14="http://schemas.microsoft.com/office/powerpoint/2010/main" xmlns="" val="2391644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xmlns=""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Ion</Template>
  <TotalTime>544</TotalTime>
  <Words>2036</Words>
  <Application>Microsoft Office PowerPoint</Application>
  <PresentationFormat>Custom</PresentationFormat>
  <Paragraphs>425</Paragraphs>
  <Slides>78</Slides>
  <Notes>15</Notes>
  <HiddenSlides>0</HiddenSlides>
  <MMClips>0</MMClips>
  <ScaleCrop>false</ScaleCrop>
  <HeadingPairs>
    <vt:vector size="4" baseType="variant">
      <vt:variant>
        <vt:lpstr>Theme</vt:lpstr>
      </vt:variant>
      <vt:variant>
        <vt:i4>1</vt:i4>
      </vt:variant>
      <vt:variant>
        <vt:lpstr>Slide Titles</vt:lpstr>
      </vt:variant>
      <vt:variant>
        <vt:i4>78</vt:i4>
      </vt:variant>
    </vt:vector>
  </HeadingPairs>
  <TitlesOfParts>
    <vt:vector size="79" baseType="lpstr">
      <vt:lpstr>Ion</vt:lpstr>
      <vt:lpstr>Product management and Pricing:</vt:lpstr>
      <vt:lpstr>Discussion Points</vt:lpstr>
      <vt:lpstr>Slide 3</vt:lpstr>
      <vt:lpstr>Slide 4</vt:lpstr>
      <vt:lpstr>Product</vt:lpstr>
      <vt:lpstr>Levels of a Product</vt:lpstr>
      <vt:lpstr>Slide 7</vt:lpstr>
      <vt:lpstr>Core product</vt:lpstr>
      <vt:lpstr>Basic Product</vt:lpstr>
      <vt:lpstr>Expected product</vt:lpstr>
      <vt:lpstr>Augmented product</vt:lpstr>
      <vt:lpstr>Potential</vt:lpstr>
      <vt:lpstr>Slide 13</vt:lpstr>
      <vt:lpstr>Types of Products:</vt:lpstr>
      <vt:lpstr>Types of Consumer Products</vt:lpstr>
      <vt:lpstr>Slide 16</vt:lpstr>
      <vt:lpstr>Slide 17</vt:lpstr>
      <vt:lpstr>Slide 18</vt:lpstr>
      <vt:lpstr>Based on  Social Benefit products can be classified as: </vt:lpstr>
      <vt:lpstr>1. Pleasing Products:</vt:lpstr>
      <vt:lpstr> 2. Deficient Products </vt:lpstr>
      <vt:lpstr>3. Salutary Products</vt:lpstr>
      <vt:lpstr>4 Desirable Products:</vt:lpstr>
      <vt:lpstr>Product Hierarchy</vt:lpstr>
      <vt:lpstr>Importance of product hierarchy</vt:lpstr>
      <vt:lpstr>Exercise: Place the Bru Coffee in Product Hierarchy</vt:lpstr>
      <vt:lpstr>Slide 27</vt:lpstr>
      <vt:lpstr>What is product-mix ?   </vt:lpstr>
      <vt:lpstr>Slide 29</vt:lpstr>
      <vt:lpstr>Slide 30</vt:lpstr>
      <vt:lpstr>Slide 31</vt:lpstr>
      <vt:lpstr>PRODUCT-MIX  DESISIONS</vt:lpstr>
      <vt:lpstr>Product Mix Strategies</vt:lpstr>
      <vt:lpstr>PRODUCT LIFE CYCLE</vt:lpstr>
      <vt:lpstr>Product Life Cycle Introduction:</vt:lpstr>
      <vt:lpstr>Stages of Product Life Cycle. (PLC)</vt:lpstr>
      <vt:lpstr>Product Life Cycle Curve:</vt:lpstr>
      <vt:lpstr>Introduction Stage</vt:lpstr>
      <vt:lpstr>Introduction Stage of PLC</vt:lpstr>
      <vt:lpstr>Growth Stage</vt:lpstr>
      <vt:lpstr>Growth Stage</vt:lpstr>
      <vt:lpstr>Maturity Stage</vt:lpstr>
      <vt:lpstr>Maturity Stage</vt:lpstr>
      <vt:lpstr>Decline Stage</vt:lpstr>
      <vt:lpstr>Decline Stage</vt:lpstr>
      <vt:lpstr>Slide 46</vt:lpstr>
      <vt:lpstr>What is new product</vt:lpstr>
      <vt:lpstr>Importance of New Product Development</vt:lpstr>
      <vt:lpstr>Slide 49</vt:lpstr>
      <vt:lpstr>Packaging and Labeling</vt:lpstr>
      <vt:lpstr>Packaging</vt:lpstr>
      <vt:lpstr>Functions of Packaging</vt:lpstr>
      <vt:lpstr>1. Promoting and Selling the Product</vt:lpstr>
      <vt:lpstr>1. Promoting and Selling the Product</vt:lpstr>
      <vt:lpstr>2. Defining Product Identity </vt:lpstr>
      <vt:lpstr>3. Providing Information</vt:lpstr>
      <vt:lpstr>4. Expressing Customer Needs</vt:lpstr>
      <vt:lpstr>5. Ensure Safe Use</vt:lpstr>
      <vt:lpstr>6. Protecting the Product</vt:lpstr>
      <vt:lpstr>Air To Spare</vt:lpstr>
      <vt:lpstr>Packaging TRENDS</vt:lpstr>
      <vt:lpstr>Packaging TRENDS</vt:lpstr>
      <vt:lpstr>Packaging TRENDS</vt:lpstr>
      <vt:lpstr>labeling</vt:lpstr>
      <vt:lpstr>Three Kinds of Labels</vt:lpstr>
      <vt:lpstr>Pricing</vt:lpstr>
      <vt:lpstr>What is pricing?</vt:lpstr>
      <vt:lpstr>Significance of Pricing</vt:lpstr>
      <vt:lpstr>Factors influencing Pricing</vt:lpstr>
      <vt:lpstr>Objectives of Pricing</vt:lpstr>
      <vt:lpstr>Pricing Strategies</vt:lpstr>
      <vt:lpstr>New Product Pricing Strategy</vt:lpstr>
      <vt:lpstr>Differential Pricing Strategy:</vt:lpstr>
      <vt:lpstr>Psychological Pricing Strategies.</vt:lpstr>
      <vt:lpstr>Product Line Pricing Strategy:</vt:lpstr>
      <vt:lpstr>Promotional Pricing Strategy:</vt:lpstr>
      <vt:lpstr>Pricing Procedure:</vt:lpstr>
      <vt:lpstr>Thank You</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Managing the Product:</dc:title>
  <dc:creator>Nikhil</dc:creator>
  <cp:lastModifiedBy>HP</cp:lastModifiedBy>
  <cp:revision>47</cp:revision>
  <dcterms:created xsi:type="dcterms:W3CDTF">2016-11-14T14:17:51Z</dcterms:created>
  <dcterms:modified xsi:type="dcterms:W3CDTF">2025-12-23T04:13:51Z</dcterms:modified>
</cp:coreProperties>
</file>